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handoutMasters/handoutMaster1.xml" ContentType="application/vnd.openxmlformats-officedocument.presentationml.handoutMaster+xml"/>
  <Override PartName="/ppt/media/image3.jpg" ContentType="image/png"/>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slideLayouts/slideLayout37.xml" ContentType="application/vnd.openxmlformats-officedocument.presentationml.slideLayout+xml"/>
  <Override PartName="/ppt/slideLayouts/slideLayout38.xml" ContentType="application/vnd.openxmlformats-officedocument.presentationml.slideLayout+xml"/>
  <Override PartName="/ppt/slideLayouts/slideLayout39.xml" ContentType="application/vnd.openxmlformats-officedocument.presentationml.slideLayout+xml"/>
  <Override PartName="/ppt/slideLayouts/slideLayout4.xml" ContentType="application/vnd.openxmlformats-officedocument.presentationml.slideLayout+xml"/>
  <Override PartName="/ppt/slideLayouts/slideLayout40.xml" ContentType="application/vnd.openxmlformats-officedocument.presentationml.slideLayout+xml"/>
  <Override PartName="/ppt/slideLayouts/slideLayout41.xml" ContentType="application/vnd.openxmlformats-officedocument.presentationml.slideLayout+xml"/>
  <Override PartName="/ppt/slideLayouts/slideLayout42.xml" ContentType="application/vnd.openxmlformats-officedocument.presentationml.slideLayout+xml"/>
  <Override PartName="/ppt/slideLayouts/slideLayout43.xml" ContentType="application/vnd.openxmlformats-officedocument.presentationml.slideLayout+xml"/>
  <Override PartName="/ppt/slideLayouts/slideLayout44.xml" ContentType="application/vnd.openxmlformats-officedocument.presentationml.slideLayout+xml"/>
  <Override PartName="/ppt/slideLayouts/slideLayout45.xml" ContentType="application/vnd.openxmlformats-officedocument.presentationml.slideLayout+xml"/>
  <Override PartName="/ppt/slideLayouts/slideLayout46.xml" ContentType="application/vnd.openxmlformats-officedocument.presentationml.slideLayout+xml"/>
  <Override PartName="/ppt/slideLayouts/slideLayout47.xml" ContentType="application/vnd.openxmlformats-officedocument.presentationml.slideLayout+xml"/>
  <Override PartName="/ppt/slideLayouts/slideLayout48.xml" ContentType="application/vnd.openxmlformats-officedocument.presentationml.slideLayout+xml"/>
  <Override PartName="/ppt/slideLayouts/slideLayout49.xml" ContentType="application/vnd.openxmlformats-officedocument.presentationml.slideLayout+xml"/>
  <Override PartName="/ppt/slideLayouts/slideLayout5.xml" ContentType="application/vnd.openxmlformats-officedocument.presentationml.slideLayout+xml"/>
  <Override PartName="/ppt/slideLayouts/slideLayout50.xml" ContentType="application/vnd.openxmlformats-officedocument.presentationml.slideLayout+xml"/>
  <Override PartName="/ppt/slideLayouts/slideLayout51.xml" ContentType="application/vnd.openxmlformats-officedocument.presentationml.slideLayout+xml"/>
  <Override PartName="/ppt/slideLayouts/slideLayout52.xml" ContentType="application/vnd.openxmlformats-officedocument.presentationml.slideLayout+xml"/>
  <Override PartName="/ppt/slideLayouts/slideLayout53.xml" ContentType="application/vnd.openxmlformats-officedocument.presentationml.slideLayout+xml"/>
  <Override PartName="/ppt/slideLayouts/slideLayout54.xml" ContentType="application/vnd.openxmlformats-officedocument.presentationml.slideLayout+xml"/>
  <Override PartName="/ppt/slideLayouts/slideLayout55.xml" ContentType="application/vnd.openxmlformats-officedocument.presentationml.slideLayout+xml"/>
  <Override PartName="/ppt/slideLayouts/slideLayout56.xml" ContentType="application/vnd.openxmlformats-officedocument.presentationml.slideLayout+xml"/>
  <Override PartName="/ppt/slideLayouts/slideLayout57.xml" ContentType="application/vnd.openxmlformats-officedocument.presentationml.slideLayout+xml"/>
  <Override PartName="/ppt/slideLayouts/slideLayout58.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900.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theme/theme4.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firstSlideNum="0" saveSubsetFonts="1">
  <p:sldMasterIdLst>
    <p:sldMasterId id="2147483648" r:id="rId1"/>
    <p:sldMasterId id="2147483702" r:id="rId2"/>
  </p:sldMasterIdLst>
  <p:notesMasterIdLst>
    <p:notesMasterId r:id="rId74"/>
  </p:notesMasterIdLst>
  <p:handoutMasterIdLst>
    <p:handoutMasterId r:id="rId75"/>
  </p:handoutMasterIdLst>
  <p:sldIdLst>
    <p:sldId id="344" r:id="rId3"/>
    <p:sldId id="1179" r:id="rId11"/>
    <p:sldId id="1180" r:id="rId12"/>
    <p:sldId id="1181" r:id="rId13"/>
    <p:sldId id="1182" r:id="rId14"/>
    <p:sldId id="1183" r:id="rId15"/>
    <p:sldId id="1184" r:id="rId16"/>
    <p:sldId id="1185" r:id="rId17"/>
    <p:sldId id="1186" r:id="rId18"/>
    <p:sldId id="1187" r:id="rId19"/>
    <p:sldId id="1188" r:id="rId20"/>
    <p:sldId id="1189" r:id="rId21"/>
    <p:sldId id="1190" r:id="rId22"/>
    <p:sldId id="1191" r:id="rId23"/>
    <p:sldId id="1192" r:id="rId24"/>
    <p:sldId id="1193" r:id="rId25"/>
    <p:sldId id="1194" r:id="rId26"/>
    <p:sldId id="1195" r:id="rId27"/>
    <p:sldId id="1196" r:id="rId28"/>
    <p:sldId id="1197" r:id="rId29"/>
    <p:sldId id="1198" r:id="rId30"/>
    <p:sldId id="1199" r:id="rId31"/>
    <p:sldId id="1200" r:id="rId32"/>
    <p:sldId id="1201" r:id="rId33"/>
    <p:sldId id="1202" r:id="rId34"/>
    <p:sldId id="1178" r:id="rId73"/>
  </p:sldIdLst>
  <p:sldSz cx="9906000" cy="6858000" type="A4"/>
  <p:notesSz cx="6735763" cy="9866313"/>
  <p:defaultTex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845" userDrawn="1">
          <p15:clr>
            <a:srgbClr val="A4A3A4"/>
          </p15:clr>
        </p15:guide>
        <p15:guide id="2" pos="3120">
          <p15:clr>
            <a:srgbClr val="A4A3A4"/>
          </p15:clr>
        </p15:guide>
      </p15:sldGuideLst>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F9EDE1"/>
    <a:srgbClr val="362A2A"/>
    <a:srgbClr val="9BBB59"/>
    <a:srgbClr val="FB43D4"/>
    <a:srgbClr val="E85504"/>
    <a:srgbClr val="006600"/>
    <a:srgbClr val="008000"/>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中間スタイル 2 - アクセント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5940675A-B579-460E-94D1-54222C63F5DA}" styleName="スタイルなし、表のグリッド線あり">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 styleId="{2D5ABB26-0587-4C30-8999-92F81FD0307C}" styleName="スタイルなし、表のグリッド線なし">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D113A9D2-9D6B-4929-AA2D-F23B5EE8CBE7}" styleName="テーマ スタイル 2 - アクセント 1">
    <a:tblBg>
      <a:fillRef idx="3">
        <a:schemeClr val="accent1"/>
      </a:fillRef>
      <a:effectRef idx="3">
        <a:schemeClr val="accent1"/>
      </a:effectRef>
    </a:tblBg>
    <a:wholeTbl>
      <a:tcTxStyle>
        <a:fontRef idx="minor">
          <a:scrgbClr r="0" g="0" b="0"/>
        </a:fontRef>
        <a:schemeClr val="lt1"/>
      </a:tcTxStyle>
      <a:tcStyle>
        <a:tcBdr>
          <a:left>
            <a:lnRef idx="1">
              <a:schemeClr val="accent1">
                <a:tint val="50000"/>
              </a:schemeClr>
            </a:lnRef>
          </a:left>
          <a:right>
            <a:lnRef idx="1">
              <a:schemeClr val="accent1">
                <a:tint val="50000"/>
              </a:schemeClr>
            </a:lnRef>
          </a:right>
          <a:top>
            <a:lnRef idx="1">
              <a:schemeClr val="accent1">
                <a:tint val="50000"/>
              </a:schemeClr>
            </a:lnRef>
          </a:top>
          <a:bottom>
            <a:lnRef idx="1">
              <a:schemeClr val="accent1">
                <a:tint val="50000"/>
              </a:schemeClr>
            </a:lnRef>
          </a:bottom>
          <a:insideH>
            <a:ln>
              <a:noFill/>
            </a:ln>
          </a:insideH>
          <a:insideV>
            <a:ln>
              <a:noFill/>
            </a:ln>
          </a:insideV>
        </a:tcBdr>
        <a:fill>
          <a:noFill/>
        </a:fill>
      </a:tcStyle>
    </a:wholeTbl>
    <a:band1H>
      <a:tcStyle>
        <a:tcBdr/>
        <a:fill>
          <a:solidFill>
            <a:schemeClr val="lt1">
              <a:alpha val="20000"/>
            </a:schemeClr>
          </a:solidFill>
        </a:fill>
      </a:tcStyle>
    </a:band1H>
    <a:band1V>
      <a:tcStyle>
        <a:tcBdr/>
        <a:fill>
          <a:solidFill>
            <a:schemeClr val="lt1">
              <a:alpha val="20000"/>
            </a:schemeClr>
          </a:solidFill>
        </a:fill>
      </a:tcStyle>
    </a:band1V>
    <a:lastCol>
      <a:tcTxStyle b="on"/>
      <a:tcStyle>
        <a:tcBdr>
          <a:left>
            <a:lnRef idx="2">
              <a:schemeClr val="lt1"/>
            </a:lnRef>
          </a:left>
        </a:tcBdr>
      </a:tcStyle>
    </a:lastCol>
    <a:firstCol>
      <a:tcTxStyle b="on"/>
      <a:tcStyle>
        <a:tcBdr>
          <a:right>
            <a:lnRef idx="2">
              <a:schemeClr val="lt1"/>
            </a:lnRef>
          </a:right>
        </a:tcBdr>
      </a:tcStyle>
    </a:firstCol>
    <a:lastRow>
      <a:tcTxStyle b="on"/>
      <a:tcStyle>
        <a:tcBdr>
          <a:top>
            <a:lnRef idx="2">
              <a:schemeClr val="lt1"/>
            </a:lnRef>
          </a:top>
        </a:tcBdr>
        <a:fill>
          <a:noFill/>
        </a:fill>
      </a:tcStyle>
    </a:lastRow>
    <a:seCell>
      <a:tcStyle>
        <a:tcBdr>
          <a:left>
            <a:ln>
              <a:noFill/>
            </a:ln>
          </a:left>
          <a:top>
            <a:ln>
              <a:noFill/>
            </a:ln>
          </a:top>
        </a:tcBdr>
      </a:tcStyle>
    </a:seCell>
    <a:swCell>
      <a:tcStyle>
        <a:tcBdr>
          <a:right>
            <a:ln>
              <a:noFill/>
            </a:ln>
          </a:right>
          <a:top>
            <a:ln>
              <a:noFill/>
            </a:ln>
          </a:top>
        </a:tcBdr>
      </a:tcStyle>
    </a:swCell>
    <a:firstRow>
      <a:tcTxStyle b="on"/>
      <a:tcStyle>
        <a:tcBdr>
          <a:bottom>
            <a:lnRef idx="3">
              <a:schemeClr val="lt1"/>
            </a:lnRef>
          </a:bottom>
        </a:tcBdr>
        <a:fill>
          <a:noFill/>
        </a:fill>
      </a:tcStyle>
    </a:firstRow>
    <a:neCell>
      <a:tcStyle>
        <a:tcBdr>
          <a:bottom>
            <a:ln>
              <a:noFill/>
            </a:ln>
          </a:bottom>
        </a:tcBdr>
      </a:tcStyle>
    </a:neCell>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6583" autoAdjust="0"/>
    <p:restoredTop sz="96343" autoAdjust="0"/>
  </p:normalViewPr>
  <p:slideViewPr>
    <p:cSldViewPr showGuides="1">
      <p:cViewPr varScale="1">
        <p:scale>
          <a:sx n="82" d="100"/>
          <a:sy n="82" d="100"/>
        </p:scale>
        <p:origin x="1694" y="72"/>
      </p:cViewPr>
      <p:guideLst>
        <p:guide orient="horz" pos="845"/>
        <p:guide pos="3120"/>
      </p:guideLst>
    </p:cSldViewPr>
  </p:slideViewPr>
  <p:notesTextViewPr>
    <p:cViewPr>
      <p:scale>
        <a:sx n="3" d="2"/>
        <a:sy n="3" d="2"/>
      </p:scale>
      <p:origin x="0" y="0"/>
    </p:cViewPr>
  </p:notesTextViewPr>
  <p:notesViewPr>
    <p:cSldViewPr>
      <p:cViewPr varScale="1">
        <p:scale>
          <a:sx n="101" d="100"/>
          <a:sy n="101" d="100"/>
        </p:scale>
        <p:origin x="3246" y="114"/>
      </p:cViewPr>
      <p:guideLst/>
    </p:cSldViewPr>
  </p:notes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Master" Target="slideMasters/slideMaster2.xml"/><Relationship Id="rId3" Type="http://schemas.openxmlformats.org/officeDocument/2006/relationships/slide" Target="slides/slide1.xml"/><Relationship Id="rId11" Type="http://schemas.openxmlformats.org/officeDocument/2006/relationships/slide" Target="slides/slide3.xml"/><Relationship Id="rId12" Type="http://schemas.openxmlformats.org/officeDocument/2006/relationships/slide" Target="slides/slide4.xml"/><Relationship Id="rId13" Type="http://schemas.openxmlformats.org/officeDocument/2006/relationships/slide" Target="slides/slide5.xml"/><Relationship Id="rId14" Type="http://schemas.openxmlformats.org/officeDocument/2006/relationships/slide" Target="slides/slide6.xml"/><Relationship Id="rId15" Type="http://schemas.openxmlformats.org/officeDocument/2006/relationships/slide" Target="slides/slide7.xml"/><Relationship Id="rId16" Type="http://schemas.openxmlformats.org/officeDocument/2006/relationships/slide" Target="slides/slide8.xml"/><Relationship Id="rId17" Type="http://schemas.openxmlformats.org/officeDocument/2006/relationships/slide" Target="slides/slide9.xml"/><Relationship Id="rId18" Type="http://schemas.openxmlformats.org/officeDocument/2006/relationships/slide" Target="slides/slide10.xml"/><Relationship Id="rId19" Type="http://schemas.openxmlformats.org/officeDocument/2006/relationships/slide" Target="slides/slide11.xml"/><Relationship Id="rId20" Type="http://schemas.openxmlformats.org/officeDocument/2006/relationships/slide" Target="slides/slide12.xml"/><Relationship Id="rId21" Type="http://schemas.openxmlformats.org/officeDocument/2006/relationships/slide" Target="slides/slide13.xml"/><Relationship Id="rId22" Type="http://schemas.openxmlformats.org/officeDocument/2006/relationships/slide" Target="slides/slide14.xml"/><Relationship Id="rId23" Type="http://schemas.openxmlformats.org/officeDocument/2006/relationships/slide" Target="slides/slide15.xml"/><Relationship Id="rId24" Type="http://schemas.openxmlformats.org/officeDocument/2006/relationships/slide" Target="slides/slide16.xml"/><Relationship Id="rId25" Type="http://schemas.openxmlformats.org/officeDocument/2006/relationships/slide" Target="slides/slide17.xml"/><Relationship Id="rId26" Type="http://schemas.openxmlformats.org/officeDocument/2006/relationships/slide" Target="slides/slide18.xml"/><Relationship Id="rId27" Type="http://schemas.openxmlformats.org/officeDocument/2006/relationships/slide" Target="slides/slide19.xml"/><Relationship Id="rId28" Type="http://schemas.openxmlformats.org/officeDocument/2006/relationships/slide" Target="slides/slide20.xml"/><Relationship Id="rId29" Type="http://schemas.openxmlformats.org/officeDocument/2006/relationships/slide" Target="slides/slide21.xml"/><Relationship Id="rId30" Type="http://schemas.openxmlformats.org/officeDocument/2006/relationships/slide" Target="slides/slide22.xml"/><Relationship Id="rId31" Type="http://schemas.openxmlformats.org/officeDocument/2006/relationships/slide" Target="slides/slide23.xml"/><Relationship Id="rId32" Type="http://schemas.openxmlformats.org/officeDocument/2006/relationships/slide" Target="slides/slide24.xml"/><Relationship Id="rId33" Type="http://schemas.openxmlformats.org/officeDocument/2006/relationships/slide" Target="slides/slide25.xml"/><Relationship Id="rId34" Type="http://schemas.openxmlformats.org/officeDocument/2006/relationships/slide" Target="slides/slide26.xml"/><Relationship Id="rId73" Type="http://schemas.openxmlformats.org/officeDocument/2006/relationships/slide" Target="slides/slide900.xml"/><Relationship Id="rId74" Type="http://schemas.openxmlformats.org/officeDocument/2006/relationships/notesMaster" Target="notesMasters/notesMaster1.xml"/><Relationship Id="rId75" Type="http://schemas.openxmlformats.org/officeDocument/2006/relationships/handoutMaster" Target="handoutMasters/handoutMaster1.xml"/><Relationship Id="rId76" Type="http://schemas.openxmlformats.org/officeDocument/2006/relationships/presProps" Target="presProps.xml"/><Relationship Id="rId77" Type="http://schemas.openxmlformats.org/officeDocument/2006/relationships/viewProps" Target="viewProps.xml"/><Relationship Id="rId78" Type="http://schemas.openxmlformats.org/officeDocument/2006/relationships/theme" Target="theme/theme1.xml"/><Relationship Id="rId79" Type="http://schemas.openxmlformats.org/officeDocument/2006/relationships/tableStyles" Target="tableStyles.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4.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ヘッダー プレースホルダー 1"/>
          <p:cNvSpPr>
            <a:spLocks noGrp="1"/>
          </p:cNvSpPr>
          <p:nvPr>
            <p:ph type="hdr" sz="quarter"/>
          </p:nvPr>
        </p:nvSpPr>
        <p:spPr>
          <a:xfrm>
            <a:off x="2" y="2"/>
            <a:ext cx="2918830" cy="495029"/>
          </a:xfrm>
          <a:prstGeom prst="rect">
            <a:avLst/>
          </a:prstGeom>
        </p:spPr>
        <p:txBody>
          <a:bodyPr vert="horz" lIns="94848" tIns="47425" rIns="94848" bIns="47425" rtlCol="0"/>
          <a:lstStyle>
            <a:lvl1pPr algn="l">
              <a:defRPr sz="1200"/>
            </a:lvl1pPr>
          </a:lstStyle>
          <a:p>
            <a:endParaRPr kumimoji="1" lang="ja-JP" altLang="en-US"/>
          </a:p>
        </p:txBody>
      </p:sp>
      <p:sp>
        <p:nvSpPr>
          <p:cNvPr id="3" name="日付プレースホルダー 2"/>
          <p:cNvSpPr>
            <a:spLocks noGrp="1"/>
          </p:cNvSpPr>
          <p:nvPr>
            <p:ph type="dt" sz="quarter" idx="1"/>
          </p:nvPr>
        </p:nvSpPr>
        <p:spPr>
          <a:xfrm>
            <a:off x="3815374" y="2"/>
            <a:ext cx="2918830" cy="495029"/>
          </a:xfrm>
          <a:prstGeom prst="rect">
            <a:avLst/>
          </a:prstGeom>
        </p:spPr>
        <p:txBody>
          <a:bodyPr vert="horz" lIns="94848" tIns="47425" rIns="94848" bIns="47425" rtlCol="0"/>
          <a:lstStyle>
            <a:lvl1pPr algn="r">
              <a:defRPr sz="1200"/>
            </a:lvl1pPr>
          </a:lstStyle>
          <a:p>
            <a:fld id="{695728E3-876B-4768-9AB0-7D988C1247DF}" type="datetimeFigureOut">
              <a:rPr kumimoji="1" lang="ja-JP" altLang="en-US" smtClean="0"/>
              <a:t>2026/5/20</a:t>
            </a:fld>
            <a:endParaRPr kumimoji="1" lang="ja-JP" altLang="en-US"/>
          </a:p>
        </p:txBody>
      </p:sp>
      <p:sp>
        <p:nvSpPr>
          <p:cNvPr id="4" name="フッター プレースホルダー 3"/>
          <p:cNvSpPr>
            <a:spLocks noGrp="1"/>
          </p:cNvSpPr>
          <p:nvPr>
            <p:ph type="ftr" sz="quarter" idx="2"/>
          </p:nvPr>
        </p:nvSpPr>
        <p:spPr>
          <a:xfrm>
            <a:off x="2" y="9371288"/>
            <a:ext cx="2918830" cy="495028"/>
          </a:xfrm>
          <a:prstGeom prst="rect">
            <a:avLst/>
          </a:prstGeom>
        </p:spPr>
        <p:txBody>
          <a:bodyPr vert="horz" lIns="94848" tIns="47425" rIns="94848" bIns="47425" rtlCol="0" anchor="b"/>
          <a:lstStyle>
            <a:lvl1pPr algn="l">
              <a:defRPr sz="1200"/>
            </a:lvl1pPr>
          </a:lstStyle>
          <a:p>
            <a:endParaRPr kumimoji="1" lang="ja-JP" altLang="en-US"/>
          </a:p>
        </p:txBody>
      </p:sp>
      <p:sp>
        <p:nvSpPr>
          <p:cNvPr id="5" name="スライド番号プレースホルダー 4"/>
          <p:cNvSpPr>
            <a:spLocks noGrp="1"/>
          </p:cNvSpPr>
          <p:nvPr>
            <p:ph type="sldNum" sz="quarter" idx="3"/>
          </p:nvPr>
        </p:nvSpPr>
        <p:spPr>
          <a:xfrm>
            <a:off x="3815374" y="9371288"/>
            <a:ext cx="2918830" cy="495028"/>
          </a:xfrm>
          <a:prstGeom prst="rect">
            <a:avLst/>
          </a:prstGeom>
        </p:spPr>
        <p:txBody>
          <a:bodyPr vert="horz" lIns="94848" tIns="47425" rIns="94848" bIns="47425" rtlCol="0" anchor="b"/>
          <a:lstStyle>
            <a:lvl1pPr algn="r">
              <a:defRPr sz="1200"/>
            </a:lvl1pPr>
          </a:lstStyle>
          <a:p>
            <a:fld id="{E00352D2-49C1-4968-AB3E-0C456C91C264}" type="slidenum">
              <a:rPr kumimoji="1" lang="ja-JP" altLang="en-US" smtClean="0"/>
              <a:t>‹#›</a:t>
            </a:fld>
            <a:endParaRPr kumimoji="1" lang="ja-JP" altLang="en-US"/>
          </a:p>
        </p:txBody>
      </p:sp>
    </p:spTree>
    <p:extLst>
      <p:ext uri="{BB962C8B-B14F-4D97-AF65-F5344CB8AC3E}">
        <p14:creationId xmlns:p14="http://schemas.microsoft.com/office/powerpoint/2010/main" val="2303722688"/>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ヘッダー プレースホルダ 1"/>
          <p:cNvSpPr>
            <a:spLocks noGrp="1"/>
          </p:cNvSpPr>
          <p:nvPr>
            <p:ph type="hdr" sz="quarter"/>
          </p:nvPr>
        </p:nvSpPr>
        <p:spPr>
          <a:xfrm>
            <a:off x="2" y="0"/>
            <a:ext cx="2918830" cy="493316"/>
          </a:xfrm>
          <a:prstGeom prst="rect">
            <a:avLst/>
          </a:prstGeom>
        </p:spPr>
        <p:txBody>
          <a:bodyPr vert="horz" lIns="94848" tIns="47425" rIns="94848" bIns="47425" rtlCol="0"/>
          <a:lstStyle>
            <a:lvl1pPr algn="l">
              <a:defRPr sz="1200"/>
            </a:lvl1pPr>
          </a:lstStyle>
          <a:p>
            <a:endParaRPr kumimoji="1" lang="ja-JP" altLang="en-US"/>
          </a:p>
        </p:txBody>
      </p:sp>
      <p:sp>
        <p:nvSpPr>
          <p:cNvPr id="3" name="日付プレースホルダ 2"/>
          <p:cNvSpPr>
            <a:spLocks noGrp="1"/>
          </p:cNvSpPr>
          <p:nvPr>
            <p:ph type="dt" idx="1"/>
          </p:nvPr>
        </p:nvSpPr>
        <p:spPr>
          <a:xfrm>
            <a:off x="3815374" y="0"/>
            <a:ext cx="2918830" cy="493316"/>
          </a:xfrm>
          <a:prstGeom prst="rect">
            <a:avLst/>
          </a:prstGeom>
        </p:spPr>
        <p:txBody>
          <a:bodyPr vert="horz" lIns="94848" tIns="47425" rIns="94848" bIns="47425" rtlCol="0"/>
          <a:lstStyle>
            <a:lvl1pPr algn="r">
              <a:defRPr sz="1200"/>
            </a:lvl1pPr>
          </a:lstStyle>
          <a:p>
            <a:fld id="{A8D18B60-6E12-48B8-B760-06957378EDAD}" type="datetimeFigureOut">
              <a:rPr kumimoji="1" lang="ja-JP" altLang="en-US" smtClean="0"/>
              <a:pPr/>
              <a:t>2026/5/20</a:t>
            </a:fld>
            <a:endParaRPr kumimoji="1" lang="ja-JP" altLang="en-US"/>
          </a:p>
        </p:txBody>
      </p:sp>
      <p:sp>
        <p:nvSpPr>
          <p:cNvPr id="4" name="スライド イメージ プレースホルダ 3"/>
          <p:cNvSpPr>
            <a:spLocks noGrp="1" noRot="1" noChangeAspect="1"/>
          </p:cNvSpPr>
          <p:nvPr>
            <p:ph type="sldImg" idx="2"/>
          </p:nvPr>
        </p:nvSpPr>
        <p:spPr>
          <a:xfrm>
            <a:off x="695325" y="739775"/>
            <a:ext cx="5345113" cy="3700463"/>
          </a:xfrm>
          <a:prstGeom prst="rect">
            <a:avLst/>
          </a:prstGeom>
          <a:noFill/>
          <a:ln w="12700">
            <a:solidFill>
              <a:prstClr val="black"/>
            </a:solidFill>
          </a:ln>
        </p:spPr>
        <p:txBody>
          <a:bodyPr vert="horz" lIns="94848" tIns="47425" rIns="94848" bIns="47425" rtlCol="0" anchor="ctr"/>
          <a:lstStyle/>
          <a:p>
            <a:endParaRPr lang="ja-JP" altLang="en-US"/>
          </a:p>
        </p:txBody>
      </p:sp>
      <p:sp>
        <p:nvSpPr>
          <p:cNvPr id="5" name="ノート プレースホルダ 4"/>
          <p:cNvSpPr>
            <a:spLocks noGrp="1"/>
          </p:cNvSpPr>
          <p:nvPr>
            <p:ph type="body" sz="quarter" idx="3"/>
          </p:nvPr>
        </p:nvSpPr>
        <p:spPr>
          <a:xfrm>
            <a:off x="673578" y="4686501"/>
            <a:ext cx="5388610" cy="4439841"/>
          </a:xfrm>
          <a:prstGeom prst="rect">
            <a:avLst/>
          </a:prstGeom>
        </p:spPr>
        <p:txBody>
          <a:bodyPr vert="horz" lIns="94848" tIns="47425" rIns="94848" bIns="47425" rtlCol="0">
            <a:normAutofit/>
          </a:bodyPr>
          <a:lstStyle/>
          <a:p>
            <a:pPr lvl="0"/>
            <a:r>
              <a:rPr kumimoji="1" lang="ja-JP" altLang="en-US"/>
              <a:t>マスタ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6" name="フッター プレースホルダ 5"/>
          <p:cNvSpPr>
            <a:spLocks noGrp="1"/>
          </p:cNvSpPr>
          <p:nvPr>
            <p:ph type="ftr" sz="quarter" idx="4"/>
          </p:nvPr>
        </p:nvSpPr>
        <p:spPr>
          <a:xfrm>
            <a:off x="2" y="9371285"/>
            <a:ext cx="2918830" cy="493316"/>
          </a:xfrm>
          <a:prstGeom prst="rect">
            <a:avLst/>
          </a:prstGeom>
        </p:spPr>
        <p:txBody>
          <a:bodyPr vert="horz" lIns="94848" tIns="47425" rIns="94848" bIns="47425" rtlCol="0" anchor="b"/>
          <a:lstStyle>
            <a:lvl1pPr algn="l">
              <a:defRPr sz="1200"/>
            </a:lvl1pPr>
          </a:lstStyle>
          <a:p>
            <a:endParaRPr kumimoji="1" lang="ja-JP" altLang="en-US"/>
          </a:p>
        </p:txBody>
      </p:sp>
      <p:sp>
        <p:nvSpPr>
          <p:cNvPr id="7" name="スライド番号プレースホルダ 6"/>
          <p:cNvSpPr>
            <a:spLocks noGrp="1"/>
          </p:cNvSpPr>
          <p:nvPr>
            <p:ph type="sldNum" sz="quarter" idx="5"/>
          </p:nvPr>
        </p:nvSpPr>
        <p:spPr>
          <a:xfrm>
            <a:off x="3815374" y="9371285"/>
            <a:ext cx="2918830" cy="493316"/>
          </a:xfrm>
          <a:prstGeom prst="rect">
            <a:avLst/>
          </a:prstGeom>
        </p:spPr>
        <p:txBody>
          <a:bodyPr vert="horz" lIns="94848" tIns="47425" rIns="94848" bIns="47425" rtlCol="0" anchor="b"/>
          <a:lstStyle>
            <a:lvl1pPr algn="r">
              <a:defRPr sz="1200"/>
            </a:lvl1pPr>
          </a:lstStyle>
          <a:p>
            <a:fld id="{B76C3785-4774-4B27-AA13-6B236C476115}" type="slidenum">
              <a:rPr kumimoji="1" lang="ja-JP" altLang="en-US" smtClean="0"/>
              <a:pPr/>
              <a:t>‹#›</a:t>
            </a:fld>
            <a:endParaRPr kumimoji="1" lang="ja-JP" altLang="en-US"/>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kumimoji="1" sz="1200" kern="1200">
        <a:solidFill>
          <a:schemeClr val="tx1"/>
        </a:solidFill>
        <a:latin typeface="+mn-lt"/>
        <a:ea typeface="+mn-ea"/>
        <a:cs typeface="+mn-cs"/>
      </a:defRPr>
    </a:lvl1pPr>
    <a:lvl2pPr marL="457200" algn="l" defTabSz="914400" rtl="0" eaLnBrk="1" latinLnBrk="0" hangingPunct="1">
      <a:defRPr kumimoji="1" sz="1200" kern="1200">
        <a:solidFill>
          <a:schemeClr val="tx1"/>
        </a:solidFill>
        <a:latin typeface="+mn-lt"/>
        <a:ea typeface="+mn-ea"/>
        <a:cs typeface="+mn-cs"/>
      </a:defRPr>
    </a:lvl2pPr>
    <a:lvl3pPr marL="914400" algn="l" defTabSz="914400" rtl="0" eaLnBrk="1" latinLnBrk="0" hangingPunct="1">
      <a:defRPr kumimoji="1" sz="1200" kern="1200">
        <a:solidFill>
          <a:schemeClr val="tx1"/>
        </a:solidFill>
        <a:latin typeface="+mn-lt"/>
        <a:ea typeface="+mn-ea"/>
        <a:cs typeface="+mn-cs"/>
      </a:defRPr>
    </a:lvl3pPr>
    <a:lvl4pPr marL="1371600" algn="l" defTabSz="914400" rtl="0" eaLnBrk="1" latinLnBrk="0" hangingPunct="1">
      <a:defRPr kumimoji="1" sz="1200" kern="1200">
        <a:solidFill>
          <a:schemeClr val="tx1"/>
        </a:solidFill>
        <a:latin typeface="+mn-lt"/>
        <a:ea typeface="+mn-ea"/>
        <a:cs typeface="+mn-cs"/>
      </a:defRPr>
    </a:lvl4pPr>
    <a:lvl5pPr marL="1828800" algn="l" defTabSz="914400" rtl="0" eaLnBrk="1" latinLnBrk="0" hangingPunct="1">
      <a:defRPr kumimoji="1" sz="1200" kern="1200">
        <a:solidFill>
          <a:schemeClr val="tx1"/>
        </a:solidFill>
        <a:latin typeface="+mn-lt"/>
        <a:ea typeface="+mn-ea"/>
        <a:cs typeface="+mn-cs"/>
      </a:defRPr>
    </a:lvl5pPr>
    <a:lvl6pPr marL="2286000" algn="l" defTabSz="914400" rtl="0" eaLnBrk="1" latinLnBrk="0" hangingPunct="1">
      <a:defRPr kumimoji="1" sz="1200" kern="1200">
        <a:solidFill>
          <a:schemeClr val="tx1"/>
        </a:solidFill>
        <a:latin typeface="+mn-lt"/>
        <a:ea typeface="+mn-ea"/>
        <a:cs typeface="+mn-cs"/>
      </a:defRPr>
    </a:lvl6pPr>
    <a:lvl7pPr marL="2743200" algn="l" defTabSz="914400" rtl="0" eaLnBrk="1" latinLnBrk="0" hangingPunct="1">
      <a:defRPr kumimoji="1" sz="1200" kern="1200">
        <a:solidFill>
          <a:schemeClr val="tx1"/>
        </a:solidFill>
        <a:latin typeface="+mn-lt"/>
        <a:ea typeface="+mn-ea"/>
        <a:cs typeface="+mn-cs"/>
      </a:defRPr>
    </a:lvl7pPr>
    <a:lvl8pPr marL="3200400" algn="l" defTabSz="914400" rtl="0" eaLnBrk="1" latinLnBrk="0" hangingPunct="1">
      <a:defRPr kumimoji="1" sz="1200" kern="1200">
        <a:solidFill>
          <a:schemeClr val="tx1"/>
        </a:solidFill>
        <a:latin typeface="+mn-lt"/>
        <a:ea typeface="+mn-ea"/>
        <a:cs typeface="+mn-cs"/>
      </a:defRPr>
    </a:lvl8pPr>
    <a:lvl9pPr marL="3657600" algn="l" defTabSz="914400" rtl="0" eaLnBrk="1" latinLnBrk="0" hangingPunct="1">
      <a:defRPr kumimoji="1"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endParaRPr kumimoji="1" lang="ja-JP" altLang="en-US" dirty="0"/>
          </a:p>
        </p:txBody>
      </p:sp>
      <p:sp>
        <p:nvSpPr>
          <p:cNvPr id="4" name="スライド番号プレースホルダー 3"/>
          <p:cNvSpPr>
            <a:spLocks noGrp="1"/>
          </p:cNvSpPr>
          <p:nvPr>
            <p:ph type="sldNum" sz="quarter" idx="10"/>
          </p:nvPr>
        </p:nvSpPr>
        <p:spPr/>
        <p:txBody>
          <a:bodyPr/>
          <a:lstStyle/>
          <a:p>
            <a:fld id="{B76C3785-4774-4B27-AA13-6B236C476115}" type="slidenum">
              <a:rPr kumimoji="1" lang="ja-JP" altLang="en-US" smtClean="0"/>
              <a:pPr/>
              <a:t>0</a:t>
            </a:fld>
            <a:endParaRPr kumimoji="1" lang="ja-JP" altLang="en-US"/>
          </a:p>
        </p:txBody>
      </p:sp>
    </p:spTree>
    <p:extLst>
      <p:ext uri="{BB962C8B-B14F-4D97-AF65-F5344CB8AC3E}">
        <p14:creationId xmlns:p14="http://schemas.microsoft.com/office/powerpoint/2010/main" val="2482633127"/>
      </p:ext>
    </p:extLst>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・営業テクニックを覚える会ではなく、アプローチブックをめくれるようになる会だと宣言する</a:t>
            </a:r>
          </a:p>
          <a:p>
            <a:r>
              <a:t>・「資料に書いてあることを読む」のではなく「資料を使って言わせる」のが目的</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・「資料を読み上げる」と「資料を使って言わせる」の違いを、講師が実演して見せる</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・3つとも「アプローチブックの扱い方」の話であって、話術の話ではないことを強調する</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5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jpeg"/></Relationships>
</file>

<file path=ppt/slideLayouts/_rels/slideLayout5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s>
</file>

<file path=ppt/slideLayouts/_rels/slideLayout5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5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s>
</file>

<file path=ppt/slideLayouts/_rels/slideLayout5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タイトル スライド">
    <p:spTree>
      <p:nvGrpSpPr>
        <p:cNvPr id="1" name=""/>
        <p:cNvGrpSpPr/>
        <p:nvPr/>
      </p:nvGrpSpPr>
      <p:grpSpPr>
        <a:xfrm>
          <a:off x="0" y="0"/>
          <a:ext cx="0" cy="0"/>
          <a:chOff x="0" y="0"/>
          <a:chExt cx="0" cy="0"/>
        </a:xfrm>
      </p:grpSpPr>
      <p:sp>
        <p:nvSpPr>
          <p:cNvPr id="2" name="タイトル 1"/>
          <p:cNvSpPr>
            <a:spLocks noGrp="1"/>
          </p:cNvSpPr>
          <p:nvPr>
            <p:ph type="ctrTitle"/>
          </p:nvPr>
        </p:nvSpPr>
        <p:spPr>
          <a:xfrm>
            <a:off x="742950" y="2130426"/>
            <a:ext cx="8420100" cy="1470025"/>
          </a:xfrm>
          <a:prstGeom prst="rect">
            <a:avLst/>
          </a:prstGeom>
        </p:spPr>
        <p:txBody>
          <a:bodyPr/>
          <a:lstStyle/>
          <a:p>
            <a:r>
              <a:rPr kumimoji="1" lang="ja-JP" altLang="en-US"/>
              <a:t>マスタ タイトルの書式設定</a:t>
            </a:r>
          </a:p>
        </p:txBody>
      </p:sp>
      <p:sp>
        <p:nvSpPr>
          <p:cNvPr id="3" name="サブタイトル 2"/>
          <p:cNvSpPr>
            <a:spLocks noGrp="1"/>
          </p:cNvSpPr>
          <p:nvPr>
            <p:ph type="subTitle" idx="1"/>
          </p:nvPr>
        </p:nvSpPr>
        <p:spPr>
          <a:xfrm>
            <a:off x="1485900" y="3886200"/>
            <a:ext cx="6934200" cy="1752600"/>
          </a:xfrm>
          <a:prstGeom prst="rect">
            <a:avLst/>
          </a:prstGeo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kumimoji="1" lang="ja-JP" altLang="en-US"/>
              <a:t>マスタ サブタイトルの書式設定</a:t>
            </a:r>
          </a:p>
        </p:txBody>
      </p:sp>
      <p:sp>
        <p:nvSpPr>
          <p:cNvPr id="4" name="日付プレースホルダ 3"/>
          <p:cNvSpPr>
            <a:spLocks noGrp="1"/>
          </p:cNvSpPr>
          <p:nvPr>
            <p:ph type="dt" sz="half" idx="10"/>
          </p:nvPr>
        </p:nvSpPr>
        <p:spPr/>
        <p:txBody>
          <a:bodyPr/>
          <a:lstStyle/>
          <a:p>
            <a:fld id="{CD1DEDC6-F80D-48C2-B138-00A27E7F2E65}" type="datetime1">
              <a:rPr kumimoji="1" lang="ja-JP" altLang="en-US" smtClean="0"/>
              <a:pPr/>
              <a:t>2026/5/20</a:t>
            </a:fld>
            <a:endParaRPr kumimoji="1" lang="ja-JP" altLang="en-US"/>
          </a:p>
        </p:txBody>
      </p:sp>
      <p:sp>
        <p:nvSpPr>
          <p:cNvPr id="5" name="フッター プレースホルダ 4"/>
          <p:cNvSpPr>
            <a:spLocks noGrp="1"/>
          </p:cNvSpPr>
          <p:nvPr>
            <p:ph type="ftr" sz="quarter" idx="11"/>
          </p:nvPr>
        </p:nvSpPr>
        <p:spPr/>
        <p:txBody>
          <a:bodyPr/>
          <a:lstStyle/>
          <a:p>
            <a:endParaRPr kumimoji="1" lang="ja-JP" altLang="en-US"/>
          </a:p>
        </p:txBody>
      </p:sp>
      <p:sp>
        <p:nvSpPr>
          <p:cNvPr id="6" name="スライド番号プレースホルダ 5"/>
          <p:cNvSpPr>
            <a:spLocks noGrp="1"/>
          </p:cNvSpPr>
          <p:nvPr>
            <p:ph type="sldNum" sz="quarter" idx="12"/>
          </p:nvPr>
        </p:nvSpPr>
        <p:spPr/>
        <p:txBody>
          <a:bodyPr/>
          <a:lstStyle/>
          <a:p>
            <a:fld id="{723687FF-647B-4F7E-A20E-637EB01FA9DF}" type="slidenum">
              <a:rPr kumimoji="1" lang="ja-JP" altLang="en-US" smtClean="0"/>
              <a:pPr/>
              <a:t>‹#›</a:t>
            </a:fld>
            <a:endParaRPr kumimoji="1" lang="ja-JP" alt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タイトルとコンテンツ">
    <p:spTree>
      <p:nvGrpSpPr>
        <p:cNvPr id="1" name=""/>
        <p:cNvGrpSpPr/>
        <p:nvPr/>
      </p:nvGrpSpPr>
      <p:grpSpPr>
        <a:xfrm>
          <a:off x="0" y="0"/>
          <a:ext cx="0" cy="0"/>
          <a:chOff x="0" y="0"/>
          <a:chExt cx="0" cy="0"/>
        </a:xfrm>
      </p:grpSpPr>
      <p:sp>
        <p:nvSpPr>
          <p:cNvPr id="2" name="タイトル 1"/>
          <p:cNvSpPr>
            <a:spLocks noGrp="1"/>
          </p:cNvSpPr>
          <p:nvPr>
            <p:ph type="title"/>
          </p:nvPr>
        </p:nvSpPr>
        <p:spPr>
          <a:xfrm>
            <a:off x="495300" y="274638"/>
            <a:ext cx="8915400" cy="1143000"/>
          </a:xfrm>
          <a:prstGeom prst="rect">
            <a:avLst/>
          </a:prstGeom>
        </p:spPr>
        <p:txBody>
          <a:bodyPr/>
          <a:lstStyle/>
          <a:p>
            <a:r>
              <a:rPr kumimoji="1" lang="ja-JP" altLang="en-US"/>
              <a:t>マスタ タイトルの書式設定</a:t>
            </a:r>
          </a:p>
        </p:txBody>
      </p:sp>
      <p:sp>
        <p:nvSpPr>
          <p:cNvPr id="3" name="コンテンツ プレースホルダ 2"/>
          <p:cNvSpPr>
            <a:spLocks noGrp="1"/>
          </p:cNvSpPr>
          <p:nvPr>
            <p:ph idx="1"/>
          </p:nvPr>
        </p:nvSpPr>
        <p:spPr>
          <a:xfrm>
            <a:off x="495300" y="1600201"/>
            <a:ext cx="8915400" cy="4525963"/>
          </a:xfrm>
          <a:prstGeom prst="rect">
            <a:avLst/>
          </a:prstGeom>
        </p:spPr>
        <p:txBody>
          <a:bodyPr/>
          <a:lstStyle/>
          <a:p>
            <a:pPr lvl="0"/>
            <a:r>
              <a:rPr kumimoji="1" lang="ja-JP" altLang="en-US"/>
              <a:t>マスタ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 3"/>
          <p:cNvSpPr>
            <a:spLocks noGrp="1"/>
          </p:cNvSpPr>
          <p:nvPr>
            <p:ph type="dt" sz="half" idx="10"/>
          </p:nvPr>
        </p:nvSpPr>
        <p:spPr/>
        <p:txBody>
          <a:bodyPr/>
          <a:lstStyle/>
          <a:p>
            <a:fld id="{22064A63-54DC-4F0A-84AB-53668F1114D2}" type="datetime1">
              <a:rPr kumimoji="1" lang="ja-JP" altLang="en-US" smtClean="0"/>
              <a:pPr/>
              <a:t>2026/5/20</a:t>
            </a:fld>
            <a:endParaRPr kumimoji="1" lang="ja-JP" altLang="en-US"/>
          </a:p>
        </p:txBody>
      </p:sp>
      <p:sp>
        <p:nvSpPr>
          <p:cNvPr id="5" name="フッター プレースホルダ 4"/>
          <p:cNvSpPr>
            <a:spLocks noGrp="1"/>
          </p:cNvSpPr>
          <p:nvPr>
            <p:ph type="ftr" sz="quarter" idx="11"/>
          </p:nvPr>
        </p:nvSpPr>
        <p:spPr/>
        <p:txBody>
          <a:bodyPr/>
          <a:lstStyle/>
          <a:p>
            <a:endParaRPr kumimoji="1" lang="ja-JP" altLang="en-US"/>
          </a:p>
        </p:txBody>
      </p:sp>
      <p:sp>
        <p:nvSpPr>
          <p:cNvPr id="6" name="スライド番号プレースホルダ 5"/>
          <p:cNvSpPr>
            <a:spLocks noGrp="1"/>
          </p:cNvSpPr>
          <p:nvPr>
            <p:ph type="sldNum" sz="quarter" idx="12"/>
          </p:nvPr>
        </p:nvSpPr>
        <p:spPr/>
        <p:txBody>
          <a:bodyPr/>
          <a:lstStyle/>
          <a:p>
            <a:fld id="{723687FF-647B-4F7E-A20E-637EB01FA9DF}" type="slidenum">
              <a:rPr kumimoji="1" lang="ja-JP" altLang="en-US" smtClean="0"/>
              <a:pPr/>
              <a:t>‹#›</a:t>
            </a:fld>
            <a:endParaRPr kumimoji="1" lang="ja-JP" alt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セクション見出し">
    <p:spTree>
      <p:nvGrpSpPr>
        <p:cNvPr id="1" name=""/>
        <p:cNvGrpSpPr/>
        <p:nvPr/>
      </p:nvGrpSpPr>
      <p:grpSpPr>
        <a:xfrm>
          <a:off x="0" y="0"/>
          <a:ext cx="0" cy="0"/>
          <a:chOff x="0" y="0"/>
          <a:chExt cx="0" cy="0"/>
        </a:xfrm>
      </p:grpSpPr>
      <p:sp>
        <p:nvSpPr>
          <p:cNvPr id="2" name="タイトル 1"/>
          <p:cNvSpPr>
            <a:spLocks noGrp="1"/>
          </p:cNvSpPr>
          <p:nvPr>
            <p:ph type="title"/>
          </p:nvPr>
        </p:nvSpPr>
        <p:spPr>
          <a:xfrm>
            <a:off x="782506" y="4406901"/>
            <a:ext cx="8420100" cy="1362075"/>
          </a:xfrm>
          <a:prstGeom prst="rect">
            <a:avLst/>
          </a:prstGeom>
        </p:spPr>
        <p:txBody>
          <a:bodyPr anchor="t"/>
          <a:lstStyle>
            <a:lvl1pPr algn="l">
              <a:defRPr sz="4000" b="1" cap="all"/>
            </a:lvl1pPr>
          </a:lstStyle>
          <a:p>
            <a:r>
              <a:rPr kumimoji="1" lang="ja-JP" altLang="en-US"/>
              <a:t>マスタ タイトルの書式設定</a:t>
            </a:r>
          </a:p>
        </p:txBody>
      </p:sp>
      <p:sp>
        <p:nvSpPr>
          <p:cNvPr id="3" name="テキスト プレースホルダ 2"/>
          <p:cNvSpPr>
            <a:spLocks noGrp="1"/>
          </p:cNvSpPr>
          <p:nvPr>
            <p:ph type="body" idx="1"/>
          </p:nvPr>
        </p:nvSpPr>
        <p:spPr>
          <a:xfrm>
            <a:off x="782506" y="2906713"/>
            <a:ext cx="8420100" cy="1500187"/>
          </a:xfrm>
          <a:prstGeom prst="rect">
            <a:avLst/>
          </a:prstGeo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kumimoji="1" lang="ja-JP" altLang="en-US"/>
              <a:t>マスタ テキストの書式設定</a:t>
            </a:r>
          </a:p>
        </p:txBody>
      </p:sp>
      <p:sp>
        <p:nvSpPr>
          <p:cNvPr id="4" name="日付プレースホルダ 3"/>
          <p:cNvSpPr>
            <a:spLocks noGrp="1"/>
          </p:cNvSpPr>
          <p:nvPr>
            <p:ph type="dt" sz="half" idx="10"/>
          </p:nvPr>
        </p:nvSpPr>
        <p:spPr/>
        <p:txBody>
          <a:bodyPr/>
          <a:lstStyle/>
          <a:p>
            <a:fld id="{0FD4A45F-A8A8-4DDE-B673-AED63056AB36}" type="datetime1">
              <a:rPr kumimoji="1" lang="ja-JP" altLang="en-US" smtClean="0"/>
              <a:pPr/>
              <a:t>2026/5/20</a:t>
            </a:fld>
            <a:endParaRPr kumimoji="1" lang="ja-JP" altLang="en-US"/>
          </a:p>
        </p:txBody>
      </p:sp>
      <p:sp>
        <p:nvSpPr>
          <p:cNvPr id="5" name="フッター プレースホルダ 4"/>
          <p:cNvSpPr>
            <a:spLocks noGrp="1"/>
          </p:cNvSpPr>
          <p:nvPr>
            <p:ph type="ftr" sz="quarter" idx="11"/>
          </p:nvPr>
        </p:nvSpPr>
        <p:spPr/>
        <p:txBody>
          <a:bodyPr/>
          <a:lstStyle/>
          <a:p>
            <a:endParaRPr kumimoji="1" lang="ja-JP" altLang="en-US"/>
          </a:p>
        </p:txBody>
      </p:sp>
      <p:sp>
        <p:nvSpPr>
          <p:cNvPr id="6" name="スライド番号プレースホルダ 5"/>
          <p:cNvSpPr>
            <a:spLocks noGrp="1"/>
          </p:cNvSpPr>
          <p:nvPr>
            <p:ph type="sldNum" sz="quarter" idx="12"/>
          </p:nvPr>
        </p:nvSpPr>
        <p:spPr/>
        <p:txBody>
          <a:bodyPr/>
          <a:lstStyle/>
          <a:p>
            <a:fld id="{723687FF-647B-4F7E-A20E-637EB01FA9DF}" type="slidenum">
              <a:rPr kumimoji="1" lang="ja-JP" altLang="en-US" smtClean="0"/>
              <a:pPr/>
              <a:t>‹#›</a:t>
            </a:fld>
            <a:endParaRPr kumimoji="1" lang="ja-JP" alt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2 つのコンテンツ">
    <p:spTree>
      <p:nvGrpSpPr>
        <p:cNvPr id="1" name=""/>
        <p:cNvGrpSpPr/>
        <p:nvPr/>
      </p:nvGrpSpPr>
      <p:grpSpPr>
        <a:xfrm>
          <a:off x="0" y="0"/>
          <a:ext cx="0" cy="0"/>
          <a:chOff x="0" y="0"/>
          <a:chExt cx="0" cy="0"/>
        </a:xfrm>
      </p:grpSpPr>
      <p:sp>
        <p:nvSpPr>
          <p:cNvPr id="2" name="タイトル 1"/>
          <p:cNvSpPr>
            <a:spLocks noGrp="1"/>
          </p:cNvSpPr>
          <p:nvPr>
            <p:ph type="title"/>
          </p:nvPr>
        </p:nvSpPr>
        <p:spPr>
          <a:xfrm>
            <a:off x="495300" y="274638"/>
            <a:ext cx="8915400" cy="1143000"/>
          </a:xfrm>
          <a:prstGeom prst="rect">
            <a:avLst/>
          </a:prstGeom>
        </p:spPr>
        <p:txBody>
          <a:bodyPr/>
          <a:lstStyle/>
          <a:p>
            <a:r>
              <a:rPr kumimoji="1" lang="ja-JP" altLang="en-US"/>
              <a:t>マスタ タイトルの書式設定</a:t>
            </a:r>
          </a:p>
        </p:txBody>
      </p:sp>
      <p:sp>
        <p:nvSpPr>
          <p:cNvPr id="3" name="コンテンツ プレースホルダ 2"/>
          <p:cNvSpPr>
            <a:spLocks noGrp="1"/>
          </p:cNvSpPr>
          <p:nvPr>
            <p:ph sz="half" idx="1"/>
          </p:nvPr>
        </p:nvSpPr>
        <p:spPr>
          <a:xfrm>
            <a:off x="536575" y="1600201"/>
            <a:ext cx="4746625" cy="4525963"/>
          </a:xfrm>
          <a:prstGeom prst="rect">
            <a:avLst/>
          </a:prstGeo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kumimoji="1" lang="ja-JP" altLang="en-US"/>
              <a:t>マスタ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コンテンツ プレースホルダ 3"/>
          <p:cNvSpPr>
            <a:spLocks noGrp="1"/>
          </p:cNvSpPr>
          <p:nvPr>
            <p:ph sz="half" idx="2"/>
          </p:nvPr>
        </p:nvSpPr>
        <p:spPr>
          <a:xfrm>
            <a:off x="5448300" y="1600201"/>
            <a:ext cx="4746625" cy="4525963"/>
          </a:xfrm>
          <a:prstGeom prst="rect">
            <a:avLst/>
          </a:prstGeo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kumimoji="1" lang="ja-JP" altLang="en-US"/>
              <a:t>マスタ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5" name="日付プレースホルダ 4"/>
          <p:cNvSpPr>
            <a:spLocks noGrp="1"/>
          </p:cNvSpPr>
          <p:nvPr>
            <p:ph type="dt" sz="half" idx="10"/>
          </p:nvPr>
        </p:nvSpPr>
        <p:spPr/>
        <p:txBody>
          <a:bodyPr/>
          <a:lstStyle/>
          <a:p>
            <a:fld id="{A35F025A-80F9-47C5-83D6-D2A5A3B97719}" type="datetime1">
              <a:rPr kumimoji="1" lang="ja-JP" altLang="en-US" smtClean="0"/>
              <a:pPr/>
              <a:t>2026/5/20</a:t>
            </a:fld>
            <a:endParaRPr kumimoji="1" lang="ja-JP" altLang="en-US"/>
          </a:p>
        </p:txBody>
      </p:sp>
      <p:sp>
        <p:nvSpPr>
          <p:cNvPr id="6" name="フッター プレースホルダ 5"/>
          <p:cNvSpPr>
            <a:spLocks noGrp="1"/>
          </p:cNvSpPr>
          <p:nvPr>
            <p:ph type="ftr" sz="quarter" idx="11"/>
          </p:nvPr>
        </p:nvSpPr>
        <p:spPr/>
        <p:txBody>
          <a:bodyPr/>
          <a:lstStyle/>
          <a:p>
            <a:endParaRPr kumimoji="1" lang="ja-JP" altLang="en-US"/>
          </a:p>
        </p:txBody>
      </p:sp>
      <p:sp>
        <p:nvSpPr>
          <p:cNvPr id="7" name="スライド番号プレースホルダ 6"/>
          <p:cNvSpPr>
            <a:spLocks noGrp="1"/>
          </p:cNvSpPr>
          <p:nvPr>
            <p:ph type="sldNum" sz="quarter" idx="12"/>
          </p:nvPr>
        </p:nvSpPr>
        <p:spPr/>
        <p:txBody>
          <a:bodyPr/>
          <a:lstStyle/>
          <a:p>
            <a:fld id="{723687FF-647B-4F7E-A20E-637EB01FA9DF}" type="slidenum">
              <a:rPr kumimoji="1" lang="ja-JP" altLang="en-US" smtClean="0"/>
              <a:pPr/>
              <a:t>‹#›</a:t>
            </a:fld>
            <a:endParaRPr kumimoji="1" lang="ja-JP" alt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比較">
    <p:spTree>
      <p:nvGrpSpPr>
        <p:cNvPr id="1" name=""/>
        <p:cNvGrpSpPr/>
        <p:nvPr/>
      </p:nvGrpSpPr>
      <p:grpSpPr>
        <a:xfrm>
          <a:off x="0" y="0"/>
          <a:ext cx="0" cy="0"/>
          <a:chOff x="0" y="0"/>
          <a:chExt cx="0" cy="0"/>
        </a:xfrm>
      </p:grpSpPr>
      <p:sp>
        <p:nvSpPr>
          <p:cNvPr id="2" name="タイトル 1"/>
          <p:cNvSpPr>
            <a:spLocks noGrp="1"/>
          </p:cNvSpPr>
          <p:nvPr>
            <p:ph type="title"/>
          </p:nvPr>
        </p:nvSpPr>
        <p:spPr>
          <a:xfrm>
            <a:off x="495300" y="274638"/>
            <a:ext cx="8915400" cy="1143000"/>
          </a:xfrm>
          <a:prstGeom prst="rect">
            <a:avLst/>
          </a:prstGeom>
        </p:spPr>
        <p:txBody>
          <a:bodyPr/>
          <a:lstStyle>
            <a:lvl1pPr>
              <a:defRPr/>
            </a:lvl1pPr>
          </a:lstStyle>
          <a:p>
            <a:r>
              <a:rPr kumimoji="1" lang="ja-JP" altLang="en-US"/>
              <a:t>マスタ タイトルの書式設定</a:t>
            </a:r>
          </a:p>
        </p:txBody>
      </p:sp>
      <p:sp>
        <p:nvSpPr>
          <p:cNvPr id="3" name="テキスト プレースホルダ 2"/>
          <p:cNvSpPr>
            <a:spLocks noGrp="1"/>
          </p:cNvSpPr>
          <p:nvPr>
            <p:ph type="body" idx="1"/>
          </p:nvPr>
        </p:nvSpPr>
        <p:spPr>
          <a:xfrm>
            <a:off x="495300" y="1535113"/>
            <a:ext cx="4376870" cy="639762"/>
          </a:xfrm>
          <a:prstGeom prst="rect">
            <a:avLst/>
          </a:prstGeo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kumimoji="1" lang="ja-JP" altLang="en-US"/>
              <a:t>マスタ テキストの書式設定</a:t>
            </a:r>
          </a:p>
        </p:txBody>
      </p:sp>
      <p:sp>
        <p:nvSpPr>
          <p:cNvPr id="4" name="コンテンツ プレースホルダ 3"/>
          <p:cNvSpPr>
            <a:spLocks noGrp="1"/>
          </p:cNvSpPr>
          <p:nvPr>
            <p:ph sz="half" idx="2"/>
          </p:nvPr>
        </p:nvSpPr>
        <p:spPr>
          <a:xfrm>
            <a:off x="495300" y="2174875"/>
            <a:ext cx="4376870" cy="3951288"/>
          </a:xfrm>
          <a:prstGeom prst="rect">
            <a:avLst/>
          </a:prstGeo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kumimoji="1" lang="ja-JP" altLang="en-US"/>
              <a:t>マスタ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5" name="テキスト プレースホルダ 4"/>
          <p:cNvSpPr>
            <a:spLocks noGrp="1"/>
          </p:cNvSpPr>
          <p:nvPr>
            <p:ph type="body" sz="quarter" idx="3"/>
          </p:nvPr>
        </p:nvSpPr>
        <p:spPr>
          <a:xfrm>
            <a:off x="5032111" y="1535113"/>
            <a:ext cx="4378590" cy="639762"/>
          </a:xfrm>
          <a:prstGeom prst="rect">
            <a:avLst/>
          </a:prstGeo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kumimoji="1" lang="ja-JP" altLang="en-US"/>
              <a:t>マスタ テキストの書式設定</a:t>
            </a:r>
          </a:p>
        </p:txBody>
      </p:sp>
      <p:sp>
        <p:nvSpPr>
          <p:cNvPr id="6" name="コンテンツ プレースホルダ 5"/>
          <p:cNvSpPr>
            <a:spLocks noGrp="1"/>
          </p:cNvSpPr>
          <p:nvPr>
            <p:ph sz="quarter" idx="4"/>
          </p:nvPr>
        </p:nvSpPr>
        <p:spPr>
          <a:xfrm>
            <a:off x="5032111" y="2174875"/>
            <a:ext cx="4378590" cy="3951288"/>
          </a:xfrm>
          <a:prstGeom prst="rect">
            <a:avLst/>
          </a:prstGeo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kumimoji="1" lang="ja-JP" altLang="en-US"/>
              <a:t>マスタ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7" name="日付プレースホルダ 6"/>
          <p:cNvSpPr>
            <a:spLocks noGrp="1"/>
          </p:cNvSpPr>
          <p:nvPr>
            <p:ph type="dt" sz="half" idx="10"/>
          </p:nvPr>
        </p:nvSpPr>
        <p:spPr/>
        <p:txBody>
          <a:bodyPr/>
          <a:lstStyle/>
          <a:p>
            <a:fld id="{0A49BD1E-31C5-4520-B82E-04337BC9ED08}" type="datetime1">
              <a:rPr kumimoji="1" lang="ja-JP" altLang="en-US" smtClean="0"/>
              <a:pPr/>
              <a:t>2026/5/20</a:t>
            </a:fld>
            <a:endParaRPr kumimoji="1" lang="ja-JP" altLang="en-US"/>
          </a:p>
        </p:txBody>
      </p:sp>
      <p:sp>
        <p:nvSpPr>
          <p:cNvPr id="8" name="フッター プレースホルダ 7"/>
          <p:cNvSpPr>
            <a:spLocks noGrp="1"/>
          </p:cNvSpPr>
          <p:nvPr>
            <p:ph type="ftr" sz="quarter" idx="11"/>
          </p:nvPr>
        </p:nvSpPr>
        <p:spPr/>
        <p:txBody>
          <a:bodyPr/>
          <a:lstStyle/>
          <a:p>
            <a:endParaRPr kumimoji="1" lang="ja-JP" altLang="en-US"/>
          </a:p>
        </p:txBody>
      </p:sp>
      <p:sp>
        <p:nvSpPr>
          <p:cNvPr id="9" name="スライド番号プレースホルダ 8"/>
          <p:cNvSpPr>
            <a:spLocks noGrp="1"/>
          </p:cNvSpPr>
          <p:nvPr>
            <p:ph type="sldNum" sz="quarter" idx="12"/>
          </p:nvPr>
        </p:nvSpPr>
        <p:spPr/>
        <p:txBody>
          <a:bodyPr/>
          <a:lstStyle/>
          <a:p>
            <a:fld id="{723687FF-647B-4F7E-A20E-637EB01FA9DF}" type="slidenum">
              <a:rPr kumimoji="1" lang="ja-JP" altLang="en-US" smtClean="0"/>
              <a:pPr/>
              <a:t>‹#›</a:t>
            </a:fld>
            <a:endParaRPr kumimoji="1" lang="ja-JP" alt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タイトルのみ">
    <p:spTree>
      <p:nvGrpSpPr>
        <p:cNvPr id="1" name=""/>
        <p:cNvGrpSpPr/>
        <p:nvPr/>
      </p:nvGrpSpPr>
      <p:grpSpPr>
        <a:xfrm>
          <a:off x="0" y="0"/>
          <a:ext cx="0" cy="0"/>
          <a:chOff x="0" y="0"/>
          <a:chExt cx="0" cy="0"/>
        </a:xfrm>
      </p:grpSpPr>
      <p:sp>
        <p:nvSpPr>
          <p:cNvPr id="2" name="タイトル 1"/>
          <p:cNvSpPr>
            <a:spLocks noGrp="1"/>
          </p:cNvSpPr>
          <p:nvPr>
            <p:ph type="title"/>
          </p:nvPr>
        </p:nvSpPr>
        <p:spPr>
          <a:xfrm>
            <a:off x="495300" y="274638"/>
            <a:ext cx="8915400" cy="1143000"/>
          </a:xfrm>
          <a:prstGeom prst="rect">
            <a:avLst/>
          </a:prstGeom>
        </p:spPr>
        <p:txBody>
          <a:bodyPr/>
          <a:lstStyle/>
          <a:p>
            <a:r>
              <a:rPr kumimoji="1" lang="ja-JP" altLang="en-US"/>
              <a:t>マスタ タイトルの書式設定</a:t>
            </a:r>
          </a:p>
        </p:txBody>
      </p:sp>
      <p:sp>
        <p:nvSpPr>
          <p:cNvPr id="3" name="日付プレースホルダ 2"/>
          <p:cNvSpPr>
            <a:spLocks noGrp="1"/>
          </p:cNvSpPr>
          <p:nvPr>
            <p:ph type="dt" sz="half" idx="10"/>
          </p:nvPr>
        </p:nvSpPr>
        <p:spPr/>
        <p:txBody>
          <a:bodyPr/>
          <a:lstStyle/>
          <a:p>
            <a:fld id="{638DA76A-BB70-46AD-B592-B57DADC28816}" type="datetime1">
              <a:rPr kumimoji="1" lang="ja-JP" altLang="en-US" smtClean="0"/>
              <a:pPr/>
              <a:t>2026/5/20</a:t>
            </a:fld>
            <a:endParaRPr kumimoji="1" lang="ja-JP" altLang="en-US"/>
          </a:p>
        </p:txBody>
      </p:sp>
      <p:sp>
        <p:nvSpPr>
          <p:cNvPr id="4" name="フッター プレースホルダ 3"/>
          <p:cNvSpPr>
            <a:spLocks noGrp="1"/>
          </p:cNvSpPr>
          <p:nvPr>
            <p:ph type="ftr" sz="quarter" idx="11"/>
          </p:nvPr>
        </p:nvSpPr>
        <p:spPr/>
        <p:txBody>
          <a:bodyPr/>
          <a:lstStyle/>
          <a:p>
            <a:endParaRPr kumimoji="1" lang="ja-JP" altLang="en-US"/>
          </a:p>
        </p:txBody>
      </p:sp>
      <p:sp>
        <p:nvSpPr>
          <p:cNvPr id="5" name="スライド番号プレースホルダ 4"/>
          <p:cNvSpPr>
            <a:spLocks noGrp="1"/>
          </p:cNvSpPr>
          <p:nvPr>
            <p:ph type="sldNum" sz="quarter" idx="12"/>
          </p:nvPr>
        </p:nvSpPr>
        <p:spPr/>
        <p:txBody>
          <a:bodyPr/>
          <a:lstStyle/>
          <a:p>
            <a:fld id="{723687FF-647B-4F7E-A20E-637EB01FA9DF}" type="slidenum">
              <a:rPr kumimoji="1" lang="ja-JP" altLang="en-US" smtClean="0"/>
              <a:pPr/>
              <a:t>‹#›</a:t>
            </a:fld>
            <a:endParaRPr kumimoji="1" lang="ja-JP" alt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白紙">
    <p:spTree>
      <p:nvGrpSpPr>
        <p:cNvPr id="1" name=""/>
        <p:cNvGrpSpPr/>
        <p:nvPr/>
      </p:nvGrpSpPr>
      <p:grpSpPr>
        <a:xfrm>
          <a:off x="0" y="0"/>
          <a:ext cx="0" cy="0"/>
          <a:chOff x="0" y="0"/>
          <a:chExt cx="0" cy="0"/>
        </a:xfrm>
      </p:grpSpPr>
      <p:sp>
        <p:nvSpPr>
          <p:cNvPr id="2" name="日付プレースホルダ 1"/>
          <p:cNvSpPr>
            <a:spLocks noGrp="1"/>
          </p:cNvSpPr>
          <p:nvPr>
            <p:ph type="dt" sz="half" idx="10"/>
          </p:nvPr>
        </p:nvSpPr>
        <p:spPr/>
        <p:txBody>
          <a:bodyPr/>
          <a:lstStyle/>
          <a:p>
            <a:fld id="{19297B68-78AE-4B40-9B77-32E3BBE4C65E}" type="datetime1">
              <a:rPr kumimoji="1" lang="ja-JP" altLang="en-US" smtClean="0"/>
              <a:pPr/>
              <a:t>2026/5/20</a:t>
            </a:fld>
            <a:endParaRPr kumimoji="1" lang="ja-JP" altLang="en-US"/>
          </a:p>
        </p:txBody>
      </p:sp>
      <p:sp>
        <p:nvSpPr>
          <p:cNvPr id="3" name="フッター プレースホルダ 2"/>
          <p:cNvSpPr>
            <a:spLocks noGrp="1"/>
          </p:cNvSpPr>
          <p:nvPr>
            <p:ph type="ftr" sz="quarter" idx="11"/>
          </p:nvPr>
        </p:nvSpPr>
        <p:spPr/>
        <p:txBody>
          <a:bodyPr/>
          <a:lstStyle/>
          <a:p>
            <a:endParaRPr kumimoji="1" lang="ja-JP" altLang="en-US"/>
          </a:p>
        </p:txBody>
      </p:sp>
      <p:sp>
        <p:nvSpPr>
          <p:cNvPr id="4" name="スライド番号プレースホルダ 3"/>
          <p:cNvSpPr>
            <a:spLocks noGrp="1"/>
          </p:cNvSpPr>
          <p:nvPr>
            <p:ph type="sldNum" sz="quarter" idx="12"/>
          </p:nvPr>
        </p:nvSpPr>
        <p:spPr/>
        <p:txBody>
          <a:bodyPr/>
          <a:lstStyle/>
          <a:p>
            <a:fld id="{723687FF-647B-4F7E-A20E-637EB01FA9DF}" type="slidenum">
              <a:rPr kumimoji="1" lang="ja-JP" altLang="en-US" smtClean="0"/>
              <a:pPr/>
              <a:t>‹#›</a:t>
            </a:fld>
            <a:endParaRPr kumimoji="1" lang="ja-JP" alt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タイトル付きのコンテンツ">
    <p:spTree>
      <p:nvGrpSpPr>
        <p:cNvPr id="1" name=""/>
        <p:cNvGrpSpPr/>
        <p:nvPr/>
      </p:nvGrpSpPr>
      <p:grpSpPr>
        <a:xfrm>
          <a:off x="0" y="0"/>
          <a:ext cx="0" cy="0"/>
          <a:chOff x="0" y="0"/>
          <a:chExt cx="0" cy="0"/>
        </a:xfrm>
      </p:grpSpPr>
      <p:sp>
        <p:nvSpPr>
          <p:cNvPr id="2" name="タイトル 1"/>
          <p:cNvSpPr>
            <a:spLocks noGrp="1"/>
          </p:cNvSpPr>
          <p:nvPr>
            <p:ph type="title"/>
          </p:nvPr>
        </p:nvSpPr>
        <p:spPr>
          <a:xfrm>
            <a:off x="495300" y="273050"/>
            <a:ext cx="3259006" cy="1162050"/>
          </a:xfrm>
          <a:prstGeom prst="rect">
            <a:avLst/>
          </a:prstGeom>
        </p:spPr>
        <p:txBody>
          <a:bodyPr anchor="b"/>
          <a:lstStyle>
            <a:lvl1pPr algn="l">
              <a:defRPr sz="2000" b="1"/>
            </a:lvl1pPr>
          </a:lstStyle>
          <a:p>
            <a:r>
              <a:rPr kumimoji="1" lang="ja-JP" altLang="en-US"/>
              <a:t>マスタ タイトルの書式設定</a:t>
            </a:r>
          </a:p>
        </p:txBody>
      </p:sp>
      <p:sp>
        <p:nvSpPr>
          <p:cNvPr id="3" name="コンテンツ プレースホルダ 2"/>
          <p:cNvSpPr>
            <a:spLocks noGrp="1"/>
          </p:cNvSpPr>
          <p:nvPr>
            <p:ph idx="1"/>
          </p:nvPr>
        </p:nvSpPr>
        <p:spPr>
          <a:xfrm>
            <a:off x="3872971" y="273051"/>
            <a:ext cx="5537729" cy="5853113"/>
          </a:xfrm>
          <a:prstGeom prst="rect">
            <a:avLst/>
          </a:prstGeo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kumimoji="1" lang="ja-JP" altLang="en-US"/>
              <a:t>マスタ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テキスト プレースホルダ 3"/>
          <p:cNvSpPr>
            <a:spLocks noGrp="1"/>
          </p:cNvSpPr>
          <p:nvPr>
            <p:ph type="body" sz="half" idx="2"/>
          </p:nvPr>
        </p:nvSpPr>
        <p:spPr>
          <a:xfrm>
            <a:off x="495300" y="1435101"/>
            <a:ext cx="3259006" cy="4691063"/>
          </a:xfrm>
          <a:prstGeom prst="rect">
            <a:avLst/>
          </a:prstGeo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kumimoji="1" lang="ja-JP" altLang="en-US"/>
              <a:t>マスタ テキストの書式設定</a:t>
            </a:r>
          </a:p>
        </p:txBody>
      </p:sp>
      <p:sp>
        <p:nvSpPr>
          <p:cNvPr id="5" name="日付プレースホルダ 4"/>
          <p:cNvSpPr>
            <a:spLocks noGrp="1"/>
          </p:cNvSpPr>
          <p:nvPr>
            <p:ph type="dt" sz="half" idx="10"/>
          </p:nvPr>
        </p:nvSpPr>
        <p:spPr/>
        <p:txBody>
          <a:bodyPr/>
          <a:lstStyle/>
          <a:p>
            <a:fld id="{5581A2F7-89F4-4CBB-9F6E-BD9D54E64EE6}" type="datetime1">
              <a:rPr kumimoji="1" lang="ja-JP" altLang="en-US" smtClean="0"/>
              <a:pPr/>
              <a:t>2026/5/20</a:t>
            </a:fld>
            <a:endParaRPr kumimoji="1" lang="ja-JP" altLang="en-US"/>
          </a:p>
        </p:txBody>
      </p:sp>
      <p:sp>
        <p:nvSpPr>
          <p:cNvPr id="6" name="フッター プレースホルダ 5"/>
          <p:cNvSpPr>
            <a:spLocks noGrp="1"/>
          </p:cNvSpPr>
          <p:nvPr>
            <p:ph type="ftr" sz="quarter" idx="11"/>
          </p:nvPr>
        </p:nvSpPr>
        <p:spPr/>
        <p:txBody>
          <a:bodyPr/>
          <a:lstStyle/>
          <a:p>
            <a:endParaRPr kumimoji="1" lang="ja-JP" altLang="en-US"/>
          </a:p>
        </p:txBody>
      </p:sp>
      <p:sp>
        <p:nvSpPr>
          <p:cNvPr id="7" name="スライド番号プレースホルダ 6"/>
          <p:cNvSpPr>
            <a:spLocks noGrp="1"/>
          </p:cNvSpPr>
          <p:nvPr>
            <p:ph type="sldNum" sz="quarter" idx="12"/>
          </p:nvPr>
        </p:nvSpPr>
        <p:spPr/>
        <p:txBody>
          <a:bodyPr/>
          <a:lstStyle/>
          <a:p>
            <a:fld id="{723687FF-647B-4F7E-A20E-637EB01FA9DF}" type="slidenum">
              <a:rPr kumimoji="1" lang="ja-JP" altLang="en-US" smtClean="0"/>
              <a:pPr/>
              <a:t>‹#›</a:t>
            </a:fld>
            <a:endParaRPr kumimoji="1" lang="ja-JP" alt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タイトル付きの図">
    <p:spTree>
      <p:nvGrpSpPr>
        <p:cNvPr id="1" name=""/>
        <p:cNvGrpSpPr/>
        <p:nvPr/>
      </p:nvGrpSpPr>
      <p:grpSpPr>
        <a:xfrm>
          <a:off x="0" y="0"/>
          <a:ext cx="0" cy="0"/>
          <a:chOff x="0" y="0"/>
          <a:chExt cx="0" cy="0"/>
        </a:xfrm>
      </p:grpSpPr>
      <p:sp>
        <p:nvSpPr>
          <p:cNvPr id="2" name="タイトル 1"/>
          <p:cNvSpPr>
            <a:spLocks noGrp="1"/>
          </p:cNvSpPr>
          <p:nvPr>
            <p:ph type="title"/>
          </p:nvPr>
        </p:nvSpPr>
        <p:spPr>
          <a:xfrm>
            <a:off x="1941645" y="4800600"/>
            <a:ext cx="5943600" cy="566738"/>
          </a:xfrm>
          <a:prstGeom prst="rect">
            <a:avLst/>
          </a:prstGeom>
        </p:spPr>
        <p:txBody>
          <a:bodyPr anchor="b"/>
          <a:lstStyle>
            <a:lvl1pPr algn="l">
              <a:defRPr sz="2000" b="1"/>
            </a:lvl1pPr>
          </a:lstStyle>
          <a:p>
            <a:r>
              <a:rPr kumimoji="1" lang="ja-JP" altLang="en-US"/>
              <a:t>マスタ タイトルの書式設定</a:t>
            </a:r>
          </a:p>
        </p:txBody>
      </p:sp>
      <p:sp>
        <p:nvSpPr>
          <p:cNvPr id="3" name="図プレースホルダ 2"/>
          <p:cNvSpPr>
            <a:spLocks noGrp="1"/>
          </p:cNvSpPr>
          <p:nvPr>
            <p:ph type="pic" idx="1"/>
          </p:nvPr>
        </p:nvSpPr>
        <p:spPr>
          <a:xfrm>
            <a:off x="1941645" y="612775"/>
            <a:ext cx="5943600" cy="4114800"/>
          </a:xfrm>
          <a:prstGeom prst="rect">
            <a:avLst/>
          </a:prstGeo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kumimoji="1" lang="ja-JP" altLang="en-US"/>
          </a:p>
        </p:txBody>
      </p:sp>
      <p:sp>
        <p:nvSpPr>
          <p:cNvPr id="4" name="テキスト プレースホルダ 3"/>
          <p:cNvSpPr>
            <a:spLocks noGrp="1"/>
          </p:cNvSpPr>
          <p:nvPr>
            <p:ph type="body" sz="half" idx="2"/>
          </p:nvPr>
        </p:nvSpPr>
        <p:spPr>
          <a:xfrm>
            <a:off x="1941645" y="5367338"/>
            <a:ext cx="5943600" cy="804862"/>
          </a:xfrm>
          <a:prstGeom prst="rect">
            <a:avLst/>
          </a:prstGeo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kumimoji="1" lang="ja-JP" altLang="en-US"/>
              <a:t>マスタ テキストの書式設定</a:t>
            </a:r>
          </a:p>
        </p:txBody>
      </p:sp>
      <p:sp>
        <p:nvSpPr>
          <p:cNvPr id="5" name="日付プレースホルダ 4"/>
          <p:cNvSpPr>
            <a:spLocks noGrp="1"/>
          </p:cNvSpPr>
          <p:nvPr>
            <p:ph type="dt" sz="half" idx="10"/>
          </p:nvPr>
        </p:nvSpPr>
        <p:spPr/>
        <p:txBody>
          <a:bodyPr/>
          <a:lstStyle/>
          <a:p>
            <a:fld id="{3F0CFBB6-5FCD-4CD1-A658-5A106B94C497}" type="datetime1">
              <a:rPr kumimoji="1" lang="ja-JP" altLang="en-US" smtClean="0"/>
              <a:pPr/>
              <a:t>2026/5/20</a:t>
            </a:fld>
            <a:endParaRPr kumimoji="1" lang="ja-JP" altLang="en-US"/>
          </a:p>
        </p:txBody>
      </p:sp>
      <p:sp>
        <p:nvSpPr>
          <p:cNvPr id="6" name="フッター プレースホルダ 5"/>
          <p:cNvSpPr>
            <a:spLocks noGrp="1"/>
          </p:cNvSpPr>
          <p:nvPr>
            <p:ph type="ftr" sz="quarter" idx="11"/>
          </p:nvPr>
        </p:nvSpPr>
        <p:spPr/>
        <p:txBody>
          <a:bodyPr/>
          <a:lstStyle/>
          <a:p>
            <a:endParaRPr kumimoji="1" lang="ja-JP" altLang="en-US"/>
          </a:p>
        </p:txBody>
      </p:sp>
      <p:sp>
        <p:nvSpPr>
          <p:cNvPr id="7" name="スライド番号プレースホルダ 6"/>
          <p:cNvSpPr>
            <a:spLocks noGrp="1"/>
          </p:cNvSpPr>
          <p:nvPr>
            <p:ph type="sldNum" sz="quarter" idx="12"/>
          </p:nvPr>
        </p:nvSpPr>
        <p:spPr/>
        <p:txBody>
          <a:bodyPr/>
          <a:lstStyle/>
          <a:p>
            <a:fld id="{723687FF-647B-4F7E-A20E-637EB01FA9DF}" type="slidenum">
              <a:rPr kumimoji="1" lang="ja-JP" altLang="en-US" smtClean="0"/>
              <a:pPr/>
              <a:t>‹#›</a:t>
            </a:fld>
            <a:endParaRPr kumimoji="1" lang="ja-JP" alt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タイトルと縦書きテキスト">
    <p:spTree>
      <p:nvGrpSpPr>
        <p:cNvPr id="1" name=""/>
        <p:cNvGrpSpPr/>
        <p:nvPr/>
      </p:nvGrpSpPr>
      <p:grpSpPr>
        <a:xfrm>
          <a:off x="0" y="0"/>
          <a:ext cx="0" cy="0"/>
          <a:chOff x="0" y="0"/>
          <a:chExt cx="0" cy="0"/>
        </a:xfrm>
      </p:grpSpPr>
      <p:sp>
        <p:nvSpPr>
          <p:cNvPr id="2" name="タイトル 1"/>
          <p:cNvSpPr>
            <a:spLocks noGrp="1"/>
          </p:cNvSpPr>
          <p:nvPr>
            <p:ph type="title"/>
          </p:nvPr>
        </p:nvSpPr>
        <p:spPr>
          <a:xfrm>
            <a:off x="495300" y="274638"/>
            <a:ext cx="8915400" cy="1143000"/>
          </a:xfrm>
          <a:prstGeom prst="rect">
            <a:avLst/>
          </a:prstGeom>
        </p:spPr>
        <p:txBody>
          <a:bodyPr/>
          <a:lstStyle/>
          <a:p>
            <a:r>
              <a:rPr kumimoji="1" lang="ja-JP" altLang="en-US"/>
              <a:t>マスタ タイトルの書式設定</a:t>
            </a:r>
          </a:p>
        </p:txBody>
      </p:sp>
      <p:sp>
        <p:nvSpPr>
          <p:cNvPr id="3" name="縦書きテキスト プレースホルダ 2"/>
          <p:cNvSpPr>
            <a:spLocks noGrp="1"/>
          </p:cNvSpPr>
          <p:nvPr>
            <p:ph type="body" orient="vert" idx="1"/>
          </p:nvPr>
        </p:nvSpPr>
        <p:spPr>
          <a:xfrm>
            <a:off x="495300" y="1600201"/>
            <a:ext cx="8915400" cy="4525963"/>
          </a:xfrm>
          <a:prstGeom prst="rect">
            <a:avLst/>
          </a:prstGeom>
        </p:spPr>
        <p:txBody>
          <a:bodyPr vert="eaVert"/>
          <a:lstStyle/>
          <a:p>
            <a:pPr lvl="0"/>
            <a:r>
              <a:rPr kumimoji="1" lang="ja-JP" altLang="en-US"/>
              <a:t>マスタ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 3"/>
          <p:cNvSpPr>
            <a:spLocks noGrp="1"/>
          </p:cNvSpPr>
          <p:nvPr>
            <p:ph type="dt" sz="half" idx="10"/>
          </p:nvPr>
        </p:nvSpPr>
        <p:spPr/>
        <p:txBody>
          <a:bodyPr/>
          <a:lstStyle/>
          <a:p>
            <a:fld id="{B0EC7A81-3346-464B-A479-530443E8B95D}" type="datetime1">
              <a:rPr kumimoji="1" lang="ja-JP" altLang="en-US" smtClean="0"/>
              <a:pPr/>
              <a:t>2026/5/20</a:t>
            </a:fld>
            <a:endParaRPr kumimoji="1" lang="ja-JP" altLang="en-US"/>
          </a:p>
        </p:txBody>
      </p:sp>
      <p:sp>
        <p:nvSpPr>
          <p:cNvPr id="5" name="フッター プレースホルダ 4"/>
          <p:cNvSpPr>
            <a:spLocks noGrp="1"/>
          </p:cNvSpPr>
          <p:nvPr>
            <p:ph type="ftr" sz="quarter" idx="11"/>
          </p:nvPr>
        </p:nvSpPr>
        <p:spPr/>
        <p:txBody>
          <a:bodyPr/>
          <a:lstStyle/>
          <a:p>
            <a:endParaRPr kumimoji="1" lang="ja-JP" altLang="en-US"/>
          </a:p>
        </p:txBody>
      </p:sp>
      <p:sp>
        <p:nvSpPr>
          <p:cNvPr id="6" name="スライド番号プレースホルダ 5"/>
          <p:cNvSpPr>
            <a:spLocks noGrp="1"/>
          </p:cNvSpPr>
          <p:nvPr>
            <p:ph type="sldNum" sz="quarter" idx="12"/>
          </p:nvPr>
        </p:nvSpPr>
        <p:spPr/>
        <p:txBody>
          <a:bodyPr/>
          <a:lstStyle/>
          <a:p>
            <a:fld id="{723687FF-647B-4F7E-A20E-637EB01FA9DF}" type="slidenum">
              <a:rPr kumimoji="1" lang="ja-JP" altLang="en-US" smtClean="0"/>
              <a:pPr/>
              <a:t>‹#›</a:t>
            </a:fld>
            <a:endParaRPr kumimoji="1" lang="ja-JP" alt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縦書きタイトルと縦書きテキスト">
    <p:spTree>
      <p:nvGrpSpPr>
        <p:cNvPr id="1" name=""/>
        <p:cNvGrpSpPr/>
        <p:nvPr/>
      </p:nvGrpSpPr>
      <p:grpSpPr>
        <a:xfrm>
          <a:off x="0" y="0"/>
          <a:ext cx="0" cy="0"/>
          <a:chOff x="0" y="0"/>
          <a:chExt cx="0" cy="0"/>
        </a:xfrm>
      </p:grpSpPr>
      <p:sp>
        <p:nvSpPr>
          <p:cNvPr id="2" name="縦書きタイトル 1"/>
          <p:cNvSpPr>
            <a:spLocks noGrp="1"/>
          </p:cNvSpPr>
          <p:nvPr>
            <p:ph type="title" orient="vert"/>
          </p:nvPr>
        </p:nvSpPr>
        <p:spPr>
          <a:xfrm>
            <a:off x="7780337" y="274639"/>
            <a:ext cx="2414588" cy="5851525"/>
          </a:xfrm>
          <a:prstGeom prst="rect">
            <a:avLst/>
          </a:prstGeom>
        </p:spPr>
        <p:txBody>
          <a:bodyPr vert="eaVert"/>
          <a:lstStyle/>
          <a:p>
            <a:r>
              <a:rPr kumimoji="1" lang="ja-JP" altLang="en-US"/>
              <a:t>マスタ タイトルの書式設定</a:t>
            </a:r>
          </a:p>
        </p:txBody>
      </p:sp>
      <p:sp>
        <p:nvSpPr>
          <p:cNvPr id="3" name="縦書きテキスト プレースホルダ 2"/>
          <p:cNvSpPr>
            <a:spLocks noGrp="1"/>
          </p:cNvSpPr>
          <p:nvPr>
            <p:ph type="body" orient="vert" idx="1"/>
          </p:nvPr>
        </p:nvSpPr>
        <p:spPr>
          <a:xfrm>
            <a:off x="536575" y="274639"/>
            <a:ext cx="7078663" cy="5851525"/>
          </a:xfrm>
          <a:prstGeom prst="rect">
            <a:avLst/>
          </a:prstGeom>
        </p:spPr>
        <p:txBody>
          <a:bodyPr vert="eaVert"/>
          <a:lstStyle/>
          <a:p>
            <a:pPr lvl="0"/>
            <a:r>
              <a:rPr kumimoji="1" lang="ja-JP" altLang="en-US"/>
              <a:t>マスタ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 3"/>
          <p:cNvSpPr>
            <a:spLocks noGrp="1"/>
          </p:cNvSpPr>
          <p:nvPr>
            <p:ph type="dt" sz="half" idx="10"/>
          </p:nvPr>
        </p:nvSpPr>
        <p:spPr/>
        <p:txBody>
          <a:bodyPr/>
          <a:lstStyle/>
          <a:p>
            <a:fld id="{CF472015-3E19-41F4-BCCA-3D5A7443FCC4}" type="datetime1">
              <a:rPr kumimoji="1" lang="ja-JP" altLang="en-US" smtClean="0"/>
              <a:pPr/>
              <a:t>2026/5/20</a:t>
            </a:fld>
            <a:endParaRPr kumimoji="1" lang="ja-JP" altLang="en-US"/>
          </a:p>
        </p:txBody>
      </p:sp>
      <p:sp>
        <p:nvSpPr>
          <p:cNvPr id="5" name="フッター プレースホルダ 4"/>
          <p:cNvSpPr>
            <a:spLocks noGrp="1"/>
          </p:cNvSpPr>
          <p:nvPr>
            <p:ph type="ftr" sz="quarter" idx="11"/>
          </p:nvPr>
        </p:nvSpPr>
        <p:spPr/>
        <p:txBody>
          <a:bodyPr/>
          <a:lstStyle/>
          <a:p>
            <a:endParaRPr kumimoji="1" lang="ja-JP" altLang="en-US"/>
          </a:p>
        </p:txBody>
      </p:sp>
      <p:sp>
        <p:nvSpPr>
          <p:cNvPr id="6" name="スライド番号プレースホルダ 5"/>
          <p:cNvSpPr>
            <a:spLocks noGrp="1"/>
          </p:cNvSpPr>
          <p:nvPr>
            <p:ph type="sldNum" sz="quarter" idx="12"/>
          </p:nvPr>
        </p:nvSpPr>
        <p:spPr/>
        <p:txBody>
          <a:bodyPr/>
          <a:lstStyle/>
          <a:p>
            <a:fld id="{723687FF-647B-4F7E-A20E-637EB01FA9DF}" type="slidenum">
              <a:rPr kumimoji="1" lang="ja-JP" altLang="en-US" smtClean="0"/>
              <a:pPr/>
              <a:t>‹#›</a:t>
            </a:fld>
            <a:endParaRPr kumimoji="1" lang="ja-JP" altLang="en-US"/>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1_縦書きタイトルと縦書きテキスト">
    <p:spTree>
      <p:nvGrpSpPr>
        <p:cNvPr id="1" name=""/>
        <p:cNvGrpSpPr/>
        <p:nvPr/>
      </p:nvGrpSpPr>
      <p:grpSpPr>
        <a:xfrm>
          <a:off x="0" y="0"/>
          <a:ext cx="0" cy="0"/>
          <a:chOff x="0" y="0"/>
          <a:chExt cx="0" cy="0"/>
        </a:xfrm>
      </p:grpSpPr>
      <p:sp>
        <p:nvSpPr>
          <p:cNvPr id="7" name="正方形/長方形 6"/>
          <p:cNvSpPr/>
          <p:nvPr userDrawn="1"/>
        </p:nvSpPr>
        <p:spPr>
          <a:xfrm>
            <a:off x="0" y="0"/>
            <a:ext cx="9906000" cy="6858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Tree>
    <p:extLst>
      <p:ext uri="{BB962C8B-B14F-4D97-AF65-F5344CB8AC3E}">
        <p14:creationId xmlns:p14="http://schemas.microsoft.com/office/powerpoint/2010/main" val="4260768592"/>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userDrawn="1">
  <p:cSld name="4_タイトルとコンテンツ">
    <p:spTree>
      <p:nvGrpSpPr>
        <p:cNvPr id="1" name=""/>
        <p:cNvGrpSpPr/>
        <p:nvPr/>
      </p:nvGrpSpPr>
      <p:grpSpPr>
        <a:xfrm>
          <a:off x="0" y="0"/>
          <a:ext cx="0" cy="0"/>
          <a:chOff x="0" y="0"/>
          <a:chExt cx="0" cy="0"/>
        </a:xfrm>
      </p:grpSpPr>
      <p:graphicFrame>
        <p:nvGraphicFramePr>
          <p:cNvPr id="26" name="表 25"/>
          <p:cNvGraphicFramePr>
            <a:graphicFrameLocks noGrp="1"/>
          </p:cNvGraphicFramePr>
          <p:nvPr userDrawn="1"/>
        </p:nvGraphicFramePr>
        <p:xfrm>
          <a:off x="2" y="727606"/>
          <a:ext cx="438463" cy="5882490"/>
        </p:xfrm>
        <a:graphic>
          <a:graphicData uri="http://schemas.openxmlformats.org/drawingml/2006/table">
            <a:tbl>
              <a:tblPr firstRow="1" bandRow="1">
                <a:tableStyleId>{5C22544A-7EE6-4342-B048-85BDC9FD1C3A}</a:tableStyleId>
              </a:tblPr>
              <a:tblGrid>
                <a:gridCol w="438463">
                  <a:extLst>
                    <a:ext uri="{9D8B030D-6E8A-4147-A177-3AD203B41FA5}">
                      <a16:colId xmlns:a16="http://schemas.microsoft.com/office/drawing/2014/main" val="2456847792"/>
                    </a:ext>
                  </a:extLst>
                </a:gridCol>
              </a:tblGrid>
              <a:tr h="980415">
                <a:tc>
                  <a:txBody>
                    <a:bodyPr/>
                    <a:lstStyle/>
                    <a:p>
                      <a:pPr algn="ctr"/>
                      <a:r>
                        <a:rPr kumimoji="1" lang="ja-JP" altLang="en-US" sz="1100" b="1" dirty="0">
                          <a:solidFill>
                            <a:schemeClr val="bg1"/>
                          </a:solidFill>
                        </a:rPr>
                        <a:t>①タイトル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1512206185"/>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②タイトル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2631667891"/>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③タイトル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627911894"/>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④タイトル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2091809632"/>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⑤タイトル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1750606519"/>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⑥タイトル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149417652"/>
                  </a:ext>
                </a:extLst>
              </a:tr>
            </a:tbl>
          </a:graphicData>
        </a:graphic>
      </p:graphicFrame>
      <p:sp>
        <p:nvSpPr>
          <p:cNvPr id="35" name="正方形/長方形 34"/>
          <p:cNvSpPr/>
          <p:nvPr userDrawn="1"/>
        </p:nvSpPr>
        <p:spPr>
          <a:xfrm>
            <a:off x="85256" y="1119975"/>
            <a:ext cx="267950" cy="5341188"/>
          </a:xfrm>
          <a:prstGeom prst="rect">
            <a:avLst/>
          </a:prstGeom>
          <a:solidFill>
            <a:srgbClr val="FF00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vert="eaVert" rtlCol="0" anchor="ctr"/>
          <a:lstStyle/>
          <a:p>
            <a:pPr algn="ctr"/>
            <a:r>
              <a:rPr kumimoji="1" lang="ja-JP" altLang="en-US" sz="1097" dirty="0"/>
              <a:t>こちらで変更します。</a:t>
            </a:r>
          </a:p>
        </p:txBody>
      </p:sp>
      <p:sp>
        <p:nvSpPr>
          <p:cNvPr id="8" name="正方形/長方形 7"/>
          <p:cNvSpPr/>
          <p:nvPr userDrawn="1"/>
        </p:nvSpPr>
        <p:spPr>
          <a:xfrm>
            <a:off x="0" y="6610097"/>
            <a:ext cx="9906000" cy="24765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097"/>
          </a:p>
        </p:txBody>
      </p:sp>
      <p:sp>
        <p:nvSpPr>
          <p:cNvPr id="7" name="Text Box 31"/>
          <p:cNvSpPr txBox="1">
            <a:spLocks noChangeArrowheads="1"/>
          </p:cNvSpPr>
          <p:nvPr userDrawn="1"/>
        </p:nvSpPr>
        <p:spPr bwMode="auto">
          <a:xfrm>
            <a:off x="42215" y="6580035"/>
            <a:ext cx="4206531" cy="223587"/>
          </a:xfrm>
          <a:prstGeom prst="rect">
            <a:avLst/>
          </a:prstGeom>
          <a:noFill/>
          <a:ln w="9525">
            <a:noFill/>
            <a:miter lim="800000"/>
            <a:headEnd/>
            <a:tailEnd/>
          </a:ln>
          <a:effectLst/>
        </p:spPr>
        <p:txBody>
          <a:bodyPr wrap="square">
            <a:spAutoFit/>
          </a:bodyPr>
          <a:lstStyle/>
          <a:p>
            <a:pPr>
              <a:defRPr/>
            </a:pPr>
            <a:r>
              <a:rPr lang="en-US" altLang="ja-JP" sz="853" b="1" dirty="0" err="1">
                <a:solidFill>
                  <a:schemeClr val="bg1"/>
                </a:solidFill>
                <a:latin typeface="Monotype Corsiva" pitchFamily="66" charset="0"/>
                <a:ea typeface="HGP創英角ｺﾞｼｯｸUB" pitchFamily="50" charset="-128"/>
              </a:rPr>
              <a:t>Copyright©Funai</a:t>
            </a:r>
            <a:r>
              <a:rPr lang="en-US" altLang="ja-JP" sz="853" b="1" dirty="0">
                <a:solidFill>
                  <a:schemeClr val="bg1"/>
                </a:solidFill>
                <a:latin typeface="Monotype Corsiva" pitchFamily="66" charset="0"/>
                <a:ea typeface="HGP創英角ｺﾞｼｯｸUB" pitchFamily="50" charset="-128"/>
              </a:rPr>
              <a:t> Consulting Incorporated </a:t>
            </a:r>
            <a:r>
              <a:rPr lang="ja-JP" altLang="en-US" sz="853" b="1" dirty="0">
                <a:solidFill>
                  <a:schemeClr val="bg1"/>
                </a:solidFill>
                <a:latin typeface="Monotype Corsiva" pitchFamily="66" charset="0"/>
                <a:ea typeface="HGP創英角ｺﾞｼｯｸUB" pitchFamily="50" charset="-128"/>
              </a:rPr>
              <a:t>　　（</a:t>
            </a:r>
            <a:r>
              <a:rPr lang="en-US" altLang="ja-JP" sz="853" b="1" dirty="0" err="1">
                <a:solidFill>
                  <a:schemeClr val="bg1"/>
                </a:solidFill>
                <a:latin typeface="Monotype Corsiva" pitchFamily="66" charset="0"/>
                <a:ea typeface="HGP創英角ｺﾞｼｯｸUB" pitchFamily="50" charset="-128"/>
              </a:rPr>
              <a:t>Funai</a:t>
            </a:r>
            <a:r>
              <a:rPr lang="en-US" altLang="ja-JP" sz="853" b="1" dirty="0">
                <a:solidFill>
                  <a:schemeClr val="bg1"/>
                </a:solidFill>
                <a:latin typeface="Monotype Corsiva" pitchFamily="66" charset="0"/>
                <a:ea typeface="HGP創英角ｺﾞｼｯｸUB" pitchFamily="50" charset="-128"/>
              </a:rPr>
              <a:t> Consulting</a:t>
            </a:r>
            <a:r>
              <a:rPr lang="ja-JP" altLang="en-US" sz="853" b="1" dirty="0">
                <a:solidFill>
                  <a:schemeClr val="bg1"/>
                </a:solidFill>
                <a:latin typeface="Monotype Corsiva" pitchFamily="66" charset="0"/>
                <a:ea typeface="HGP創英角ｺﾞｼｯｸUB" pitchFamily="50" charset="-128"/>
              </a:rPr>
              <a:t> </a:t>
            </a:r>
            <a:r>
              <a:rPr lang="en-US" altLang="ja-JP" sz="853" b="1" dirty="0">
                <a:solidFill>
                  <a:schemeClr val="bg1"/>
                </a:solidFill>
                <a:latin typeface="Monotype Corsiva" pitchFamily="66" charset="0"/>
                <a:ea typeface="HGP創英角ｺﾞｼｯｸUB" pitchFamily="50" charset="-128"/>
              </a:rPr>
              <a:t>Inc.</a:t>
            </a:r>
            <a:r>
              <a:rPr lang="ja-JP" altLang="en-US" sz="853" b="1" dirty="0">
                <a:solidFill>
                  <a:schemeClr val="bg1"/>
                </a:solidFill>
                <a:latin typeface="Monotype Corsiva" pitchFamily="66" charset="0"/>
                <a:ea typeface="HGP創英角ｺﾞｼｯｸUB" pitchFamily="50" charset="-128"/>
              </a:rPr>
              <a:t>）</a:t>
            </a:r>
            <a:endParaRPr lang="en-US" altLang="ja-JP" sz="853" b="1" dirty="0">
              <a:solidFill>
                <a:schemeClr val="bg1"/>
              </a:solidFill>
              <a:latin typeface="Monotype Corsiva" pitchFamily="66" charset="0"/>
              <a:ea typeface="HGP創英角ｺﾞｼｯｸUB" pitchFamily="50" charset="-128"/>
            </a:endParaRPr>
          </a:p>
        </p:txBody>
      </p:sp>
      <p:sp>
        <p:nvSpPr>
          <p:cNvPr id="12" name="スライド番号プレースホルダー 11"/>
          <p:cNvSpPr>
            <a:spLocks noGrp="1"/>
          </p:cNvSpPr>
          <p:nvPr>
            <p:ph type="sldNum" sz="quarter" idx="12"/>
          </p:nvPr>
        </p:nvSpPr>
        <p:spPr>
          <a:xfrm>
            <a:off x="7677150" y="6551364"/>
            <a:ext cx="2228850" cy="365125"/>
          </a:xfrm>
        </p:spPr>
        <p:txBody>
          <a:bodyPr/>
          <a:lstStyle>
            <a:lvl1pPr>
              <a:defRPr sz="975" b="1">
                <a:solidFill>
                  <a:schemeClr val="bg1"/>
                </a:solidFill>
              </a:defRPr>
            </a:lvl1pPr>
          </a:lstStyle>
          <a:p>
            <a:fld id="{85FC83C8-0BB2-4721-BA19-3C9CC69276E3}" type="slidenum">
              <a:rPr lang="ja-JP" altLang="en-US" smtClean="0"/>
              <a:pPr/>
              <a:t>‹#›</a:t>
            </a:fld>
            <a:endParaRPr lang="ja-JP" altLang="en-US"/>
          </a:p>
        </p:txBody>
      </p:sp>
      <p:sp>
        <p:nvSpPr>
          <p:cNvPr id="22" name="楕円 21"/>
          <p:cNvSpPr/>
          <p:nvPr userDrawn="1"/>
        </p:nvSpPr>
        <p:spPr>
          <a:xfrm>
            <a:off x="-2244326" y="-788766"/>
            <a:ext cx="14437221" cy="1759809"/>
          </a:xfrm>
          <a:prstGeom prst="ellipse">
            <a:avLst/>
          </a:prstGeom>
          <a:solidFill>
            <a:srgbClr val="8B945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097"/>
          </a:p>
        </p:txBody>
      </p:sp>
      <p:sp>
        <p:nvSpPr>
          <p:cNvPr id="24" name="タイトル 1"/>
          <p:cNvSpPr>
            <a:spLocks noGrp="1"/>
          </p:cNvSpPr>
          <p:nvPr>
            <p:ph type="title"/>
          </p:nvPr>
        </p:nvSpPr>
        <p:spPr>
          <a:xfrm>
            <a:off x="255770" y="245205"/>
            <a:ext cx="9378222" cy="605918"/>
          </a:xfrm>
        </p:spPr>
        <p:txBody>
          <a:bodyPr>
            <a:noAutofit/>
          </a:bodyPr>
          <a:lstStyle>
            <a:lvl1pPr algn="ctr">
              <a:defRPr sz="2925" b="1">
                <a:solidFill>
                  <a:schemeClr val="bg1"/>
                </a:solidFill>
              </a:defRPr>
            </a:lvl1pPr>
          </a:lstStyle>
          <a:p>
            <a:r>
              <a:rPr kumimoji="1" lang="ja-JP" altLang="en-US" dirty="0"/>
              <a:t>マスター タイトルの書式設定</a:t>
            </a:r>
          </a:p>
        </p:txBody>
      </p:sp>
      <p:sp>
        <p:nvSpPr>
          <p:cNvPr id="36" name="正方形/長方形 35"/>
          <p:cNvSpPr/>
          <p:nvPr userDrawn="1"/>
        </p:nvSpPr>
        <p:spPr>
          <a:xfrm>
            <a:off x="-2650779" y="-1508644"/>
            <a:ext cx="2642953" cy="3507698"/>
          </a:xfrm>
          <a:prstGeom prst="rect">
            <a:avLst/>
          </a:prstGeom>
          <a:solidFill>
            <a:srgbClr val="E6E6E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097"/>
          </a:p>
        </p:txBody>
      </p:sp>
      <p:sp>
        <p:nvSpPr>
          <p:cNvPr id="37" name="正方形/長方形 36"/>
          <p:cNvSpPr/>
          <p:nvPr userDrawn="1"/>
        </p:nvSpPr>
        <p:spPr>
          <a:xfrm>
            <a:off x="-200668" y="-3521490"/>
            <a:ext cx="11734664" cy="3507698"/>
          </a:xfrm>
          <a:prstGeom prst="rect">
            <a:avLst/>
          </a:prstGeom>
          <a:solidFill>
            <a:srgbClr val="E6E6E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097"/>
          </a:p>
        </p:txBody>
      </p:sp>
      <p:sp>
        <p:nvSpPr>
          <p:cNvPr id="38" name="正方形/長方形 37"/>
          <p:cNvSpPr/>
          <p:nvPr userDrawn="1"/>
        </p:nvSpPr>
        <p:spPr>
          <a:xfrm>
            <a:off x="9918182" y="-2387723"/>
            <a:ext cx="2642953" cy="3507698"/>
          </a:xfrm>
          <a:prstGeom prst="rect">
            <a:avLst/>
          </a:prstGeom>
          <a:solidFill>
            <a:srgbClr val="E6E6E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097"/>
          </a:p>
        </p:txBody>
      </p:sp>
      <p:sp>
        <p:nvSpPr>
          <p:cNvPr id="27" name="楕円 26"/>
          <p:cNvSpPr/>
          <p:nvPr userDrawn="1"/>
        </p:nvSpPr>
        <p:spPr>
          <a:xfrm>
            <a:off x="10081668" y="4975634"/>
            <a:ext cx="340519" cy="417363"/>
          </a:xfrm>
          <a:prstGeom prst="ellipse">
            <a:avLst/>
          </a:prstGeom>
          <a:solidFill>
            <a:srgbClr val="8B945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097"/>
          </a:p>
        </p:txBody>
      </p:sp>
      <p:sp>
        <p:nvSpPr>
          <p:cNvPr id="28" name="楕円 27"/>
          <p:cNvSpPr/>
          <p:nvPr userDrawn="1"/>
        </p:nvSpPr>
        <p:spPr>
          <a:xfrm>
            <a:off x="10081668" y="3641508"/>
            <a:ext cx="340519" cy="417363"/>
          </a:xfrm>
          <a:prstGeom prst="ellipse">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097"/>
          </a:p>
        </p:txBody>
      </p:sp>
      <p:sp>
        <p:nvSpPr>
          <p:cNvPr id="29" name="楕円 28"/>
          <p:cNvSpPr/>
          <p:nvPr userDrawn="1"/>
        </p:nvSpPr>
        <p:spPr>
          <a:xfrm>
            <a:off x="10081668" y="2307384"/>
            <a:ext cx="340519" cy="417363"/>
          </a:xfrm>
          <a:prstGeom prst="ellipse">
            <a:avLst/>
          </a:prstGeom>
          <a:solidFill>
            <a:schemeClr val="bg2">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097"/>
          </a:p>
        </p:txBody>
      </p:sp>
      <p:sp>
        <p:nvSpPr>
          <p:cNvPr id="30" name="楕円 29"/>
          <p:cNvSpPr/>
          <p:nvPr userDrawn="1"/>
        </p:nvSpPr>
        <p:spPr>
          <a:xfrm>
            <a:off x="10081668" y="973259"/>
            <a:ext cx="340519" cy="417363"/>
          </a:xfrm>
          <a:prstGeom prst="ellipse">
            <a:avLst/>
          </a:prstGeom>
          <a:solidFill>
            <a:schemeClr val="bg2">
              <a:lumMod val="2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097"/>
          </a:p>
        </p:txBody>
      </p:sp>
      <p:sp>
        <p:nvSpPr>
          <p:cNvPr id="31" name="四角形吹き出し 30"/>
          <p:cNvSpPr/>
          <p:nvPr userDrawn="1"/>
        </p:nvSpPr>
        <p:spPr>
          <a:xfrm>
            <a:off x="10657070" y="419727"/>
            <a:ext cx="1438387" cy="970890"/>
          </a:xfrm>
          <a:prstGeom prst="wedgeRectCallout">
            <a:avLst>
              <a:gd name="adj1" fmla="val -61477"/>
              <a:gd name="adj2" fmla="val 23901"/>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097" dirty="0"/>
              <a:t>文字の色</a:t>
            </a:r>
          </a:p>
        </p:txBody>
      </p:sp>
      <p:sp>
        <p:nvSpPr>
          <p:cNvPr id="32" name="四角形吹き出し 31"/>
          <p:cNvSpPr/>
          <p:nvPr userDrawn="1"/>
        </p:nvSpPr>
        <p:spPr>
          <a:xfrm>
            <a:off x="10657070" y="1821934"/>
            <a:ext cx="1438387" cy="970890"/>
          </a:xfrm>
          <a:prstGeom prst="wedgeRectCallout">
            <a:avLst>
              <a:gd name="adj1" fmla="val -61477"/>
              <a:gd name="adj2" fmla="val 23901"/>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097" dirty="0"/>
              <a:t>やじるしなどの図形の色</a:t>
            </a:r>
          </a:p>
        </p:txBody>
      </p:sp>
      <p:sp>
        <p:nvSpPr>
          <p:cNvPr id="33" name="四角形吹き出し 32"/>
          <p:cNvSpPr/>
          <p:nvPr userDrawn="1"/>
        </p:nvSpPr>
        <p:spPr>
          <a:xfrm>
            <a:off x="10657070" y="4490184"/>
            <a:ext cx="1438387" cy="970890"/>
          </a:xfrm>
          <a:prstGeom prst="wedgeRectCallout">
            <a:avLst>
              <a:gd name="adj1" fmla="val -61477"/>
              <a:gd name="adj2" fmla="val 23901"/>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097" dirty="0"/>
              <a:t>ベースの色</a:t>
            </a:r>
          </a:p>
        </p:txBody>
      </p:sp>
      <p:sp>
        <p:nvSpPr>
          <p:cNvPr id="34" name="四角形吹き出し 33"/>
          <p:cNvSpPr/>
          <p:nvPr userDrawn="1"/>
        </p:nvSpPr>
        <p:spPr>
          <a:xfrm>
            <a:off x="10657070" y="3156059"/>
            <a:ext cx="1438387" cy="970890"/>
          </a:xfrm>
          <a:prstGeom prst="wedgeRectCallout">
            <a:avLst>
              <a:gd name="adj1" fmla="val -61477"/>
              <a:gd name="adj2" fmla="val 23901"/>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097" dirty="0"/>
              <a:t>強調の色</a:t>
            </a:r>
          </a:p>
        </p:txBody>
      </p:sp>
      <p:sp>
        <p:nvSpPr>
          <p:cNvPr id="39" name="四角形吹き出し 38"/>
          <p:cNvSpPr/>
          <p:nvPr userDrawn="1"/>
        </p:nvSpPr>
        <p:spPr>
          <a:xfrm>
            <a:off x="-2959618" y="-919028"/>
            <a:ext cx="2448136" cy="1838056"/>
          </a:xfrm>
          <a:prstGeom prst="wedgeRectCallout">
            <a:avLst>
              <a:gd name="adj1" fmla="val 68120"/>
              <a:gd name="adj2" fmla="val 16336"/>
            </a:avLst>
          </a:prstGeom>
          <a:solidFill>
            <a:srgbClr val="07628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097" dirty="0"/>
              <a:t>タイトル（目次と対応させてください。）</a:t>
            </a:r>
            <a:endParaRPr kumimoji="1" lang="en-US" altLang="ja-JP" sz="1097" dirty="0"/>
          </a:p>
          <a:p>
            <a:pPr algn="ctr"/>
            <a:r>
              <a:rPr kumimoji="1" lang="ja-JP" altLang="en-US" sz="1097" dirty="0"/>
              <a:t>フォント：メイリオ見出し</a:t>
            </a:r>
            <a:endParaRPr kumimoji="1" lang="en-US" altLang="ja-JP" sz="1097" dirty="0"/>
          </a:p>
          <a:p>
            <a:pPr algn="ctr"/>
            <a:r>
              <a:rPr lang="ja-JP" altLang="en-US" sz="1097" dirty="0"/>
              <a:t>サイズ：</a:t>
            </a:r>
            <a:r>
              <a:rPr lang="en-US" altLang="ja-JP" sz="1097" dirty="0"/>
              <a:t>48</a:t>
            </a:r>
          </a:p>
          <a:p>
            <a:pPr algn="ctr"/>
            <a:r>
              <a:rPr lang="ja-JP" altLang="en-US" sz="1097" dirty="0"/>
              <a:t>ボールド</a:t>
            </a:r>
            <a:endParaRPr lang="en-US" altLang="ja-JP" sz="1097" dirty="0"/>
          </a:p>
          <a:p>
            <a:pPr algn="ctr"/>
            <a:r>
              <a:rPr lang="ja-JP" altLang="en-US" sz="1097" dirty="0"/>
              <a:t>真ん中寄せ</a:t>
            </a:r>
            <a:endParaRPr kumimoji="1" lang="en-US" altLang="ja-JP" sz="1097" dirty="0"/>
          </a:p>
        </p:txBody>
      </p:sp>
      <p:sp>
        <p:nvSpPr>
          <p:cNvPr id="45" name="四角形吹き出し 44"/>
          <p:cNvSpPr/>
          <p:nvPr userDrawn="1"/>
        </p:nvSpPr>
        <p:spPr>
          <a:xfrm>
            <a:off x="-2933550" y="2899809"/>
            <a:ext cx="2448136" cy="1838056"/>
          </a:xfrm>
          <a:prstGeom prst="wedgeRectCallout">
            <a:avLst>
              <a:gd name="adj1" fmla="val 68120"/>
              <a:gd name="adj2" fmla="val 16336"/>
            </a:avLst>
          </a:prstGeom>
          <a:solidFill>
            <a:srgbClr val="07628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097" dirty="0"/>
              <a:t>小見出し</a:t>
            </a:r>
            <a:endParaRPr kumimoji="1" lang="en-US" altLang="ja-JP" sz="1097" dirty="0"/>
          </a:p>
          <a:p>
            <a:pPr algn="ctr"/>
            <a:r>
              <a:rPr kumimoji="1" lang="ja-JP" altLang="en-US" sz="1097" dirty="0"/>
              <a:t>フォント：メイリオ本文</a:t>
            </a:r>
            <a:endParaRPr kumimoji="1" lang="en-US" altLang="ja-JP" sz="1097" dirty="0"/>
          </a:p>
          <a:p>
            <a:pPr algn="ctr"/>
            <a:r>
              <a:rPr lang="ja-JP" altLang="en-US" sz="1097" dirty="0"/>
              <a:t>サイズ：</a:t>
            </a:r>
            <a:r>
              <a:rPr lang="en-US" altLang="ja-JP" sz="1097" dirty="0"/>
              <a:t>32</a:t>
            </a:r>
          </a:p>
          <a:p>
            <a:pPr algn="ctr"/>
            <a:r>
              <a:rPr lang="ja-JP" altLang="en-US" sz="1097" dirty="0"/>
              <a:t>ボールド</a:t>
            </a:r>
            <a:endParaRPr lang="en-US" altLang="ja-JP" sz="1097" dirty="0"/>
          </a:p>
          <a:p>
            <a:pPr algn="ctr"/>
            <a:r>
              <a:rPr kumimoji="1" lang="ja-JP" altLang="en-US" sz="1097" dirty="0"/>
              <a:t>左寄せ</a:t>
            </a:r>
            <a:endParaRPr kumimoji="1" lang="en-US" altLang="ja-JP" sz="1097" dirty="0"/>
          </a:p>
        </p:txBody>
      </p:sp>
      <p:sp>
        <p:nvSpPr>
          <p:cNvPr id="46" name="四角形吹き出し 45"/>
          <p:cNvSpPr/>
          <p:nvPr userDrawn="1"/>
        </p:nvSpPr>
        <p:spPr>
          <a:xfrm>
            <a:off x="-2933550" y="4895865"/>
            <a:ext cx="2448136" cy="1838056"/>
          </a:xfrm>
          <a:prstGeom prst="wedgeRectCallout">
            <a:avLst>
              <a:gd name="adj1" fmla="val 68617"/>
              <a:gd name="adj2" fmla="val -24441"/>
            </a:avLst>
          </a:prstGeom>
          <a:solidFill>
            <a:srgbClr val="07628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097" dirty="0"/>
              <a:t>本文</a:t>
            </a:r>
            <a:endParaRPr kumimoji="1" lang="en-US" altLang="ja-JP" sz="1097" dirty="0"/>
          </a:p>
          <a:p>
            <a:pPr algn="ctr"/>
            <a:r>
              <a:rPr kumimoji="1" lang="ja-JP" altLang="en-US" sz="1097" dirty="0"/>
              <a:t>フォント：メイリオ本文</a:t>
            </a:r>
            <a:endParaRPr kumimoji="1" lang="en-US" altLang="ja-JP" sz="1097" dirty="0"/>
          </a:p>
          <a:p>
            <a:pPr algn="ctr"/>
            <a:r>
              <a:rPr lang="ja-JP" altLang="en-US" sz="1097" dirty="0"/>
              <a:t>サイズ：</a:t>
            </a:r>
            <a:r>
              <a:rPr lang="en-US" altLang="ja-JP" sz="1097" dirty="0"/>
              <a:t>18</a:t>
            </a:r>
          </a:p>
          <a:p>
            <a:pPr algn="ctr"/>
            <a:r>
              <a:rPr kumimoji="1" lang="ja-JP" altLang="en-US" sz="1097" dirty="0"/>
              <a:t>左寄せ</a:t>
            </a:r>
            <a:endParaRPr kumimoji="1" lang="en-US" altLang="ja-JP" sz="1097" dirty="0"/>
          </a:p>
        </p:txBody>
      </p:sp>
      <p:sp>
        <p:nvSpPr>
          <p:cNvPr id="23" name="四角形吹き出し 22"/>
          <p:cNvSpPr/>
          <p:nvPr userDrawn="1"/>
        </p:nvSpPr>
        <p:spPr>
          <a:xfrm>
            <a:off x="10657070" y="5752795"/>
            <a:ext cx="1645113" cy="970890"/>
          </a:xfrm>
          <a:prstGeom prst="wedgeRectCallout">
            <a:avLst>
              <a:gd name="adj1" fmla="val -62408"/>
              <a:gd name="adj2" fmla="val 9477"/>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097" dirty="0"/>
              <a:t>この赤ガイド線内に収まるように作成してください</a:t>
            </a:r>
          </a:p>
        </p:txBody>
      </p:sp>
    </p:spTree>
    <p:extLst>
      <p:ext uri="{BB962C8B-B14F-4D97-AF65-F5344CB8AC3E}">
        <p14:creationId xmlns:p14="http://schemas.microsoft.com/office/powerpoint/2010/main" val="1762095009"/>
      </p:ext>
    </p:extLst>
  </p:cSld>
  <p:clrMapOvr>
    <a:masterClrMapping/>
  </p:clrMapOvr>
  <p:hf hdr="0" ftr="0" dt="0"/>
  <p:extLst>
    <p:ext uri="{DCECCB84-F9BA-43D5-87BE-67443E8EF086}">
      <p15:sldGuideLst xmlns:p15="http://schemas.microsoft.com/office/powerpoint/2012/main">
        <p15:guide id="1" orient="horz" pos="2160">
          <p15:clr>
            <a:srgbClr val="000000"/>
          </p15:clr>
        </p15:guide>
        <p15:guide id="2" pos="3840">
          <p15:clr>
            <a:srgbClr val="000000"/>
          </p15:clr>
        </p15:guide>
      </p15:sldGuideLst>
    </p:ext>
  </p:extLst>
</p:sldLayout>
</file>

<file path=ppt/slideLayouts/slideLayout14.xml><?xml version="1.0" encoding="utf-8"?>
<p:sldLayout xmlns:a="http://schemas.openxmlformats.org/drawingml/2006/main" xmlns:r="http://schemas.openxmlformats.org/officeDocument/2006/relationships" xmlns:p="http://schemas.openxmlformats.org/presentationml/2006/main" userDrawn="1">
  <p:cSld name="1_タイトルとコンテンツ">
    <p:spTree>
      <p:nvGrpSpPr>
        <p:cNvPr id="1" name=""/>
        <p:cNvGrpSpPr/>
        <p:nvPr/>
      </p:nvGrpSpPr>
      <p:grpSpPr>
        <a:xfrm>
          <a:off x="0" y="0"/>
          <a:ext cx="0" cy="0"/>
          <a:chOff x="0" y="0"/>
          <a:chExt cx="0" cy="0"/>
        </a:xfrm>
      </p:grpSpPr>
      <p:graphicFrame>
        <p:nvGraphicFramePr>
          <p:cNvPr id="26" name="表 25"/>
          <p:cNvGraphicFramePr>
            <a:graphicFrameLocks noGrp="1"/>
          </p:cNvGraphicFramePr>
          <p:nvPr userDrawn="1"/>
        </p:nvGraphicFramePr>
        <p:xfrm>
          <a:off x="0" y="727606"/>
          <a:ext cx="438463" cy="5882490"/>
        </p:xfrm>
        <a:graphic>
          <a:graphicData uri="http://schemas.openxmlformats.org/drawingml/2006/table">
            <a:tbl>
              <a:tblPr firstRow="1" bandRow="1">
                <a:tableStyleId>{5C22544A-7EE6-4342-B048-85BDC9FD1C3A}</a:tableStyleId>
              </a:tblPr>
              <a:tblGrid>
                <a:gridCol w="438463">
                  <a:extLst>
                    <a:ext uri="{9D8B030D-6E8A-4147-A177-3AD203B41FA5}">
                      <a16:colId xmlns:a16="http://schemas.microsoft.com/office/drawing/2014/main" val="2456847792"/>
                    </a:ext>
                  </a:extLst>
                </a:gridCol>
              </a:tblGrid>
              <a:tr h="980415">
                <a:tc>
                  <a:txBody>
                    <a:bodyPr/>
                    <a:lstStyle/>
                    <a:p>
                      <a:pPr algn="ctr"/>
                      <a:r>
                        <a:rPr kumimoji="1" lang="ja-JP" altLang="en-US" sz="1100" b="1" dirty="0">
                          <a:solidFill>
                            <a:schemeClr val="bg1"/>
                          </a:solidFill>
                        </a:rPr>
                        <a:t>①タイトル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1512206185"/>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②タイトル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2631667891"/>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③タイトル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627911894"/>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④タイトル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2091809632"/>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⑤タイトル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1750606519"/>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⑥タイトル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149417652"/>
                  </a:ext>
                </a:extLst>
              </a:tr>
            </a:tbl>
          </a:graphicData>
        </a:graphic>
      </p:graphicFrame>
      <p:sp>
        <p:nvSpPr>
          <p:cNvPr id="35" name="正方形/長方形 34"/>
          <p:cNvSpPr/>
          <p:nvPr userDrawn="1"/>
        </p:nvSpPr>
        <p:spPr>
          <a:xfrm>
            <a:off x="85255" y="1119975"/>
            <a:ext cx="267950" cy="5341188"/>
          </a:xfrm>
          <a:prstGeom prst="rect">
            <a:avLst/>
          </a:prstGeom>
          <a:solidFill>
            <a:srgbClr val="FF00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vert="eaVert" rtlCol="0" anchor="ctr"/>
          <a:lstStyle/>
          <a:p>
            <a:pPr algn="ctr"/>
            <a:r>
              <a:rPr kumimoji="1" lang="ja-JP" altLang="en-US" sz="1463" dirty="0"/>
              <a:t>こちらで変更します。</a:t>
            </a:r>
          </a:p>
        </p:txBody>
      </p:sp>
      <p:sp>
        <p:nvSpPr>
          <p:cNvPr id="8" name="正方形/長方形 7"/>
          <p:cNvSpPr/>
          <p:nvPr userDrawn="1"/>
        </p:nvSpPr>
        <p:spPr>
          <a:xfrm>
            <a:off x="0" y="6610097"/>
            <a:ext cx="9906000" cy="24765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7" name="Text Box 31"/>
          <p:cNvSpPr txBox="1">
            <a:spLocks noChangeArrowheads="1"/>
          </p:cNvSpPr>
          <p:nvPr userDrawn="1"/>
        </p:nvSpPr>
        <p:spPr bwMode="auto">
          <a:xfrm>
            <a:off x="42215" y="6580034"/>
            <a:ext cx="4206531" cy="267446"/>
          </a:xfrm>
          <a:prstGeom prst="rect">
            <a:avLst/>
          </a:prstGeom>
          <a:noFill/>
          <a:ln w="9525">
            <a:noFill/>
            <a:miter lim="800000"/>
            <a:headEnd/>
            <a:tailEnd/>
          </a:ln>
          <a:effectLst/>
        </p:spPr>
        <p:txBody>
          <a:bodyPr wrap="square">
            <a:spAutoFit/>
          </a:bodyPr>
          <a:lstStyle/>
          <a:p>
            <a:pPr>
              <a:defRPr/>
            </a:pPr>
            <a:r>
              <a:rPr lang="en-US" altLang="ja-JP" sz="1138" b="1" dirty="0" err="1">
                <a:solidFill>
                  <a:schemeClr val="bg1"/>
                </a:solidFill>
                <a:latin typeface="Monotype Corsiva" pitchFamily="66" charset="0"/>
                <a:ea typeface="HGP創英角ｺﾞｼｯｸUB" pitchFamily="50" charset="-128"/>
              </a:rPr>
              <a:t>Copyright©Funai</a:t>
            </a:r>
            <a:r>
              <a:rPr lang="en-US" altLang="ja-JP" sz="1138" b="1" dirty="0">
                <a:solidFill>
                  <a:schemeClr val="bg1"/>
                </a:solidFill>
                <a:latin typeface="Monotype Corsiva" pitchFamily="66" charset="0"/>
                <a:ea typeface="HGP創英角ｺﾞｼｯｸUB" pitchFamily="50" charset="-128"/>
              </a:rPr>
              <a:t> Consulting Incorporated </a:t>
            </a:r>
            <a:r>
              <a:rPr lang="ja-JP" altLang="en-US" sz="1138" b="1" dirty="0">
                <a:solidFill>
                  <a:schemeClr val="bg1"/>
                </a:solidFill>
                <a:latin typeface="Monotype Corsiva" pitchFamily="66" charset="0"/>
                <a:ea typeface="HGP創英角ｺﾞｼｯｸUB" pitchFamily="50" charset="-128"/>
              </a:rPr>
              <a:t>　　（</a:t>
            </a:r>
            <a:r>
              <a:rPr lang="en-US" altLang="ja-JP" sz="1138" b="1" dirty="0" err="1">
                <a:solidFill>
                  <a:schemeClr val="bg1"/>
                </a:solidFill>
                <a:latin typeface="Monotype Corsiva" pitchFamily="66" charset="0"/>
                <a:ea typeface="HGP創英角ｺﾞｼｯｸUB" pitchFamily="50" charset="-128"/>
              </a:rPr>
              <a:t>Funai</a:t>
            </a:r>
            <a:r>
              <a:rPr lang="en-US" altLang="ja-JP" sz="1138" b="1" dirty="0">
                <a:solidFill>
                  <a:schemeClr val="bg1"/>
                </a:solidFill>
                <a:latin typeface="Monotype Corsiva" pitchFamily="66" charset="0"/>
                <a:ea typeface="HGP創英角ｺﾞｼｯｸUB" pitchFamily="50" charset="-128"/>
              </a:rPr>
              <a:t> Consulting</a:t>
            </a:r>
            <a:r>
              <a:rPr lang="ja-JP" altLang="en-US" sz="1138" b="1" dirty="0">
                <a:solidFill>
                  <a:schemeClr val="bg1"/>
                </a:solidFill>
                <a:latin typeface="Monotype Corsiva" pitchFamily="66" charset="0"/>
                <a:ea typeface="HGP創英角ｺﾞｼｯｸUB" pitchFamily="50" charset="-128"/>
              </a:rPr>
              <a:t> </a:t>
            </a:r>
            <a:r>
              <a:rPr lang="en-US" altLang="ja-JP" sz="1138" b="1" dirty="0">
                <a:solidFill>
                  <a:schemeClr val="bg1"/>
                </a:solidFill>
                <a:latin typeface="Monotype Corsiva" pitchFamily="66" charset="0"/>
                <a:ea typeface="HGP創英角ｺﾞｼｯｸUB" pitchFamily="50" charset="-128"/>
              </a:rPr>
              <a:t>Inc.</a:t>
            </a:r>
            <a:r>
              <a:rPr lang="ja-JP" altLang="en-US" sz="1138" b="1" dirty="0">
                <a:solidFill>
                  <a:schemeClr val="bg1"/>
                </a:solidFill>
                <a:latin typeface="Monotype Corsiva" pitchFamily="66" charset="0"/>
                <a:ea typeface="HGP創英角ｺﾞｼｯｸUB" pitchFamily="50" charset="-128"/>
              </a:rPr>
              <a:t>）</a:t>
            </a:r>
            <a:endParaRPr lang="en-US" altLang="ja-JP" sz="1138" b="1" dirty="0">
              <a:solidFill>
                <a:schemeClr val="bg1"/>
              </a:solidFill>
              <a:latin typeface="Monotype Corsiva" pitchFamily="66" charset="0"/>
              <a:ea typeface="HGP創英角ｺﾞｼｯｸUB" pitchFamily="50" charset="-128"/>
            </a:endParaRPr>
          </a:p>
        </p:txBody>
      </p:sp>
      <p:sp>
        <p:nvSpPr>
          <p:cNvPr id="12" name="スライド番号プレースホルダー 11"/>
          <p:cNvSpPr>
            <a:spLocks noGrp="1"/>
          </p:cNvSpPr>
          <p:nvPr>
            <p:ph type="sldNum" sz="quarter" idx="12"/>
          </p:nvPr>
        </p:nvSpPr>
        <p:spPr>
          <a:xfrm>
            <a:off x="7677150" y="6551360"/>
            <a:ext cx="2228850" cy="365125"/>
          </a:xfrm>
        </p:spPr>
        <p:txBody>
          <a:bodyPr/>
          <a:lstStyle>
            <a:lvl1pPr>
              <a:defRPr sz="1300" b="1">
                <a:solidFill>
                  <a:schemeClr val="bg1"/>
                </a:solidFill>
              </a:defRPr>
            </a:lvl1pPr>
          </a:lstStyle>
          <a:p>
            <a:fld id="{85FC83C8-0BB2-4721-BA19-3C9CC69276E3}" type="slidenum">
              <a:rPr lang="ja-JP" altLang="en-US" smtClean="0"/>
              <a:pPr/>
              <a:t>‹#›</a:t>
            </a:fld>
            <a:endParaRPr lang="ja-JP" altLang="en-US"/>
          </a:p>
        </p:txBody>
      </p:sp>
      <p:sp>
        <p:nvSpPr>
          <p:cNvPr id="22" name="楕円 21"/>
          <p:cNvSpPr/>
          <p:nvPr userDrawn="1"/>
        </p:nvSpPr>
        <p:spPr>
          <a:xfrm>
            <a:off x="-2244328" y="-788766"/>
            <a:ext cx="14437221" cy="1759809"/>
          </a:xfrm>
          <a:prstGeom prst="ellipse">
            <a:avLst/>
          </a:prstGeom>
          <a:solidFill>
            <a:srgbClr val="8B945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24" name="タイトル 1"/>
          <p:cNvSpPr>
            <a:spLocks noGrp="1"/>
          </p:cNvSpPr>
          <p:nvPr>
            <p:ph type="title"/>
          </p:nvPr>
        </p:nvSpPr>
        <p:spPr>
          <a:xfrm>
            <a:off x="255770" y="245205"/>
            <a:ext cx="9378221" cy="605918"/>
          </a:xfrm>
        </p:spPr>
        <p:txBody>
          <a:bodyPr>
            <a:noAutofit/>
          </a:bodyPr>
          <a:lstStyle>
            <a:lvl1pPr algn="ctr">
              <a:defRPr sz="3900" b="1">
                <a:solidFill>
                  <a:schemeClr val="bg1"/>
                </a:solidFill>
              </a:defRPr>
            </a:lvl1pPr>
          </a:lstStyle>
          <a:p>
            <a:r>
              <a:rPr kumimoji="1" lang="ja-JP" altLang="en-US" dirty="0"/>
              <a:t>マスター タイトルの書式設定</a:t>
            </a:r>
          </a:p>
        </p:txBody>
      </p:sp>
      <p:sp>
        <p:nvSpPr>
          <p:cNvPr id="36" name="正方形/長方形 35"/>
          <p:cNvSpPr/>
          <p:nvPr userDrawn="1"/>
        </p:nvSpPr>
        <p:spPr>
          <a:xfrm>
            <a:off x="-2650779" y="-1508644"/>
            <a:ext cx="2642953" cy="3507698"/>
          </a:xfrm>
          <a:prstGeom prst="rect">
            <a:avLst/>
          </a:prstGeom>
          <a:solidFill>
            <a:srgbClr val="E6E6E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37" name="正方形/長方形 36"/>
          <p:cNvSpPr/>
          <p:nvPr userDrawn="1"/>
        </p:nvSpPr>
        <p:spPr>
          <a:xfrm>
            <a:off x="-200669" y="-3521490"/>
            <a:ext cx="11734663" cy="3507698"/>
          </a:xfrm>
          <a:prstGeom prst="rect">
            <a:avLst/>
          </a:prstGeom>
          <a:solidFill>
            <a:srgbClr val="E6E6E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38" name="正方形/長方形 37"/>
          <p:cNvSpPr/>
          <p:nvPr userDrawn="1"/>
        </p:nvSpPr>
        <p:spPr>
          <a:xfrm>
            <a:off x="9918180" y="-2387723"/>
            <a:ext cx="2642953" cy="3507698"/>
          </a:xfrm>
          <a:prstGeom prst="rect">
            <a:avLst/>
          </a:prstGeom>
          <a:solidFill>
            <a:srgbClr val="E6E6E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27" name="楕円 26"/>
          <p:cNvSpPr/>
          <p:nvPr userDrawn="1"/>
        </p:nvSpPr>
        <p:spPr>
          <a:xfrm>
            <a:off x="10081668" y="4975630"/>
            <a:ext cx="340519" cy="417363"/>
          </a:xfrm>
          <a:prstGeom prst="ellipse">
            <a:avLst/>
          </a:prstGeom>
          <a:solidFill>
            <a:srgbClr val="8B945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28" name="楕円 27"/>
          <p:cNvSpPr/>
          <p:nvPr userDrawn="1"/>
        </p:nvSpPr>
        <p:spPr>
          <a:xfrm>
            <a:off x="10081668" y="3641505"/>
            <a:ext cx="340519" cy="417363"/>
          </a:xfrm>
          <a:prstGeom prst="ellipse">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29" name="楕円 28"/>
          <p:cNvSpPr/>
          <p:nvPr userDrawn="1"/>
        </p:nvSpPr>
        <p:spPr>
          <a:xfrm>
            <a:off x="10081668" y="2307380"/>
            <a:ext cx="340519" cy="417363"/>
          </a:xfrm>
          <a:prstGeom prst="ellipse">
            <a:avLst/>
          </a:prstGeom>
          <a:solidFill>
            <a:schemeClr val="bg2">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30" name="楕円 29"/>
          <p:cNvSpPr/>
          <p:nvPr userDrawn="1"/>
        </p:nvSpPr>
        <p:spPr>
          <a:xfrm>
            <a:off x="10081668" y="973255"/>
            <a:ext cx="340519" cy="417363"/>
          </a:xfrm>
          <a:prstGeom prst="ellipse">
            <a:avLst/>
          </a:prstGeom>
          <a:solidFill>
            <a:schemeClr val="bg2">
              <a:lumMod val="2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31" name="四角形吹き出し 30"/>
          <p:cNvSpPr/>
          <p:nvPr userDrawn="1"/>
        </p:nvSpPr>
        <p:spPr>
          <a:xfrm>
            <a:off x="10657068" y="419727"/>
            <a:ext cx="1438387" cy="970890"/>
          </a:xfrm>
          <a:prstGeom prst="wedgeRectCallout">
            <a:avLst>
              <a:gd name="adj1" fmla="val -61477"/>
              <a:gd name="adj2" fmla="val 23901"/>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文字の色</a:t>
            </a:r>
          </a:p>
        </p:txBody>
      </p:sp>
      <p:sp>
        <p:nvSpPr>
          <p:cNvPr id="32" name="四角形吹き出し 31"/>
          <p:cNvSpPr/>
          <p:nvPr userDrawn="1"/>
        </p:nvSpPr>
        <p:spPr>
          <a:xfrm>
            <a:off x="10657068" y="1821934"/>
            <a:ext cx="1438387" cy="970890"/>
          </a:xfrm>
          <a:prstGeom prst="wedgeRectCallout">
            <a:avLst>
              <a:gd name="adj1" fmla="val -61477"/>
              <a:gd name="adj2" fmla="val 23901"/>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やじるしなどの図形の色</a:t>
            </a:r>
          </a:p>
        </p:txBody>
      </p:sp>
      <p:sp>
        <p:nvSpPr>
          <p:cNvPr id="33" name="四角形吹き出し 32"/>
          <p:cNvSpPr/>
          <p:nvPr userDrawn="1"/>
        </p:nvSpPr>
        <p:spPr>
          <a:xfrm>
            <a:off x="10657068" y="4490184"/>
            <a:ext cx="1438387" cy="970890"/>
          </a:xfrm>
          <a:prstGeom prst="wedgeRectCallout">
            <a:avLst>
              <a:gd name="adj1" fmla="val -61477"/>
              <a:gd name="adj2" fmla="val 23901"/>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ベースの色</a:t>
            </a:r>
          </a:p>
        </p:txBody>
      </p:sp>
      <p:sp>
        <p:nvSpPr>
          <p:cNvPr id="34" name="四角形吹き出し 33"/>
          <p:cNvSpPr/>
          <p:nvPr userDrawn="1"/>
        </p:nvSpPr>
        <p:spPr>
          <a:xfrm>
            <a:off x="10657068" y="3156059"/>
            <a:ext cx="1438387" cy="970890"/>
          </a:xfrm>
          <a:prstGeom prst="wedgeRectCallout">
            <a:avLst>
              <a:gd name="adj1" fmla="val -61477"/>
              <a:gd name="adj2" fmla="val 23901"/>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強調の色</a:t>
            </a:r>
          </a:p>
        </p:txBody>
      </p:sp>
      <p:sp>
        <p:nvSpPr>
          <p:cNvPr id="39" name="四角形吹き出し 38"/>
          <p:cNvSpPr/>
          <p:nvPr userDrawn="1"/>
        </p:nvSpPr>
        <p:spPr>
          <a:xfrm>
            <a:off x="-2959618" y="-919028"/>
            <a:ext cx="2448136" cy="1838056"/>
          </a:xfrm>
          <a:prstGeom prst="wedgeRectCallout">
            <a:avLst>
              <a:gd name="adj1" fmla="val 68120"/>
              <a:gd name="adj2" fmla="val 16336"/>
            </a:avLst>
          </a:prstGeom>
          <a:solidFill>
            <a:srgbClr val="07628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タイトル（目次と対応させてください。）</a:t>
            </a:r>
            <a:endParaRPr kumimoji="1" lang="en-US" altLang="ja-JP" sz="1463" dirty="0"/>
          </a:p>
          <a:p>
            <a:pPr algn="ctr"/>
            <a:r>
              <a:rPr kumimoji="1" lang="ja-JP" altLang="en-US" sz="1463" dirty="0"/>
              <a:t>フォント：メイリオ見出し</a:t>
            </a:r>
            <a:endParaRPr kumimoji="1" lang="en-US" altLang="ja-JP" sz="1463" dirty="0"/>
          </a:p>
          <a:p>
            <a:pPr algn="ctr"/>
            <a:r>
              <a:rPr lang="ja-JP" altLang="en-US" sz="1463" dirty="0"/>
              <a:t>サイズ：</a:t>
            </a:r>
            <a:r>
              <a:rPr lang="en-US" altLang="ja-JP" sz="1463" dirty="0"/>
              <a:t>48</a:t>
            </a:r>
          </a:p>
          <a:p>
            <a:pPr algn="ctr"/>
            <a:r>
              <a:rPr lang="ja-JP" altLang="en-US" sz="1463" dirty="0"/>
              <a:t>ボールド</a:t>
            </a:r>
            <a:endParaRPr lang="en-US" altLang="ja-JP" sz="1463" dirty="0"/>
          </a:p>
          <a:p>
            <a:pPr algn="ctr"/>
            <a:r>
              <a:rPr lang="ja-JP" altLang="en-US" sz="1463" dirty="0"/>
              <a:t>真ん中寄せ</a:t>
            </a:r>
            <a:endParaRPr kumimoji="1" lang="en-US" altLang="ja-JP" sz="1463" dirty="0"/>
          </a:p>
        </p:txBody>
      </p:sp>
      <p:sp>
        <p:nvSpPr>
          <p:cNvPr id="45" name="四角形吹き出し 44"/>
          <p:cNvSpPr/>
          <p:nvPr userDrawn="1"/>
        </p:nvSpPr>
        <p:spPr>
          <a:xfrm>
            <a:off x="-2933551" y="2899809"/>
            <a:ext cx="2448136" cy="1838056"/>
          </a:xfrm>
          <a:prstGeom prst="wedgeRectCallout">
            <a:avLst>
              <a:gd name="adj1" fmla="val 68120"/>
              <a:gd name="adj2" fmla="val 16336"/>
            </a:avLst>
          </a:prstGeom>
          <a:solidFill>
            <a:srgbClr val="07628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小見出し</a:t>
            </a:r>
            <a:endParaRPr kumimoji="1" lang="en-US" altLang="ja-JP" sz="1463" dirty="0"/>
          </a:p>
          <a:p>
            <a:pPr algn="ctr"/>
            <a:r>
              <a:rPr kumimoji="1" lang="ja-JP" altLang="en-US" sz="1463" dirty="0"/>
              <a:t>フォント：メイリオ本文</a:t>
            </a:r>
            <a:endParaRPr kumimoji="1" lang="en-US" altLang="ja-JP" sz="1463" dirty="0"/>
          </a:p>
          <a:p>
            <a:pPr algn="ctr"/>
            <a:r>
              <a:rPr lang="ja-JP" altLang="en-US" sz="1463" dirty="0"/>
              <a:t>サイズ：</a:t>
            </a:r>
            <a:r>
              <a:rPr lang="en-US" altLang="ja-JP" sz="1463" dirty="0"/>
              <a:t>32</a:t>
            </a:r>
          </a:p>
          <a:p>
            <a:pPr algn="ctr"/>
            <a:r>
              <a:rPr lang="ja-JP" altLang="en-US" sz="1463" dirty="0"/>
              <a:t>ボールド</a:t>
            </a:r>
            <a:endParaRPr lang="en-US" altLang="ja-JP" sz="1463" dirty="0"/>
          </a:p>
          <a:p>
            <a:pPr algn="ctr"/>
            <a:r>
              <a:rPr kumimoji="1" lang="ja-JP" altLang="en-US" sz="1463" dirty="0"/>
              <a:t>左寄せ</a:t>
            </a:r>
            <a:endParaRPr kumimoji="1" lang="en-US" altLang="ja-JP" sz="1463" dirty="0"/>
          </a:p>
        </p:txBody>
      </p:sp>
      <p:sp>
        <p:nvSpPr>
          <p:cNvPr id="46" name="四角形吹き出し 45"/>
          <p:cNvSpPr/>
          <p:nvPr userDrawn="1"/>
        </p:nvSpPr>
        <p:spPr>
          <a:xfrm>
            <a:off x="-2933551" y="4895865"/>
            <a:ext cx="2448136" cy="1838056"/>
          </a:xfrm>
          <a:prstGeom prst="wedgeRectCallout">
            <a:avLst>
              <a:gd name="adj1" fmla="val 68617"/>
              <a:gd name="adj2" fmla="val -24441"/>
            </a:avLst>
          </a:prstGeom>
          <a:solidFill>
            <a:srgbClr val="07628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本文</a:t>
            </a:r>
            <a:endParaRPr kumimoji="1" lang="en-US" altLang="ja-JP" sz="1463" dirty="0"/>
          </a:p>
          <a:p>
            <a:pPr algn="ctr"/>
            <a:r>
              <a:rPr kumimoji="1" lang="ja-JP" altLang="en-US" sz="1463" dirty="0"/>
              <a:t>フォント：メイリオ本文</a:t>
            </a:r>
            <a:endParaRPr kumimoji="1" lang="en-US" altLang="ja-JP" sz="1463" dirty="0"/>
          </a:p>
          <a:p>
            <a:pPr algn="ctr"/>
            <a:r>
              <a:rPr lang="ja-JP" altLang="en-US" sz="1463" dirty="0"/>
              <a:t>サイズ：</a:t>
            </a:r>
            <a:r>
              <a:rPr lang="en-US" altLang="ja-JP" sz="1463" dirty="0"/>
              <a:t>18</a:t>
            </a:r>
          </a:p>
          <a:p>
            <a:pPr algn="ctr"/>
            <a:r>
              <a:rPr kumimoji="1" lang="ja-JP" altLang="en-US" sz="1463" dirty="0"/>
              <a:t>左寄せ</a:t>
            </a:r>
            <a:endParaRPr kumimoji="1" lang="en-US" altLang="ja-JP" sz="1463" dirty="0"/>
          </a:p>
        </p:txBody>
      </p:sp>
      <p:sp>
        <p:nvSpPr>
          <p:cNvPr id="23" name="四角形吹き出し 22"/>
          <p:cNvSpPr/>
          <p:nvPr userDrawn="1"/>
        </p:nvSpPr>
        <p:spPr>
          <a:xfrm>
            <a:off x="10657068" y="5752795"/>
            <a:ext cx="1645113" cy="970890"/>
          </a:xfrm>
          <a:prstGeom prst="wedgeRectCallout">
            <a:avLst>
              <a:gd name="adj1" fmla="val -62408"/>
              <a:gd name="adj2" fmla="val 9477"/>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この赤ガイド線内に収まるように作成してください</a:t>
            </a:r>
          </a:p>
        </p:txBody>
      </p:sp>
    </p:spTree>
    <p:extLst>
      <p:ext uri="{BB962C8B-B14F-4D97-AF65-F5344CB8AC3E}">
        <p14:creationId xmlns:p14="http://schemas.microsoft.com/office/powerpoint/2010/main" val="3844384400"/>
      </p:ext>
    </p:extLst>
  </p:cSld>
  <p:clrMapOvr>
    <a:masterClrMapping/>
  </p:clrMapOvr>
  <p:hf hdr="0" ftr="0" dt="0"/>
  <p:extLst>
    <p:ext uri="{DCECCB84-F9BA-43D5-87BE-67443E8EF086}">
      <p15:sldGuideLst xmlns:p15="http://schemas.microsoft.com/office/powerpoint/2012/main">
        <p15:guide id="1" orient="horz" pos="2160">
          <p15:clr>
            <a:srgbClr val="000000"/>
          </p15:clr>
        </p15:guide>
        <p15:guide id="2" pos="3840">
          <p15:clr>
            <a:srgbClr val="000000"/>
          </p15:clr>
        </p15:guide>
      </p15:sldGuideLst>
    </p:ext>
  </p:extLst>
</p:sldLayout>
</file>

<file path=ppt/slideLayouts/slideLayout15.xml><?xml version="1.0" encoding="utf-8"?>
<p:sldLayout xmlns:a="http://schemas.openxmlformats.org/drawingml/2006/main" xmlns:r="http://schemas.openxmlformats.org/officeDocument/2006/relationships" xmlns:p="http://schemas.openxmlformats.org/presentationml/2006/main" userDrawn="1">
  <p:cSld name="2_タイトルとコンテンツ">
    <p:spTree>
      <p:nvGrpSpPr>
        <p:cNvPr id="1" name=""/>
        <p:cNvGrpSpPr/>
        <p:nvPr/>
      </p:nvGrpSpPr>
      <p:grpSpPr>
        <a:xfrm>
          <a:off x="0" y="0"/>
          <a:ext cx="0" cy="0"/>
          <a:chOff x="0" y="0"/>
          <a:chExt cx="0" cy="0"/>
        </a:xfrm>
      </p:grpSpPr>
      <p:graphicFrame>
        <p:nvGraphicFramePr>
          <p:cNvPr id="26" name="表 25"/>
          <p:cNvGraphicFramePr>
            <a:graphicFrameLocks noGrp="1"/>
          </p:cNvGraphicFramePr>
          <p:nvPr userDrawn="1"/>
        </p:nvGraphicFramePr>
        <p:xfrm>
          <a:off x="0" y="727606"/>
          <a:ext cx="438463" cy="5882490"/>
        </p:xfrm>
        <a:graphic>
          <a:graphicData uri="http://schemas.openxmlformats.org/drawingml/2006/table">
            <a:tbl>
              <a:tblPr firstRow="1" bandRow="1">
                <a:tableStyleId>{5C22544A-7EE6-4342-B048-85BDC9FD1C3A}</a:tableStyleId>
              </a:tblPr>
              <a:tblGrid>
                <a:gridCol w="438463">
                  <a:extLst>
                    <a:ext uri="{9D8B030D-6E8A-4147-A177-3AD203B41FA5}">
                      <a16:colId xmlns:a16="http://schemas.microsoft.com/office/drawing/2014/main" val="2456847792"/>
                    </a:ext>
                  </a:extLst>
                </a:gridCol>
              </a:tblGrid>
              <a:tr h="980415">
                <a:tc>
                  <a:txBody>
                    <a:bodyPr/>
                    <a:lstStyle/>
                    <a:p>
                      <a:pPr algn="ctr"/>
                      <a:r>
                        <a:rPr kumimoji="1" lang="ja-JP" altLang="en-US" sz="1100" b="1" dirty="0">
                          <a:solidFill>
                            <a:schemeClr val="bg1"/>
                          </a:solidFill>
                        </a:rPr>
                        <a:t>①タイトル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1512206185"/>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②タイトル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2631667891"/>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③タイトル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627911894"/>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④タイトル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2091809632"/>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⑤タイトル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1750606519"/>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⑥タイトル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149417652"/>
                  </a:ext>
                </a:extLst>
              </a:tr>
            </a:tbl>
          </a:graphicData>
        </a:graphic>
      </p:graphicFrame>
      <p:sp>
        <p:nvSpPr>
          <p:cNvPr id="35" name="正方形/長方形 34"/>
          <p:cNvSpPr/>
          <p:nvPr userDrawn="1"/>
        </p:nvSpPr>
        <p:spPr>
          <a:xfrm>
            <a:off x="85255" y="1119975"/>
            <a:ext cx="267950" cy="5341188"/>
          </a:xfrm>
          <a:prstGeom prst="rect">
            <a:avLst/>
          </a:prstGeom>
          <a:solidFill>
            <a:srgbClr val="FF00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vert="eaVert" rtlCol="0" anchor="ctr"/>
          <a:lstStyle/>
          <a:p>
            <a:pPr algn="ctr"/>
            <a:r>
              <a:rPr kumimoji="1" lang="ja-JP" altLang="en-US" sz="1463" dirty="0"/>
              <a:t>こちらで変更します。</a:t>
            </a:r>
          </a:p>
        </p:txBody>
      </p:sp>
      <p:sp>
        <p:nvSpPr>
          <p:cNvPr id="8" name="正方形/長方形 7"/>
          <p:cNvSpPr/>
          <p:nvPr userDrawn="1"/>
        </p:nvSpPr>
        <p:spPr>
          <a:xfrm>
            <a:off x="0" y="6610097"/>
            <a:ext cx="9906000" cy="24765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7" name="Text Box 31"/>
          <p:cNvSpPr txBox="1">
            <a:spLocks noChangeArrowheads="1"/>
          </p:cNvSpPr>
          <p:nvPr userDrawn="1"/>
        </p:nvSpPr>
        <p:spPr bwMode="auto">
          <a:xfrm>
            <a:off x="42215" y="6580034"/>
            <a:ext cx="4206531" cy="267446"/>
          </a:xfrm>
          <a:prstGeom prst="rect">
            <a:avLst/>
          </a:prstGeom>
          <a:noFill/>
          <a:ln w="9525">
            <a:noFill/>
            <a:miter lim="800000"/>
            <a:headEnd/>
            <a:tailEnd/>
          </a:ln>
          <a:effectLst/>
        </p:spPr>
        <p:txBody>
          <a:bodyPr wrap="square">
            <a:spAutoFit/>
          </a:bodyPr>
          <a:lstStyle/>
          <a:p>
            <a:pPr>
              <a:defRPr/>
            </a:pPr>
            <a:r>
              <a:rPr lang="en-US" altLang="ja-JP" sz="1138" b="1" dirty="0" err="1">
                <a:solidFill>
                  <a:schemeClr val="bg1"/>
                </a:solidFill>
                <a:latin typeface="Monotype Corsiva" pitchFamily="66" charset="0"/>
                <a:ea typeface="HGP創英角ｺﾞｼｯｸUB" pitchFamily="50" charset="-128"/>
              </a:rPr>
              <a:t>Copyright©Funai</a:t>
            </a:r>
            <a:r>
              <a:rPr lang="en-US" altLang="ja-JP" sz="1138" b="1" dirty="0">
                <a:solidFill>
                  <a:schemeClr val="bg1"/>
                </a:solidFill>
                <a:latin typeface="Monotype Corsiva" pitchFamily="66" charset="0"/>
                <a:ea typeface="HGP創英角ｺﾞｼｯｸUB" pitchFamily="50" charset="-128"/>
              </a:rPr>
              <a:t> Consulting Incorporated </a:t>
            </a:r>
            <a:r>
              <a:rPr lang="ja-JP" altLang="en-US" sz="1138" b="1" dirty="0">
                <a:solidFill>
                  <a:schemeClr val="bg1"/>
                </a:solidFill>
                <a:latin typeface="Monotype Corsiva" pitchFamily="66" charset="0"/>
                <a:ea typeface="HGP創英角ｺﾞｼｯｸUB" pitchFamily="50" charset="-128"/>
              </a:rPr>
              <a:t>　　（</a:t>
            </a:r>
            <a:r>
              <a:rPr lang="en-US" altLang="ja-JP" sz="1138" b="1" dirty="0" err="1">
                <a:solidFill>
                  <a:schemeClr val="bg1"/>
                </a:solidFill>
                <a:latin typeface="Monotype Corsiva" pitchFamily="66" charset="0"/>
                <a:ea typeface="HGP創英角ｺﾞｼｯｸUB" pitchFamily="50" charset="-128"/>
              </a:rPr>
              <a:t>Funai</a:t>
            </a:r>
            <a:r>
              <a:rPr lang="en-US" altLang="ja-JP" sz="1138" b="1" dirty="0">
                <a:solidFill>
                  <a:schemeClr val="bg1"/>
                </a:solidFill>
                <a:latin typeface="Monotype Corsiva" pitchFamily="66" charset="0"/>
                <a:ea typeface="HGP創英角ｺﾞｼｯｸUB" pitchFamily="50" charset="-128"/>
              </a:rPr>
              <a:t> Consulting</a:t>
            </a:r>
            <a:r>
              <a:rPr lang="ja-JP" altLang="en-US" sz="1138" b="1" dirty="0">
                <a:solidFill>
                  <a:schemeClr val="bg1"/>
                </a:solidFill>
                <a:latin typeface="Monotype Corsiva" pitchFamily="66" charset="0"/>
                <a:ea typeface="HGP創英角ｺﾞｼｯｸUB" pitchFamily="50" charset="-128"/>
              </a:rPr>
              <a:t> </a:t>
            </a:r>
            <a:r>
              <a:rPr lang="en-US" altLang="ja-JP" sz="1138" b="1" dirty="0">
                <a:solidFill>
                  <a:schemeClr val="bg1"/>
                </a:solidFill>
                <a:latin typeface="Monotype Corsiva" pitchFamily="66" charset="0"/>
                <a:ea typeface="HGP創英角ｺﾞｼｯｸUB" pitchFamily="50" charset="-128"/>
              </a:rPr>
              <a:t>Inc.</a:t>
            </a:r>
            <a:r>
              <a:rPr lang="ja-JP" altLang="en-US" sz="1138" b="1" dirty="0">
                <a:solidFill>
                  <a:schemeClr val="bg1"/>
                </a:solidFill>
                <a:latin typeface="Monotype Corsiva" pitchFamily="66" charset="0"/>
                <a:ea typeface="HGP創英角ｺﾞｼｯｸUB" pitchFamily="50" charset="-128"/>
              </a:rPr>
              <a:t>）</a:t>
            </a:r>
            <a:endParaRPr lang="en-US" altLang="ja-JP" sz="1138" b="1" dirty="0">
              <a:solidFill>
                <a:schemeClr val="bg1"/>
              </a:solidFill>
              <a:latin typeface="Monotype Corsiva" pitchFamily="66" charset="0"/>
              <a:ea typeface="HGP創英角ｺﾞｼｯｸUB" pitchFamily="50" charset="-128"/>
            </a:endParaRPr>
          </a:p>
        </p:txBody>
      </p:sp>
      <p:sp>
        <p:nvSpPr>
          <p:cNvPr id="12" name="スライド番号プレースホルダー 11"/>
          <p:cNvSpPr>
            <a:spLocks noGrp="1"/>
          </p:cNvSpPr>
          <p:nvPr>
            <p:ph type="sldNum" sz="quarter" idx="12"/>
          </p:nvPr>
        </p:nvSpPr>
        <p:spPr>
          <a:xfrm>
            <a:off x="7677150" y="6551360"/>
            <a:ext cx="2228850" cy="365125"/>
          </a:xfrm>
        </p:spPr>
        <p:txBody>
          <a:bodyPr/>
          <a:lstStyle>
            <a:lvl1pPr>
              <a:defRPr sz="1300" b="1">
                <a:solidFill>
                  <a:schemeClr val="bg1"/>
                </a:solidFill>
              </a:defRPr>
            </a:lvl1pPr>
          </a:lstStyle>
          <a:p>
            <a:fld id="{85FC83C8-0BB2-4721-BA19-3C9CC69276E3}" type="slidenum">
              <a:rPr lang="ja-JP" altLang="en-US" smtClean="0"/>
              <a:pPr/>
              <a:t>‹#›</a:t>
            </a:fld>
            <a:endParaRPr lang="ja-JP" altLang="en-US"/>
          </a:p>
        </p:txBody>
      </p:sp>
      <p:sp>
        <p:nvSpPr>
          <p:cNvPr id="22" name="楕円 21"/>
          <p:cNvSpPr/>
          <p:nvPr userDrawn="1"/>
        </p:nvSpPr>
        <p:spPr>
          <a:xfrm>
            <a:off x="-2244328" y="-788766"/>
            <a:ext cx="14437221" cy="1759809"/>
          </a:xfrm>
          <a:prstGeom prst="ellipse">
            <a:avLst/>
          </a:prstGeom>
          <a:solidFill>
            <a:srgbClr val="8B945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24" name="タイトル 1"/>
          <p:cNvSpPr>
            <a:spLocks noGrp="1"/>
          </p:cNvSpPr>
          <p:nvPr>
            <p:ph type="title"/>
          </p:nvPr>
        </p:nvSpPr>
        <p:spPr>
          <a:xfrm>
            <a:off x="255770" y="245205"/>
            <a:ext cx="9378221" cy="605918"/>
          </a:xfrm>
        </p:spPr>
        <p:txBody>
          <a:bodyPr>
            <a:noAutofit/>
          </a:bodyPr>
          <a:lstStyle>
            <a:lvl1pPr algn="ctr">
              <a:defRPr sz="3900" b="1">
                <a:solidFill>
                  <a:schemeClr val="bg1"/>
                </a:solidFill>
              </a:defRPr>
            </a:lvl1pPr>
          </a:lstStyle>
          <a:p>
            <a:r>
              <a:rPr kumimoji="1" lang="ja-JP" altLang="en-US" dirty="0"/>
              <a:t>マスター タイトルの書式設定</a:t>
            </a:r>
          </a:p>
        </p:txBody>
      </p:sp>
      <p:sp>
        <p:nvSpPr>
          <p:cNvPr id="36" name="正方形/長方形 35"/>
          <p:cNvSpPr/>
          <p:nvPr userDrawn="1"/>
        </p:nvSpPr>
        <p:spPr>
          <a:xfrm>
            <a:off x="-2650779" y="-1508644"/>
            <a:ext cx="2642953" cy="3507698"/>
          </a:xfrm>
          <a:prstGeom prst="rect">
            <a:avLst/>
          </a:prstGeom>
          <a:solidFill>
            <a:srgbClr val="E6E6E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37" name="正方形/長方形 36"/>
          <p:cNvSpPr/>
          <p:nvPr userDrawn="1"/>
        </p:nvSpPr>
        <p:spPr>
          <a:xfrm>
            <a:off x="-200669" y="-3521490"/>
            <a:ext cx="11734663" cy="3507698"/>
          </a:xfrm>
          <a:prstGeom prst="rect">
            <a:avLst/>
          </a:prstGeom>
          <a:solidFill>
            <a:srgbClr val="E6E6E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38" name="正方形/長方形 37"/>
          <p:cNvSpPr/>
          <p:nvPr userDrawn="1"/>
        </p:nvSpPr>
        <p:spPr>
          <a:xfrm>
            <a:off x="9918180" y="-2387723"/>
            <a:ext cx="2642953" cy="3507698"/>
          </a:xfrm>
          <a:prstGeom prst="rect">
            <a:avLst/>
          </a:prstGeom>
          <a:solidFill>
            <a:srgbClr val="E6E6E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27" name="楕円 26"/>
          <p:cNvSpPr/>
          <p:nvPr userDrawn="1"/>
        </p:nvSpPr>
        <p:spPr>
          <a:xfrm>
            <a:off x="10081668" y="4975630"/>
            <a:ext cx="340519" cy="417363"/>
          </a:xfrm>
          <a:prstGeom prst="ellipse">
            <a:avLst/>
          </a:prstGeom>
          <a:solidFill>
            <a:srgbClr val="8B945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28" name="楕円 27"/>
          <p:cNvSpPr/>
          <p:nvPr userDrawn="1"/>
        </p:nvSpPr>
        <p:spPr>
          <a:xfrm>
            <a:off x="10081668" y="3641505"/>
            <a:ext cx="340519" cy="417363"/>
          </a:xfrm>
          <a:prstGeom prst="ellipse">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29" name="楕円 28"/>
          <p:cNvSpPr/>
          <p:nvPr userDrawn="1"/>
        </p:nvSpPr>
        <p:spPr>
          <a:xfrm>
            <a:off x="10081668" y="2307380"/>
            <a:ext cx="340519" cy="417363"/>
          </a:xfrm>
          <a:prstGeom prst="ellipse">
            <a:avLst/>
          </a:prstGeom>
          <a:solidFill>
            <a:schemeClr val="bg2">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30" name="楕円 29"/>
          <p:cNvSpPr/>
          <p:nvPr userDrawn="1"/>
        </p:nvSpPr>
        <p:spPr>
          <a:xfrm>
            <a:off x="10081668" y="973255"/>
            <a:ext cx="340519" cy="417363"/>
          </a:xfrm>
          <a:prstGeom prst="ellipse">
            <a:avLst/>
          </a:prstGeom>
          <a:solidFill>
            <a:schemeClr val="bg2">
              <a:lumMod val="2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31" name="四角形吹き出し 30"/>
          <p:cNvSpPr/>
          <p:nvPr userDrawn="1"/>
        </p:nvSpPr>
        <p:spPr>
          <a:xfrm>
            <a:off x="10657068" y="419727"/>
            <a:ext cx="1438387" cy="970890"/>
          </a:xfrm>
          <a:prstGeom prst="wedgeRectCallout">
            <a:avLst>
              <a:gd name="adj1" fmla="val -61477"/>
              <a:gd name="adj2" fmla="val 23901"/>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文字の色</a:t>
            </a:r>
          </a:p>
        </p:txBody>
      </p:sp>
      <p:sp>
        <p:nvSpPr>
          <p:cNvPr id="32" name="四角形吹き出し 31"/>
          <p:cNvSpPr/>
          <p:nvPr userDrawn="1"/>
        </p:nvSpPr>
        <p:spPr>
          <a:xfrm>
            <a:off x="10657068" y="1821934"/>
            <a:ext cx="1438387" cy="970890"/>
          </a:xfrm>
          <a:prstGeom prst="wedgeRectCallout">
            <a:avLst>
              <a:gd name="adj1" fmla="val -61477"/>
              <a:gd name="adj2" fmla="val 23901"/>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やじるしなどの図形の色</a:t>
            </a:r>
          </a:p>
        </p:txBody>
      </p:sp>
      <p:sp>
        <p:nvSpPr>
          <p:cNvPr id="33" name="四角形吹き出し 32"/>
          <p:cNvSpPr/>
          <p:nvPr userDrawn="1"/>
        </p:nvSpPr>
        <p:spPr>
          <a:xfrm>
            <a:off x="10657068" y="4490184"/>
            <a:ext cx="1438387" cy="970890"/>
          </a:xfrm>
          <a:prstGeom prst="wedgeRectCallout">
            <a:avLst>
              <a:gd name="adj1" fmla="val -61477"/>
              <a:gd name="adj2" fmla="val 23901"/>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ベースの色</a:t>
            </a:r>
          </a:p>
        </p:txBody>
      </p:sp>
      <p:sp>
        <p:nvSpPr>
          <p:cNvPr id="34" name="四角形吹き出し 33"/>
          <p:cNvSpPr/>
          <p:nvPr userDrawn="1"/>
        </p:nvSpPr>
        <p:spPr>
          <a:xfrm>
            <a:off x="10657068" y="3156059"/>
            <a:ext cx="1438387" cy="970890"/>
          </a:xfrm>
          <a:prstGeom prst="wedgeRectCallout">
            <a:avLst>
              <a:gd name="adj1" fmla="val -61477"/>
              <a:gd name="adj2" fmla="val 23901"/>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強調の色</a:t>
            </a:r>
          </a:p>
        </p:txBody>
      </p:sp>
      <p:sp>
        <p:nvSpPr>
          <p:cNvPr id="39" name="四角形吹き出し 38"/>
          <p:cNvSpPr/>
          <p:nvPr userDrawn="1"/>
        </p:nvSpPr>
        <p:spPr>
          <a:xfrm>
            <a:off x="-2959618" y="-919028"/>
            <a:ext cx="2448136" cy="1838056"/>
          </a:xfrm>
          <a:prstGeom prst="wedgeRectCallout">
            <a:avLst>
              <a:gd name="adj1" fmla="val 68120"/>
              <a:gd name="adj2" fmla="val 16336"/>
            </a:avLst>
          </a:prstGeom>
          <a:solidFill>
            <a:srgbClr val="07628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タイトル（目次と対応させてください。）</a:t>
            </a:r>
            <a:endParaRPr kumimoji="1" lang="en-US" altLang="ja-JP" sz="1463" dirty="0"/>
          </a:p>
          <a:p>
            <a:pPr algn="ctr"/>
            <a:r>
              <a:rPr kumimoji="1" lang="ja-JP" altLang="en-US" sz="1463" dirty="0"/>
              <a:t>フォント：メイリオ見出し</a:t>
            </a:r>
            <a:endParaRPr kumimoji="1" lang="en-US" altLang="ja-JP" sz="1463" dirty="0"/>
          </a:p>
          <a:p>
            <a:pPr algn="ctr"/>
            <a:r>
              <a:rPr lang="ja-JP" altLang="en-US" sz="1463" dirty="0"/>
              <a:t>サイズ：</a:t>
            </a:r>
            <a:r>
              <a:rPr lang="en-US" altLang="ja-JP" sz="1463" dirty="0"/>
              <a:t>48</a:t>
            </a:r>
          </a:p>
          <a:p>
            <a:pPr algn="ctr"/>
            <a:r>
              <a:rPr lang="ja-JP" altLang="en-US" sz="1463" dirty="0"/>
              <a:t>ボールド</a:t>
            </a:r>
            <a:endParaRPr lang="en-US" altLang="ja-JP" sz="1463" dirty="0"/>
          </a:p>
          <a:p>
            <a:pPr algn="ctr"/>
            <a:r>
              <a:rPr lang="ja-JP" altLang="en-US" sz="1463" dirty="0"/>
              <a:t>真ん中寄せ</a:t>
            </a:r>
            <a:endParaRPr kumimoji="1" lang="en-US" altLang="ja-JP" sz="1463" dirty="0"/>
          </a:p>
        </p:txBody>
      </p:sp>
      <p:sp>
        <p:nvSpPr>
          <p:cNvPr id="45" name="四角形吹き出し 44"/>
          <p:cNvSpPr/>
          <p:nvPr userDrawn="1"/>
        </p:nvSpPr>
        <p:spPr>
          <a:xfrm>
            <a:off x="-2933551" y="2899809"/>
            <a:ext cx="2448136" cy="1838056"/>
          </a:xfrm>
          <a:prstGeom prst="wedgeRectCallout">
            <a:avLst>
              <a:gd name="adj1" fmla="val 68120"/>
              <a:gd name="adj2" fmla="val 16336"/>
            </a:avLst>
          </a:prstGeom>
          <a:solidFill>
            <a:srgbClr val="07628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小見出し</a:t>
            </a:r>
            <a:endParaRPr kumimoji="1" lang="en-US" altLang="ja-JP" sz="1463" dirty="0"/>
          </a:p>
          <a:p>
            <a:pPr algn="ctr"/>
            <a:r>
              <a:rPr kumimoji="1" lang="ja-JP" altLang="en-US" sz="1463" dirty="0"/>
              <a:t>フォント：メイリオ本文</a:t>
            </a:r>
            <a:endParaRPr kumimoji="1" lang="en-US" altLang="ja-JP" sz="1463" dirty="0"/>
          </a:p>
          <a:p>
            <a:pPr algn="ctr"/>
            <a:r>
              <a:rPr lang="ja-JP" altLang="en-US" sz="1463" dirty="0"/>
              <a:t>サイズ：</a:t>
            </a:r>
            <a:r>
              <a:rPr lang="en-US" altLang="ja-JP" sz="1463" dirty="0"/>
              <a:t>32</a:t>
            </a:r>
          </a:p>
          <a:p>
            <a:pPr algn="ctr"/>
            <a:r>
              <a:rPr lang="ja-JP" altLang="en-US" sz="1463" dirty="0"/>
              <a:t>ボールド</a:t>
            </a:r>
            <a:endParaRPr lang="en-US" altLang="ja-JP" sz="1463" dirty="0"/>
          </a:p>
          <a:p>
            <a:pPr algn="ctr"/>
            <a:r>
              <a:rPr kumimoji="1" lang="ja-JP" altLang="en-US" sz="1463" dirty="0"/>
              <a:t>左寄せ</a:t>
            </a:r>
            <a:endParaRPr kumimoji="1" lang="en-US" altLang="ja-JP" sz="1463" dirty="0"/>
          </a:p>
        </p:txBody>
      </p:sp>
      <p:sp>
        <p:nvSpPr>
          <p:cNvPr id="46" name="四角形吹き出し 45"/>
          <p:cNvSpPr/>
          <p:nvPr userDrawn="1"/>
        </p:nvSpPr>
        <p:spPr>
          <a:xfrm>
            <a:off x="-2933551" y="4895865"/>
            <a:ext cx="2448136" cy="1838056"/>
          </a:xfrm>
          <a:prstGeom prst="wedgeRectCallout">
            <a:avLst>
              <a:gd name="adj1" fmla="val 68617"/>
              <a:gd name="adj2" fmla="val -24441"/>
            </a:avLst>
          </a:prstGeom>
          <a:solidFill>
            <a:srgbClr val="07628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本文</a:t>
            </a:r>
            <a:endParaRPr kumimoji="1" lang="en-US" altLang="ja-JP" sz="1463" dirty="0"/>
          </a:p>
          <a:p>
            <a:pPr algn="ctr"/>
            <a:r>
              <a:rPr kumimoji="1" lang="ja-JP" altLang="en-US" sz="1463" dirty="0"/>
              <a:t>フォント：メイリオ本文</a:t>
            </a:r>
            <a:endParaRPr kumimoji="1" lang="en-US" altLang="ja-JP" sz="1463" dirty="0"/>
          </a:p>
          <a:p>
            <a:pPr algn="ctr"/>
            <a:r>
              <a:rPr lang="ja-JP" altLang="en-US" sz="1463" dirty="0"/>
              <a:t>サイズ：</a:t>
            </a:r>
            <a:r>
              <a:rPr lang="en-US" altLang="ja-JP" sz="1463" dirty="0"/>
              <a:t>18</a:t>
            </a:r>
          </a:p>
          <a:p>
            <a:pPr algn="ctr"/>
            <a:r>
              <a:rPr kumimoji="1" lang="ja-JP" altLang="en-US" sz="1463" dirty="0"/>
              <a:t>左寄せ</a:t>
            </a:r>
            <a:endParaRPr kumimoji="1" lang="en-US" altLang="ja-JP" sz="1463" dirty="0"/>
          </a:p>
        </p:txBody>
      </p:sp>
      <p:sp>
        <p:nvSpPr>
          <p:cNvPr id="23" name="四角形吹き出し 22"/>
          <p:cNvSpPr/>
          <p:nvPr userDrawn="1"/>
        </p:nvSpPr>
        <p:spPr>
          <a:xfrm>
            <a:off x="10657068" y="5752795"/>
            <a:ext cx="1645113" cy="970890"/>
          </a:xfrm>
          <a:prstGeom prst="wedgeRectCallout">
            <a:avLst>
              <a:gd name="adj1" fmla="val -62408"/>
              <a:gd name="adj2" fmla="val 9477"/>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この赤ガイド線内に収まるように作成してください</a:t>
            </a:r>
          </a:p>
        </p:txBody>
      </p:sp>
    </p:spTree>
    <p:extLst>
      <p:ext uri="{BB962C8B-B14F-4D97-AF65-F5344CB8AC3E}">
        <p14:creationId xmlns:p14="http://schemas.microsoft.com/office/powerpoint/2010/main" val="638555360"/>
      </p:ext>
    </p:extLst>
  </p:cSld>
  <p:clrMapOvr>
    <a:masterClrMapping/>
  </p:clrMapOvr>
  <p:hf hdr="0" ftr="0" dt="0"/>
  <p:extLst>
    <p:ext uri="{DCECCB84-F9BA-43D5-87BE-67443E8EF086}">
      <p15:sldGuideLst xmlns:p15="http://schemas.microsoft.com/office/powerpoint/2012/main">
        <p15:guide id="1" orient="horz" pos="2160">
          <p15:clr>
            <a:srgbClr val="000000"/>
          </p15:clr>
        </p15:guide>
        <p15:guide id="2" pos="3840">
          <p15:clr>
            <a:srgbClr val="000000"/>
          </p15:clr>
        </p15:guide>
      </p15:sldGuideLst>
    </p:ext>
  </p:extLst>
</p:sldLayout>
</file>

<file path=ppt/slideLayouts/slideLayout16.xml><?xml version="1.0" encoding="utf-8"?>
<p:sldLayout xmlns:a="http://schemas.openxmlformats.org/drawingml/2006/main" xmlns:r="http://schemas.openxmlformats.org/officeDocument/2006/relationships" xmlns:p="http://schemas.openxmlformats.org/presentationml/2006/main" userDrawn="1">
  <p:cSld name="3_タイトルとコンテンツ">
    <p:spTree>
      <p:nvGrpSpPr>
        <p:cNvPr id="1" name=""/>
        <p:cNvGrpSpPr/>
        <p:nvPr/>
      </p:nvGrpSpPr>
      <p:grpSpPr>
        <a:xfrm>
          <a:off x="0" y="0"/>
          <a:ext cx="0" cy="0"/>
          <a:chOff x="0" y="0"/>
          <a:chExt cx="0" cy="0"/>
        </a:xfrm>
      </p:grpSpPr>
      <p:graphicFrame>
        <p:nvGraphicFramePr>
          <p:cNvPr id="26" name="表 25"/>
          <p:cNvGraphicFramePr>
            <a:graphicFrameLocks noGrp="1"/>
          </p:cNvGraphicFramePr>
          <p:nvPr userDrawn="1"/>
        </p:nvGraphicFramePr>
        <p:xfrm>
          <a:off x="0" y="727606"/>
          <a:ext cx="438463" cy="5882490"/>
        </p:xfrm>
        <a:graphic>
          <a:graphicData uri="http://schemas.openxmlformats.org/drawingml/2006/table">
            <a:tbl>
              <a:tblPr firstRow="1" bandRow="1">
                <a:tableStyleId>{5C22544A-7EE6-4342-B048-85BDC9FD1C3A}</a:tableStyleId>
              </a:tblPr>
              <a:tblGrid>
                <a:gridCol w="438463">
                  <a:extLst>
                    <a:ext uri="{9D8B030D-6E8A-4147-A177-3AD203B41FA5}">
                      <a16:colId xmlns:a16="http://schemas.microsoft.com/office/drawing/2014/main" val="2456847792"/>
                    </a:ext>
                  </a:extLst>
                </a:gridCol>
              </a:tblGrid>
              <a:tr h="980415">
                <a:tc>
                  <a:txBody>
                    <a:bodyPr/>
                    <a:lstStyle/>
                    <a:p>
                      <a:pPr algn="ctr"/>
                      <a:r>
                        <a:rPr kumimoji="1" lang="ja-JP" altLang="en-US" sz="1100" b="1" dirty="0">
                          <a:solidFill>
                            <a:schemeClr val="bg1"/>
                          </a:solidFill>
                        </a:rPr>
                        <a:t>①タイトル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1512206185"/>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②タイトル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2631667891"/>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③タイトル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627911894"/>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④タイトル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2091809632"/>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⑤タイトル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1750606519"/>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⑥タイトル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149417652"/>
                  </a:ext>
                </a:extLst>
              </a:tr>
            </a:tbl>
          </a:graphicData>
        </a:graphic>
      </p:graphicFrame>
      <p:sp>
        <p:nvSpPr>
          <p:cNvPr id="35" name="正方形/長方形 34"/>
          <p:cNvSpPr/>
          <p:nvPr userDrawn="1"/>
        </p:nvSpPr>
        <p:spPr>
          <a:xfrm>
            <a:off x="85255" y="1119975"/>
            <a:ext cx="267950" cy="5341188"/>
          </a:xfrm>
          <a:prstGeom prst="rect">
            <a:avLst/>
          </a:prstGeom>
          <a:solidFill>
            <a:srgbClr val="FF00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vert="eaVert" rtlCol="0" anchor="ctr"/>
          <a:lstStyle/>
          <a:p>
            <a:pPr algn="ctr"/>
            <a:r>
              <a:rPr kumimoji="1" lang="ja-JP" altLang="en-US" sz="1463" dirty="0"/>
              <a:t>こちらで変更します。</a:t>
            </a:r>
          </a:p>
        </p:txBody>
      </p:sp>
      <p:sp>
        <p:nvSpPr>
          <p:cNvPr id="8" name="正方形/長方形 7"/>
          <p:cNvSpPr/>
          <p:nvPr userDrawn="1"/>
        </p:nvSpPr>
        <p:spPr>
          <a:xfrm>
            <a:off x="0" y="6610097"/>
            <a:ext cx="9906000" cy="24765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7" name="Text Box 31"/>
          <p:cNvSpPr txBox="1">
            <a:spLocks noChangeArrowheads="1"/>
          </p:cNvSpPr>
          <p:nvPr userDrawn="1"/>
        </p:nvSpPr>
        <p:spPr bwMode="auto">
          <a:xfrm>
            <a:off x="42215" y="6580034"/>
            <a:ext cx="4206531" cy="267446"/>
          </a:xfrm>
          <a:prstGeom prst="rect">
            <a:avLst/>
          </a:prstGeom>
          <a:noFill/>
          <a:ln w="9525">
            <a:noFill/>
            <a:miter lim="800000"/>
            <a:headEnd/>
            <a:tailEnd/>
          </a:ln>
          <a:effectLst/>
        </p:spPr>
        <p:txBody>
          <a:bodyPr wrap="square">
            <a:spAutoFit/>
          </a:bodyPr>
          <a:lstStyle/>
          <a:p>
            <a:pPr>
              <a:defRPr/>
            </a:pPr>
            <a:r>
              <a:rPr lang="en-US" altLang="ja-JP" sz="1138" b="1" dirty="0" err="1">
                <a:solidFill>
                  <a:schemeClr val="bg1"/>
                </a:solidFill>
                <a:latin typeface="Monotype Corsiva" pitchFamily="66" charset="0"/>
                <a:ea typeface="HGP創英角ｺﾞｼｯｸUB" pitchFamily="50" charset="-128"/>
              </a:rPr>
              <a:t>Copyright©Funai</a:t>
            </a:r>
            <a:r>
              <a:rPr lang="en-US" altLang="ja-JP" sz="1138" b="1" dirty="0">
                <a:solidFill>
                  <a:schemeClr val="bg1"/>
                </a:solidFill>
                <a:latin typeface="Monotype Corsiva" pitchFamily="66" charset="0"/>
                <a:ea typeface="HGP創英角ｺﾞｼｯｸUB" pitchFamily="50" charset="-128"/>
              </a:rPr>
              <a:t> Consulting Incorporated </a:t>
            </a:r>
            <a:r>
              <a:rPr lang="ja-JP" altLang="en-US" sz="1138" b="1" dirty="0">
                <a:solidFill>
                  <a:schemeClr val="bg1"/>
                </a:solidFill>
                <a:latin typeface="Monotype Corsiva" pitchFamily="66" charset="0"/>
                <a:ea typeface="HGP創英角ｺﾞｼｯｸUB" pitchFamily="50" charset="-128"/>
              </a:rPr>
              <a:t>　　（</a:t>
            </a:r>
            <a:r>
              <a:rPr lang="en-US" altLang="ja-JP" sz="1138" b="1" dirty="0" err="1">
                <a:solidFill>
                  <a:schemeClr val="bg1"/>
                </a:solidFill>
                <a:latin typeface="Monotype Corsiva" pitchFamily="66" charset="0"/>
                <a:ea typeface="HGP創英角ｺﾞｼｯｸUB" pitchFamily="50" charset="-128"/>
              </a:rPr>
              <a:t>Funai</a:t>
            </a:r>
            <a:r>
              <a:rPr lang="en-US" altLang="ja-JP" sz="1138" b="1" dirty="0">
                <a:solidFill>
                  <a:schemeClr val="bg1"/>
                </a:solidFill>
                <a:latin typeface="Monotype Corsiva" pitchFamily="66" charset="0"/>
                <a:ea typeface="HGP創英角ｺﾞｼｯｸUB" pitchFamily="50" charset="-128"/>
              </a:rPr>
              <a:t> Consulting</a:t>
            </a:r>
            <a:r>
              <a:rPr lang="ja-JP" altLang="en-US" sz="1138" b="1" dirty="0">
                <a:solidFill>
                  <a:schemeClr val="bg1"/>
                </a:solidFill>
                <a:latin typeface="Monotype Corsiva" pitchFamily="66" charset="0"/>
                <a:ea typeface="HGP創英角ｺﾞｼｯｸUB" pitchFamily="50" charset="-128"/>
              </a:rPr>
              <a:t> </a:t>
            </a:r>
            <a:r>
              <a:rPr lang="en-US" altLang="ja-JP" sz="1138" b="1" dirty="0">
                <a:solidFill>
                  <a:schemeClr val="bg1"/>
                </a:solidFill>
                <a:latin typeface="Monotype Corsiva" pitchFamily="66" charset="0"/>
                <a:ea typeface="HGP創英角ｺﾞｼｯｸUB" pitchFamily="50" charset="-128"/>
              </a:rPr>
              <a:t>Inc.</a:t>
            </a:r>
            <a:r>
              <a:rPr lang="ja-JP" altLang="en-US" sz="1138" b="1" dirty="0">
                <a:solidFill>
                  <a:schemeClr val="bg1"/>
                </a:solidFill>
                <a:latin typeface="Monotype Corsiva" pitchFamily="66" charset="0"/>
                <a:ea typeface="HGP創英角ｺﾞｼｯｸUB" pitchFamily="50" charset="-128"/>
              </a:rPr>
              <a:t>）</a:t>
            </a:r>
            <a:endParaRPr lang="en-US" altLang="ja-JP" sz="1138" b="1" dirty="0">
              <a:solidFill>
                <a:schemeClr val="bg1"/>
              </a:solidFill>
              <a:latin typeface="Monotype Corsiva" pitchFamily="66" charset="0"/>
              <a:ea typeface="HGP創英角ｺﾞｼｯｸUB" pitchFamily="50" charset="-128"/>
            </a:endParaRPr>
          </a:p>
        </p:txBody>
      </p:sp>
      <p:sp>
        <p:nvSpPr>
          <p:cNvPr id="12" name="スライド番号プレースホルダー 11"/>
          <p:cNvSpPr>
            <a:spLocks noGrp="1"/>
          </p:cNvSpPr>
          <p:nvPr>
            <p:ph type="sldNum" sz="quarter" idx="12"/>
          </p:nvPr>
        </p:nvSpPr>
        <p:spPr>
          <a:xfrm>
            <a:off x="7677150" y="6551360"/>
            <a:ext cx="2228850" cy="365125"/>
          </a:xfrm>
        </p:spPr>
        <p:txBody>
          <a:bodyPr/>
          <a:lstStyle>
            <a:lvl1pPr>
              <a:defRPr sz="1300" b="1">
                <a:solidFill>
                  <a:schemeClr val="bg1"/>
                </a:solidFill>
              </a:defRPr>
            </a:lvl1pPr>
          </a:lstStyle>
          <a:p>
            <a:fld id="{85FC83C8-0BB2-4721-BA19-3C9CC69276E3}" type="slidenum">
              <a:rPr lang="ja-JP" altLang="en-US" smtClean="0"/>
              <a:pPr/>
              <a:t>‹#›</a:t>
            </a:fld>
            <a:endParaRPr lang="ja-JP" altLang="en-US"/>
          </a:p>
        </p:txBody>
      </p:sp>
      <p:sp>
        <p:nvSpPr>
          <p:cNvPr id="22" name="楕円 21"/>
          <p:cNvSpPr/>
          <p:nvPr userDrawn="1"/>
        </p:nvSpPr>
        <p:spPr>
          <a:xfrm>
            <a:off x="-2244328" y="-788766"/>
            <a:ext cx="14437221" cy="1759809"/>
          </a:xfrm>
          <a:prstGeom prst="ellipse">
            <a:avLst/>
          </a:prstGeom>
          <a:solidFill>
            <a:srgbClr val="8B945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24" name="タイトル 1"/>
          <p:cNvSpPr>
            <a:spLocks noGrp="1"/>
          </p:cNvSpPr>
          <p:nvPr>
            <p:ph type="title"/>
          </p:nvPr>
        </p:nvSpPr>
        <p:spPr>
          <a:xfrm>
            <a:off x="255770" y="245205"/>
            <a:ext cx="9378221" cy="605918"/>
          </a:xfrm>
        </p:spPr>
        <p:txBody>
          <a:bodyPr>
            <a:noAutofit/>
          </a:bodyPr>
          <a:lstStyle>
            <a:lvl1pPr algn="ctr">
              <a:defRPr sz="3900" b="1">
                <a:solidFill>
                  <a:schemeClr val="bg1"/>
                </a:solidFill>
              </a:defRPr>
            </a:lvl1pPr>
          </a:lstStyle>
          <a:p>
            <a:r>
              <a:rPr kumimoji="1" lang="ja-JP" altLang="en-US" dirty="0"/>
              <a:t>マスター タイトルの書式設定</a:t>
            </a:r>
          </a:p>
        </p:txBody>
      </p:sp>
      <p:sp>
        <p:nvSpPr>
          <p:cNvPr id="36" name="正方形/長方形 35"/>
          <p:cNvSpPr/>
          <p:nvPr userDrawn="1"/>
        </p:nvSpPr>
        <p:spPr>
          <a:xfrm>
            <a:off x="-2650779" y="-1508644"/>
            <a:ext cx="2642953" cy="3507698"/>
          </a:xfrm>
          <a:prstGeom prst="rect">
            <a:avLst/>
          </a:prstGeom>
          <a:solidFill>
            <a:srgbClr val="E6E6E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37" name="正方形/長方形 36"/>
          <p:cNvSpPr/>
          <p:nvPr userDrawn="1"/>
        </p:nvSpPr>
        <p:spPr>
          <a:xfrm>
            <a:off x="-200669" y="-3521490"/>
            <a:ext cx="11734663" cy="3507698"/>
          </a:xfrm>
          <a:prstGeom prst="rect">
            <a:avLst/>
          </a:prstGeom>
          <a:solidFill>
            <a:srgbClr val="E6E6E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38" name="正方形/長方形 37"/>
          <p:cNvSpPr/>
          <p:nvPr userDrawn="1"/>
        </p:nvSpPr>
        <p:spPr>
          <a:xfrm>
            <a:off x="9918180" y="-2387723"/>
            <a:ext cx="2642953" cy="3507698"/>
          </a:xfrm>
          <a:prstGeom prst="rect">
            <a:avLst/>
          </a:prstGeom>
          <a:solidFill>
            <a:srgbClr val="E6E6E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27" name="楕円 26"/>
          <p:cNvSpPr/>
          <p:nvPr userDrawn="1"/>
        </p:nvSpPr>
        <p:spPr>
          <a:xfrm>
            <a:off x="10081668" y="4975630"/>
            <a:ext cx="340519" cy="417363"/>
          </a:xfrm>
          <a:prstGeom prst="ellipse">
            <a:avLst/>
          </a:prstGeom>
          <a:solidFill>
            <a:srgbClr val="8B945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28" name="楕円 27"/>
          <p:cNvSpPr/>
          <p:nvPr userDrawn="1"/>
        </p:nvSpPr>
        <p:spPr>
          <a:xfrm>
            <a:off x="10081668" y="3641505"/>
            <a:ext cx="340519" cy="417363"/>
          </a:xfrm>
          <a:prstGeom prst="ellipse">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29" name="楕円 28"/>
          <p:cNvSpPr/>
          <p:nvPr userDrawn="1"/>
        </p:nvSpPr>
        <p:spPr>
          <a:xfrm>
            <a:off x="10081668" y="2307380"/>
            <a:ext cx="340519" cy="417363"/>
          </a:xfrm>
          <a:prstGeom prst="ellipse">
            <a:avLst/>
          </a:prstGeom>
          <a:solidFill>
            <a:schemeClr val="bg2">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30" name="楕円 29"/>
          <p:cNvSpPr/>
          <p:nvPr userDrawn="1"/>
        </p:nvSpPr>
        <p:spPr>
          <a:xfrm>
            <a:off x="10081668" y="973255"/>
            <a:ext cx="340519" cy="417363"/>
          </a:xfrm>
          <a:prstGeom prst="ellipse">
            <a:avLst/>
          </a:prstGeom>
          <a:solidFill>
            <a:schemeClr val="bg2">
              <a:lumMod val="2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31" name="四角形吹き出し 30"/>
          <p:cNvSpPr/>
          <p:nvPr userDrawn="1"/>
        </p:nvSpPr>
        <p:spPr>
          <a:xfrm>
            <a:off x="10657068" y="419727"/>
            <a:ext cx="1438387" cy="970890"/>
          </a:xfrm>
          <a:prstGeom prst="wedgeRectCallout">
            <a:avLst>
              <a:gd name="adj1" fmla="val -61477"/>
              <a:gd name="adj2" fmla="val 23901"/>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文字の色</a:t>
            </a:r>
          </a:p>
        </p:txBody>
      </p:sp>
      <p:sp>
        <p:nvSpPr>
          <p:cNvPr id="32" name="四角形吹き出し 31"/>
          <p:cNvSpPr/>
          <p:nvPr userDrawn="1"/>
        </p:nvSpPr>
        <p:spPr>
          <a:xfrm>
            <a:off x="10657068" y="1821934"/>
            <a:ext cx="1438387" cy="970890"/>
          </a:xfrm>
          <a:prstGeom prst="wedgeRectCallout">
            <a:avLst>
              <a:gd name="adj1" fmla="val -61477"/>
              <a:gd name="adj2" fmla="val 23901"/>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やじるしなどの図形の色</a:t>
            </a:r>
          </a:p>
        </p:txBody>
      </p:sp>
      <p:sp>
        <p:nvSpPr>
          <p:cNvPr id="33" name="四角形吹き出し 32"/>
          <p:cNvSpPr/>
          <p:nvPr userDrawn="1"/>
        </p:nvSpPr>
        <p:spPr>
          <a:xfrm>
            <a:off x="10657068" y="4490184"/>
            <a:ext cx="1438387" cy="970890"/>
          </a:xfrm>
          <a:prstGeom prst="wedgeRectCallout">
            <a:avLst>
              <a:gd name="adj1" fmla="val -61477"/>
              <a:gd name="adj2" fmla="val 23901"/>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ベースの色</a:t>
            </a:r>
          </a:p>
        </p:txBody>
      </p:sp>
      <p:sp>
        <p:nvSpPr>
          <p:cNvPr id="34" name="四角形吹き出し 33"/>
          <p:cNvSpPr/>
          <p:nvPr userDrawn="1"/>
        </p:nvSpPr>
        <p:spPr>
          <a:xfrm>
            <a:off x="10657068" y="3156059"/>
            <a:ext cx="1438387" cy="970890"/>
          </a:xfrm>
          <a:prstGeom prst="wedgeRectCallout">
            <a:avLst>
              <a:gd name="adj1" fmla="val -61477"/>
              <a:gd name="adj2" fmla="val 23901"/>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強調の色</a:t>
            </a:r>
          </a:p>
        </p:txBody>
      </p:sp>
      <p:sp>
        <p:nvSpPr>
          <p:cNvPr id="39" name="四角形吹き出し 38"/>
          <p:cNvSpPr/>
          <p:nvPr userDrawn="1"/>
        </p:nvSpPr>
        <p:spPr>
          <a:xfrm>
            <a:off x="-2959618" y="-919028"/>
            <a:ext cx="2448136" cy="1838056"/>
          </a:xfrm>
          <a:prstGeom prst="wedgeRectCallout">
            <a:avLst>
              <a:gd name="adj1" fmla="val 68120"/>
              <a:gd name="adj2" fmla="val 16336"/>
            </a:avLst>
          </a:prstGeom>
          <a:solidFill>
            <a:srgbClr val="07628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タイトル（目次と対応させてください。）</a:t>
            </a:r>
            <a:endParaRPr kumimoji="1" lang="en-US" altLang="ja-JP" sz="1463" dirty="0"/>
          </a:p>
          <a:p>
            <a:pPr algn="ctr"/>
            <a:r>
              <a:rPr kumimoji="1" lang="ja-JP" altLang="en-US" sz="1463" dirty="0"/>
              <a:t>フォント：メイリオ見出し</a:t>
            </a:r>
            <a:endParaRPr kumimoji="1" lang="en-US" altLang="ja-JP" sz="1463" dirty="0"/>
          </a:p>
          <a:p>
            <a:pPr algn="ctr"/>
            <a:r>
              <a:rPr lang="ja-JP" altLang="en-US" sz="1463" dirty="0"/>
              <a:t>サイズ：</a:t>
            </a:r>
            <a:r>
              <a:rPr lang="en-US" altLang="ja-JP" sz="1463" dirty="0"/>
              <a:t>48</a:t>
            </a:r>
          </a:p>
          <a:p>
            <a:pPr algn="ctr"/>
            <a:r>
              <a:rPr lang="ja-JP" altLang="en-US" sz="1463" dirty="0"/>
              <a:t>ボールド</a:t>
            </a:r>
            <a:endParaRPr lang="en-US" altLang="ja-JP" sz="1463" dirty="0"/>
          </a:p>
          <a:p>
            <a:pPr algn="ctr"/>
            <a:r>
              <a:rPr lang="ja-JP" altLang="en-US" sz="1463" dirty="0"/>
              <a:t>真ん中寄せ</a:t>
            </a:r>
            <a:endParaRPr kumimoji="1" lang="en-US" altLang="ja-JP" sz="1463" dirty="0"/>
          </a:p>
        </p:txBody>
      </p:sp>
      <p:sp>
        <p:nvSpPr>
          <p:cNvPr id="45" name="四角形吹き出し 44"/>
          <p:cNvSpPr/>
          <p:nvPr userDrawn="1"/>
        </p:nvSpPr>
        <p:spPr>
          <a:xfrm>
            <a:off x="-2933551" y="2899809"/>
            <a:ext cx="2448136" cy="1838056"/>
          </a:xfrm>
          <a:prstGeom prst="wedgeRectCallout">
            <a:avLst>
              <a:gd name="adj1" fmla="val 68120"/>
              <a:gd name="adj2" fmla="val 16336"/>
            </a:avLst>
          </a:prstGeom>
          <a:solidFill>
            <a:srgbClr val="07628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小見出し</a:t>
            </a:r>
            <a:endParaRPr kumimoji="1" lang="en-US" altLang="ja-JP" sz="1463" dirty="0"/>
          </a:p>
          <a:p>
            <a:pPr algn="ctr"/>
            <a:r>
              <a:rPr kumimoji="1" lang="ja-JP" altLang="en-US" sz="1463" dirty="0"/>
              <a:t>フォント：メイリオ本文</a:t>
            </a:r>
            <a:endParaRPr kumimoji="1" lang="en-US" altLang="ja-JP" sz="1463" dirty="0"/>
          </a:p>
          <a:p>
            <a:pPr algn="ctr"/>
            <a:r>
              <a:rPr lang="ja-JP" altLang="en-US" sz="1463" dirty="0"/>
              <a:t>サイズ：</a:t>
            </a:r>
            <a:r>
              <a:rPr lang="en-US" altLang="ja-JP" sz="1463" dirty="0"/>
              <a:t>32</a:t>
            </a:r>
          </a:p>
          <a:p>
            <a:pPr algn="ctr"/>
            <a:r>
              <a:rPr lang="ja-JP" altLang="en-US" sz="1463" dirty="0"/>
              <a:t>ボールド</a:t>
            </a:r>
            <a:endParaRPr lang="en-US" altLang="ja-JP" sz="1463" dirty="0"/>
          </a:p>
          <a:p>
            <a:pPr algn="ctr"/>
            <a:r>
              <a:rPr kumimoji="1" lang="ja-JP" altLang="en-US" sz="1463" dirty="0"/>
              <a:t>左寄せ</a:t>
            </a:r>
            <a:endParaRPr kumimoji="1" lang="en-US" altLang="ja-JP" sz="1463" dirty="0"/>
          </a:p>
        </p:txBody>
      </p:sp>
      <p:sp>
        <p:nvSpPr>
          <p:cNvPr id="46" name="四角形吹き出し 45"/>
          <p:cNvSpPr/>
          <p:nvPr userDrawn="1"/>
        </p:nvSpPr>
        <p:spPr>
          <a:xfrm>
            <a:off x="-2933551" y="4895865"/>
            <a:ext cx="2448136" cy="1838056"/>
          </a:xfrm>
          <a:prstGeom prst="wedgeRectCallout">
            <a:avLst>
              <a:gd name="adj1" fmla="val 68617"/>
              <a:gd name="adj2" fmla="val -24441"/>
            </a:avLst>
          </a:prstGeom>
          <a:solidFill>
            <a:srgbClr val="07628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本文</a:t>
            </a:r>
            <a:endParaRPr kumimoji="1" lang="en-US" altLang="ja-JP" sz="1463" dirty="0"/>
          </a:p>
          <a:p>
            <a:pPr algn="ctr"/>
            <a:r>
              <a:rPr kumimoji="1" lang="ja-JP" altLang="en-US" sz="1463" dirty="0"/>
              <a:t>フォント：メイリオ本文</a:t>
            </a:r>
            <a:endParaRPr kumimoji="1" lang="en-US" altLang="ja-JP" sz="1463" dirty="0"/>
          </a:p>
          <a:p>
            <a:pPr algn="ctr"/>
            <a:r>
              <a:rPr lang="ja-JP" altLang="en-US" sz="1463" dirty="0"/>
              <a:t>サイズ：</a:t>
            </a:r>
            <a:r>
              <a:rPr lang="en-US" altLang="ja-JP" sz="1463" dirty="0"/>
              <a:t>18</a:t>
            </a:r>
          </a:p>
          <a:p>
            <a:pPr algn="ctr"/>
            <a:r>
              <a:rPr kumimoji="1" lang="ja-JP" altLang="en-US" sz="1463" dirty="0"/>
              <a:t>左寄せ</a:t>
            </a:r>
            <a:endParaRPr kumimoji="1" lang="en-US" altLang="ja-JP" sz="1463" dirty="0"/>
          </a:p>
        </p:txBody>
      </p:sp>
      <p:sp>
        <p:nvSpPr>
          <p:cNvPr id="23" name="四角形吹き出し 22"/>
          <p:cNvSpPr/>
          <p:nvPr userDrawn="1"/>
        </p:nvSpPr>
        <p:spPr>
          <a:xfrm>
            <a:off x="10657068" y="5752795"/>
            <a:ext cx="1645113" cy="970890"/>
          </a:xfrm>
          <a:prstGeom prst="wedgeRectCallout">
            <a:avLst>
              <a:gd name="adj1" fmla="val -62408"/>
              <a:gd name="adj2" fmla="val 9477"/>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この赤ガイド線内に収まるように作成してください</a:t>
            </a:r>
          </a:p>
        </p:txBody>
      </p:sp>
    </p:spTree>
    <p:extLst>
      <p:ext uri="{BB962C8B-B14F-4D97-AF65-F5344CB8AC3E}">
        <p14:creationId xmlns:p14="http://schemas.microsoft.com/office/powerpoint/2010/main" val="3917458568"/>
      </p:ext>
    </p:extLst>
  </p:cSld>
  <p:clrMapOvr>
    <a:masterClrMapping/>
  </p:clrMapOvr>
  <p:hf hdr="0" ftr="0" dt="0"/>
  <p:extLst>
    <p:ext uri="{DCECCB84-F9BA-43D5-87BE-67443E8EF086}">
      <p15:sldGuideLst xmlns:p15="http://schemas.microsoft.com/office/powerpoint/2012/main">
        <p15:guide id="1" orient="horz" pos="2160">
          <p15:clr>
            <a:srgbClr val="000000"/>
          </p15:clr>
        </p15:guide>
        <p15:guide id="2" pos="3840">
          <p15:clr>
            <a:srgbClr val="000000"/>
          </p15:clr>
        </p15:guide>
      </p15:sldGuideLst>
    </p:ext>
  </p:extLst>
</p:sldLayout>
</file>

<file path=ppt/slideLayouts/slideLayout17.xml><?xml version="1.0" encoding="utf-8"?>
<p:sldLayout xmlns:a="http://schemas.openxmlformats.org/drawingml/2006/main" xmlns:r="http://schemas.openxmlformats.org/officeDocument/2006/relationships" xmlns:p="http://schemas.openxmlformats.org/presentationml/2006/main" userDrawn="1">
  <p:cSld name="5_タイトルとコンテンツ">
    <p:spTree>
      <p:nvGrpSpPr>
        <p:cNvPr id="1" name=""/>
        <p:cNvGrpSpPr/>
        <p:nvPr/>
      </p:nvGrpSpPr>
      <p:grpSpPr>
        <a:xfrm>
          <a:off x="0" y="0"/>
          <a:ext cx="0" cy="0"/>
          <a:chOff x="0" y="0"/>
          <a:chExt cx="0" cy="0"/>
        </a:xfrm>
      </p:grpSpPr>
      <p:graphicFrame>
        <p:nvGraphicFramePr>
          <p:cNvPr id="26" name="表 25"/>
          <p:cNvGraphicFramePr>
            <a:graphicFrameLocks noGrp="1"/>
          </p:cNvGraphicFramePr>
          <p:nvPr userDrawn="1"/>
        </p:nvGraphicFramePr>
        <p:xfrm>
          <a:off x="0" y="727606"/>
          <a:ext cx="438463" cy="5882490"/>
        </p:xfrm>
        <a:graphic>
          <a:graphicData uri="http://schemas.openxmlformats.org/drawingml/2006/table">
            <a:tbl>
              <a:tblPr firstRow="1" bandRow="1">
                <a:tableStyleId>{5C22544A-7EE6-4342-B048-85BDC9FD1C3A}</a:tableStyleId>
              </a:tblPr>
              <a:tblGrid>
                <a:gridCol w="438463">
                  <a:extLst>
                    <a:ext uri="{9D8B030D-6E8A-4147-A177-3AD203B41FA5}">
                      <a16:colId xmlns:a16="http://schemas.microsoft.com/office/drawing/2014/main" val="2456847792"/>
                    </a:ext>
                  </a:extLst>
                </a:gridCol>
              </a:tblGrid>
              <a:tr h="980415">
                <a:tc>
                  <a:txBody>
                    <a:bodyPr/>
                    <a:lstStyle/>
                    <a:p>
                      <a:pPr algn="ctr"/>
                      <a:r>
                        <a:rPr kumimoji="1" lang="ja-JP" altLang="en-US" sz="1100" b="1" dirty="0">
                          <a:solidFill>
                            <a:schemeClr val="bg1"/>
                          </a:solidFill>
                        </a:rPr>
                        <a:t>①タイトル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1512206185"/>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②タイトル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2631667891"/>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③タイトル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627911894"/>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④タイトル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2091809632"/>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⑤タイトル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1750606519"/>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⑥タイトル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149417652"/>
                  </a:ext>
                </a:extLst>
              </a:tr>
            </a:tbl>
          </a:graphicData>
        </a:graphic>
      </p:graphicFrame>
      <p:sp>
        <p:nvSpPr>
          <p:cNvPr id="35" name="正方形/長方形 34"/>
          <p:cNvSpPr/>
          <p:nvPr userDrawn="1"/>
        </p:nvSpPr>
        <p:spPr>
          <a:xfrm>
            <a:off x="85255" y="1119975"/>
            <a:ext cx="267950" cy="5341188"/>
          </a:xfrm>
          <a:prstGeom prst="rect">
            <a:avLst/>
          </a:prstGeom>
          <a:solidFill>
            <a:srgbClr val="FF00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vert="eaVert" rtlCol="0" anchor="ctr"/>
          <a:lstStyle/>
          <a:p>
            <a:pPr algn="ctr"/>
            <a:r>
              <a:rPr kumimoji="1" lang="ja-JP" altLang="en-US" sz="1463" dirty="0"/>
              <a:t>こちらで変更します。</a:t>
            </a:r>
          </a:p>
        </p:txBody>
      </p:sp>
      <p:sp>
        <p:nvSpPr>
          <p:cNvPr id="8" name="正方形/長方形 7"/>
          <p:cNvSpPr/>
          <p:nvPr userDrawn="1"/>
        </p:nvSpPr>
        <p:spPr>
          <a:xfrm>
            <a:off x="0" y="6610097"/>
            <a:ext cx="9906000" cy="24765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7" name="Text Box 31"/>
          <p:cNvSpPr txBox="1">
            <a:spLocks noChangeArrowheads="1"/>
          </p:cNvSpPr>
          <p:nvPr userDrawn="1"/>
        </p:nvSpPr>
        <p:spPr bwMode="auto">
          <a:xfrm>
            <a:off x="42215" y="6580034"/>
            <a:ext cx="4206531" cy="267446"/>
          </a:xfrm>
          <a:prstGeom prst="rect">
            <a:avLst/>
          </a:prstGeom>
          <a:noFill/>
          <a:ln w="9525">
            <a:noFill/>
            <a:miter lim="800000"/>
            <a:headEnd/>
            <a:tailEnd/>
          </a:ln>
          <a:effectLst/>
        </p:spPr>
        <p:txBody>
          <a:bodyPr wrap="square">
            <a:spAutoFit/>
          </a:bodyPr>
          <a:lstStyle/>
          <a:p>
            <a:pPr>
              <a:defRPr/>
            </a:pPr>
            <a:r>
              <a:rPr lang="en-US" altLang="ja-JP" sz="1138" b="1" dirty="0" err="1">
                <a:solidFill>
                  <a:schemeClr val="bg1"/>
                </a:solidFill>
                <a:latin typeface="Monotype Corsiva" pitchFamily="66" charset="0"/>
                <a:ea typeface="HGP創英角ｺﾞｼｯｸUB" pitchFamily="50" charset="-128"/>
              </a:rPr>
              <a:t>Copyright©Funai</a:t>
            </a:r>
            <a:r>
              <a:rPr lang="en-US" altLang="ja-JP" sz="1138" b="1" dirty="0">
                <a:solidFill>
                  <a:schemeClr val="bg1"/>
                </a:solidFill>
                <a:latin typeface="Monotype Corsiva" pitchFamily="66" charset="0"/>
                <a:ea typeface="HGP創英角ｺﾞｼｯｸUB" pitchFamily="50" charset="-128"/>
              </a:rPr>
              <a:t> Consulting Incorporated </a:t>
            </a:r>
            <a:r>
              <a:rPr lang="ja-JP" altLang="en-US" sz="1138" b="1" dirty="0">
                <a:solidFill>
                  <a:schemeClr val="bg1"/>
                </a:solidFill>
                <a:latin typeface="Monotype Corsiva" pitchFamily="66" charset="0"/>
                <a:ea typeface="HGP創英角ｺﾞｼｯｸUB" pitchFamily="50" charset="-128"/>
              </a:rPr>
              <a:t>　　（</a:t>
            </a:r>
            <a:r>
              <a:rPr lang="en-US" altLang="ja-JP" sz="1138" b="1" dirty="0" err="1">
                <a:solidFill>
                  <a:schemeClr val="bg1"/>
                </a:solidFill>
                <a:latin typeface="Monotype Corsiva" pitchFamily="66" charset="0"/>
                <a:ea typeface="HGP創英角ｺﾞｼｯｸUB" pitchFamily="50" charset="-128"/>
              </a:rPr>
              <a:t>Funai</a:t>
            </a:r>
            <a:r>
              <a:rPr lang="en-US" altLang="ja-JP" sz="1138" b="1" dirty="0">
                <a:solidFill>
                  <a:schemeClr val="bg1"/>
                </a:solidFill>
                <a:latin typeface="Monotype Corsiva" pitchFamily="66" charset="0"/>
                <a:ea typeface="HGP創英角ｺﾞｼｯｸUB" pitchFamily="50" charset="-128"/>
              </a:rPr>
              <a:t> Consulting</a:t>
            </a:r>
            <a:r>
              <a:rPr lang="ja-JP" altLang="en-US" sz="1138" b="1" dirty="0">
                <a:solidFill>
                  <a:schemeClr val="bg1"/>
                </a:solidFill>
                <a:latin typeface="Monotype Corsiva" pitchFamily="66" charset="0"/>
                <a:ea typeface="HGP創英角ｺﾞｼｯｸUB" pitchFamily="50" charset="-128"/>
              </a:rPr>
              <a:t> </a:t>
            </a:r>
            <a:r>
              <a:rPr lang="en-US" altLang="ja-JP" sz="1138" b="1" dirty="0">
                <a:solidFill>
                  <a:schemeClr val="bg1"/>
                </a:solidFill>
                <a:latin typeface="Monotype Corsiva" pitchFamily="66" charset="0"/>
                <a:ea typeface="HGP創英角ｺﾞｼｯｸUB" pitchFamily="50" charset="-128"/>
              </a:rPr>
              <a:t>Inc.</a:t>
            </a:r>
            <a:r>
              <a:rPr lang="ja-JP" altLang="en-US" sz="1138" b="1" dirty="0">
                <a:solidFill>
                  <a:schemeClr val="bg1"/>
                </a:solidFill>
                <a:latin typeface="Monotype Corsiva" pitchFamily="66" charset="0"/>
                <a:ea typeface="HGP創英角ｺﾞｼｯｸUB" pitchFamily="50" charset="-128"/>
              </a:rPr>
              <a:t>）</a:t>
            </a:r>
            <a:endParaRPr lang="en-US" altLang="ja-JP" sz="1138" b="1" dirty="0">
              <a:solidFill>
                <a:schemeClr val="bg1"/>
              </a:solidFill>
              <a:latin typeface="Monotype Corsiva" pitchFamily="66" charset="0"/>
              <a:ea typeface="HGP創英角ｺﾞｼｯｸUB" pitchFamily="50" charset="-128"/>
            </a:endParaRPr>
          </a:p>
        </p:txBody>
      </p:sp>
      <p:sp>
        <p:nvSpPr>
          <p:cNvPr id="12" name="スライド番号プレースホルダー 11"/>
          <p:cNvSpPr>
            <a:spLocks noGrp="1"/>
          </p:cNvSpPr>
          <p:nvPr>
            <p:ph type="sldNum" sz="quarter" idx="12"/>
          </p:nvPr>
        </p:nvSpPr>
        <p:spPr>
          <a:xfrm>
            <a:off x="7677150" y="6551360"/>
            <a:ext cx="2228850" cy="365125"/>
          </a:xfrm>
        </p:spPr>
        <p:txBody>
          <a:bodyPr/>
          <a:lstStyle>
            <a:lvl1pPr>
              <a:defRPr sz="1300" b="1">
                <a:solidFill>
                  <a:schemeClr val="bg1"/>
                </a:solidFill>
              </a:defRPr>
            </a:lvl1pPr>
          </a:lstStyle>
          <a:p>
            <a:fld id="{85FC83C8-0BB2-4721-BA19-3C9CC69276E3}" type="slidenum">
              <a:rPr lang="ja-JP" altLang="en-US" smtClean="0"/>
              <a:pPr/>
              <a:t>‹#›</a:t>
            </a:fld>
            <a:endParaRPr lang="ja-JP" altLang="en-US"/>
          </a:p>
        </p:txBody>
      </p:sp>
      <p:sp>
        <p:nvSpPr>
          <p:cNvPr id="22" name="楕円 21"/>
          <p:cNvSpPr/>
          <p:nvPr userDrawn="1"/>
        </p:nvSpPr>
        <p:spPr>
          <a:xfrm>
            <a:off x="-2244328" y="-788766"/>
            <a:ext cx="14437221" cy="1759809"/>
          </a:xfrm>
          <a:prstGeom prst="ellipse">
            <a:avLst/>
          </a:prstGeom>
          <a:solidFill>
            <a:srgbClr val="8B945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24" name="タイトル 1"/>
          <p:cNvSpPr>
            <a:spLocks noGrp="1"/>
          </p:cNvSpPr>
          <p:nvPr>
            <p:ph type="title"/>
          </p:nvPr>
        </p:nvSpPr>
        <p:spPr>
          <a:xfrm>
            <a:off x="255770" y="245205"/>
            <a:ext cx="9378221" cy="605918"/>
          </a:xfrm>
        </p:spPr>
        <p:txBody>
          <a:bodyPr>
            <a:noAutofit/>
          </a:bodyPr>
          <a:lstStyle>
            <a:lvl1pPr algn="ctr">
              <a:defRPr sz="3900" b="1">
                <a:solidFill>
                  <a:schemeClr val="bg1"/>
                </a:solidFill>
              </a:defRPr>
            </a:lvl1pPr>
          </a:lstStyle>
          <a:p>
            <a:r>
              <a:rPr kumimoji="1" lang="ja-JP" altLang="en-US" dirty="0"/>
              <a:t>マスター タイトルの書式設定</a:t>
            </a:r>
          </a:p>
        </p:txBody>
      </p:sp>
      <p:sp>
        <p:nvSpPr>
          <p:cNvPr id="36" name="正方形/長方形 35"/>
          <p:cNvSpPr/>
          <p:nvPr userDrawn="1"/>
        </p:nvSpPr>
        <p:spPr>
          <a:xfrm>
            <a:off x="-2650779" y="-1508644"/>
            <a:ext cx="2642953" cy="3507698"/>
          </a:xfrm>
          <a:prstGeom prst="rect">
            <a:avLst/>
          </a:prstGeom>
          <a:solidFill>
            <a:srgbClr val="E6E6E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37" name="正方形/長方形 36"/>
          <p:cNvSpPr/>
          <p:nvPr userDrawn="1"/>
        </p:nvSpPr>
        <p:spPr>
          <a:xfrm>
            <a:off x="-200669" y="-3521490"/>
            <a:ext cx="11734663" cy="3507698"/>
          </a:xfrm>
          <a:prstGeom prst="rect">
            <a:avLst/>
          </a:prstGeom>
          <a:solidFill>
            <a:srgbClr val="E6E6E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38" name="正方形/長方形 37"/>
          <p:cNvSpPr/>
          <p:nvPr userDrawn="1"/>
        </p:nvSpPr>
        <p:spPr>
          <a:xfrm>
            <a:off x="9918180" y="-2387723"/>
            <a:ext cx="2642953" cy="3507698"/>
          </a:xfrm>
          <a:prstGeom prst="rect">
            <a:avLst/>
          </a:prstGeom>
          <a:solidFill>
            <a:srgbClr val="E6E6E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27" name="楕円 26"/>
          <p:cNvSpPr/>
          <p:nvPr userDrawn="1"/>
        </p:nvSpPr>
        <p:spPr>
          <a:xfrm>
            <a:off x="10081668" y="4975630"/>
            <a:ext cx="340519" cy="417363"/>
          </a:xfrm>
          <a:prstGeom prst="ellipse">
            <a:avLst/>
          </a:prstGeom>
          <a:solidFill>
            <a:srgbClr val="8B945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28" name="楕円 27"/>
          <p:cNvSpPr/>
          <p:nvPr userDrawn="1"/>
        </p:nvSpPr>
        <p:spPr>
          <a:xfrm>
            <a:off x="10081668" y="3641505"/>
            <a:ext cx="340519" cy="417363"/>
          </a:xfrm>
          <a:prstGeom prst="ellipse">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29" name="楕円 28"/>
          <p:cNvSpPr/>
          <p:nvPr userDrawn="1"/>
        </p:nvSpPr>
        <p:spPr>
          <a:xfrm>
            <a:off x="10081668" y="2307380"/>
            <a:ext cx="340519" cy="417363"/>
          </a:xfrm>
          <a:prstGeom prst="ellipse">
            <a:avLst/>
          </a:prstGeom>
          <a:solidFill>
            <a:schemeClr val="bg2">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30" name="楕円 29"/>
          <p:cNvSpPr/>
          <p:nvPr userDrawn="1"/>
        </p:nvSpPr>
        <p:spPr>
          <a:xfrm>
            <a:off x="10081668" y="973255"/>
            <a:ext cx="340519" cy="417363"/>
          </a:xfrm>
          <a:prstGeom prst="ellipse">
            <a:avLst/>
          </a:prstGeom>
          <a:solidFill>
            <a:schemeClr val="bg2">
              <a:lumMod val="2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31" name="四角形吹き出し 30"/>
          <p:cNvSpPr/>
          <p:nvPr userDrawn="1"/>
        </p:nvSpPr>
        <p:spPr>
          <a:xfrm>
            <a:off x="10657068" y="419727"/>
            <a:ext cx="1438387" cy="970890"/>
          </a:xfrm>
          <a:prstGeom prst="wedgeRectCallout">
            <a:avLst>
              <a:gd name="adj1" fmla="val -61477"/>
              <a:gd name="adj2" fmla="val 23901"/>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文字の色</a:t>
            </a:r>
          </a:p>
        </p:txBody>
      </p:sp>
      <p:sp>
        <p:nvSpPr>
          <p:cNvPr id="32" name="四角形吹き出し 31"/>
          <p:cNvSpPr/>
          <p:nvPr userDrawn="1"/>
        </p:nvSpPr>
        <p:spPr>
          <a:xfrm>
            <a:off x="10657068" y="1821934"/>
            <a:ext cx="1438387" cy="970890"/>
          </a:xfrm>
          <a:prstGeom prst="wedgeRectCallout">
            <a:avLst>
              <a:gd name="adj1" fmla="val -61477"/>
              <a:gd name="adj2" fmla="val 23901"/>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やじるしなどの図形の色</a:t>
            </a:r>
          </a:p>
        </p:txBody>
      </p:sp>
      <p:sp>
        <p:nvSpPr>
          <p:cNvPr id="33" name="四角形吹き出し 32"/>
          <p:cNvSpPr/>
          <p:nvPr userDrawn="1"/>
        </p:nvSpPr>
        <p:spPr>
          <a:xfrm>
            <a:off x="10657068" y="4490184"/>
            <a:ext cx="1438387" cy="970890"/>
          </a:xfrm>
          <a:prstGeom prst="wedgeRectCallout">
            <a:avLst>
              <a:gd name="adj1" fmla="val -61477"/>
              <a:gd name="adj2" fmla="val 23901"/>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ベースの色</a:t>
            </a:r>
          </a:p>
        </p:txBody>
      </p:sp>
      <p:sp>
        <p:nvSpPr>
          <p:cNvPr id="34" name="四角形吹き出し 33"/>
          <p:cNvSpPr/>
          <p:nvPr userDrawn="1"/>
        </p:nvSpPr>
        <p:spPr>
          <a:xfrm>
            <a:off x="10657068" y="3156059"/>
            <a:ext cx="1438387" cy="970890"/>
          </a:xfrm>
          <a:prstGeom prst="wedgeRectCallout">
            <a:avLst>
              <a:gd name="adj1" fmla="val -61477"/>
              <a:gd name="adj2" fmla="val 23901"/>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強調の色</a:t>
            </a:r>
          </a:p>
        </p:txBody>
      </p:sp>
      <p:sp>
        <p:nvSpPr>
          <p:cNvPr id="39" name="四角形吹き出し 38"/>
          <p:cNvSpPr/>
          <p:nvPr userDrawn="1"/>
        </p:nvSpPr>
        <p:spPr>
          <a:xfrm>
            <a:off x="-2959618" y="-919028"/>
            <a:ext cx="2448136" cy="1838056"/>
          </a:xfrm>
          <a:prstGeom prst="wedgeRectCallout">
            <a:avLst>
              <a:gd name="adj1" fmla="val 68120"/>
              <a:gd name="adj2" fmla="val 16336"/>
            </a:avLst>
          </a:prstGeom>
          <a:solidFill>
            <a:srgbClr val="07628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タイトル（目次と対応させてください。）</a:t>
            </a:r>
            <a:endParaRPr kumimoji="1" lang="en-US" altLang="ja-JP" sz="1463" dirty="0"/>
          </a:p>
          <a:p>
            <a:pPr algn="ctr"/>
            <a:r>
              <a:rPr kumimoji="1" lang="ja-JP" altLang="en-US" sz="1463" dirty="0"/>
              <a:t>フォント：メイリオ見出し</a:t>
            </a:r>
            <a:endParaRPr kumimoji="1" lang="en-US" altLang="ja-JP" sz="1463" dirty="0"/>
          </a:p>
          <a:p>
            <a:pPr algn="ctr"/>
            <a:r>
              <a:rPr lang="ja-JP" altLang="en-US" sz="1463" dirty="0"/>
              <a:t>サイズ：</a:t>
            </a:r>
            <a:r>
              <a:rPr lang="en-US" altLang="ja-JP" sz="1463" dirty="0"/>
              <a:t>48</a:t>
            </a:r>
          </a:p>
          <a:p>
            <a:pPr algn="ctr"/>
            <a:r>
              <a:rPr lang="ja-JP" altLang="en-US" sz="1463" dirty="0"/>
              <a:t>ボールド</a:t>
            </a:r>
            <a:endParaRPr lang="en-US" altLang="ja-JP" sz="1463" dirty="0"/>
          </a:p>
          <a:p>
            <a:pPr algn="ctr"/>
            <a:r>
              <a:rPr lang="ja-JP" altLang="en-US" sz="1463" dirty="0"/>
              <a:t>真ん中寄せ</a:t>
            </a:r>
            <a:endParaRPr kumimoji="1" lang="en-US" altLang="ja-JP" sz="1463" dirty="0"/>
          </a:p>
        </p:txBody>
      </p:sp>
      <p:sp>
        <p:nvSpPr>
          <p:cNvPr id="45" name="四角形吹き出し 44"/>
          <p:cNvSpPr/>
          <p:nvPr userDrawn="1"/>
        </p:nvSpPr>
        <p:spPr>
          <a:xfrm>
            <a:off x="-2933551" y="2899809"/>
            <a:ext cx="2448136" cy="1838056"/>
          </a:xfrm>
          <a:prstGeom prst="wedgeRectCallout">
            <a:avLst>
              <a:gd name="adj1" fmla="val 68120"/>
              <a:gd name="adj2" fmla="val 16336"/>
            </a:avLst>
          </a:prstGeom>
          <a:solidFill>
            <a:srgbClr val="07628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小見出し</a:t>
            </a:r>
            <a:endParaRPr kumimoji="1" lang="en-US" altLang="ja-JP" sz="1463" dirty="0"/>
          </a:p>
          <a:p>
            <a:pPr algn="ctr"/>
            <a:r>
              <a:rPr kumimoji="1" lang="ja-JP" altLang="en-US" sz="1463" dirty="0"/>
              <a:t>フォント：メイリオ本文</a:t>
            </a:r>
            <a:endParaRPr kumimoji="1" lang="en-US" altLang="ja-JP" sz="1463" dirty="0"/>
          </a:p>
          <a:p>
            <a:pPr algn="ctr"/>
            <a:r>
              <a:rPr lang="ja-JP" altLang="en-US" sz="1463" dirty="0"/>
              <a:t>サイズ：</a:t>
            </a:r>
            <a:r>
              <a:rPr lang="en-US" altLang="ja-JP" sz="1463" dirty="0"/>
              <a:t>32</a:t>
            </a:r>
          </a:p>
          <a:p>
            <a:pPr algn="ctr"/>
            <a:r>
              <a:rPr lang="ja-JP" altLang="en-US" sz="1463" dirty="0"/>
              <a:t>ボールド</a:t>
            </a:r>
            <a:endParaRPr lang="en-US" altLang="ja-JP" sz="1463" dirty="0"/>
          </a:p>
          <a:p>
            <a:pPr algn="ctr"/>
            <a:r>
              <a:rPr kumimoji="1" lang="ja-JP" altLang="en-US" sz="1463" dirty="0"/>
              <a:t>左寄せ</a:t>
            </a:r>
            <a:endParaRPr kumimoji="1" lang="en-US" altLang="ja-JP" sz="1463" dirty="0"/>
          </a:p>
        </p:txBody>
      </p:sp>
      <p:sp>
        <p:nvSpPr>
          <p:cNvPr id="46" name="四角形吹き出し 45"/>
          <p:cNvSpPr/>
          <p:nvPr userDrawn="1"/>
        </p:nvSpPr>
        <p:spPr>
          <a:xfrm>
            <a:off x="-2933551" y="4895865"/>
            <a:ext cx="2448136" cy="1838056"/>
          </a:xfrm>
          <a:prstGeom prst="wedgeRectCallout">
            <a:avLst>
              <a:gd name="adj1" fmla="val 68617"/>
              <a:gd name="adj2" fmla="val -24441"/>
            </a:avLst>
          </a:prstGeom>
          <a:solidFill>
            <a:srgbClr val="07628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本文</a:t>
            </a:r>
            <a:endParaRPr kumimoji="1" lang="en-US" altLang="ja-JP" sz="1463" dirty="0"/>
          </a:p>
          <a:p>
            <a:pPr algn="ctr"/>
            <a:r>
              <a:rPr kumimoji="1" lang="ja-JP" altLang="en-US" sz="1463" dirty="0"/>
              <a:t>フォント：メイリオ本文</a:t>
            </a:r>
            <a:endParaRPr kumimoji="1" lang="en-US" altLang="ja-JP" sz="1463" dirty="0"/>
          </a:p>
          <a:p>
            <a:pPr algn="ctr"/>
            <a:r>
              <a:rPr lang="ja-JP" altLang="en-US" sz="1463" dirty="0"/>
              <a:t>サイズ：</a:t>
            </a:r>
            <a:r>
              <a:rPr lang="en-US" altLang="ja-JP" sz="1463" dirty="0"/>
              <a:t>18</a:t>
            </a:r>
          </a:p>
          <a:p>
            <a:pPr algn="ctr"/>
            <a:r>
              <a:rPr kumimoji="1" lang="ja-JP" altLang="en-US" sz="1463" dirty="0"/>
              <a:t>左寄せ</a:t>
            </a:r>
            <a:endParaRPr kumimoji="1" lang="en-US" altLang="ja-JP" sz="1463" dirty="0"/>
          </a:p>
        </p:txBody>
      </p:sp>
      <p:sp>
        <p:nvSpPr>
          <p:cNvPr id="23" name="四角形吹き出し 22"/>
          <p:cNvSpPr/>
          <p:nvPr userDrawn="1"/>
        </p:nvSpPr>
        <p:spPr>
          <a:xfrm>
            <a:off x="10657068" y="5752795"/>
            <a:ext cx="1645113" cy="970890"/>
          </a:xfrm>
          <a:prstGeom prst="wedgeRectCallout">
            <a:avLst>
              <a:gd name="adj1" fmla="val -62408"/>
              <a:gd name="adj2" fmla="val 9477"/>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この赤ガイド線内に収まるように作成してください</a:t>
            </a:r>
          </a:p>
        </p:txBody>
      </p:sp>
    </p:spTree>
    <p:extLst>
      <p:ext uri="{BB962C8B-B14F-4D97-AF65-F5344CB8AC3E}">
        <p14:creationId xmlns:p14="http://schemas.microsoft.com/office/powerpoint/2010/main" val="3748469231"/>
      </p:ext>
    </p:extLst>
  </p:cSld>
  <p:clrMapOvr>
    <a:masterClrMapping/>
  </p:clrMapOvr>
  <p:hf hdr="0" ftr="0" dt="0"/>
  <p:extLst>
    <p:ext uri="{DCECCB84-F9BA-43D5-87BE-67443E8EF086}">
      <p15:sldGuideLst xmlns:p15="http://schemas.microsoft.com/office/powerpoint/2012/main">
        <p15:guide id="1" orient="horz" pos="2160">
          <p15:clr>
            <a:srgbClr val="000000"/>
          </p15:clr>
        </p15:guide>
        <p15:guide id="2" pos="3840">
          <p15:clr>
            <a:srgbClr val="000000"/>
          </p15:clr>
        </p15:guide>
      </p15:sldGuideLst>
    </p:ext>
  </p:extLst>
</p:sldLayout>
</file>

<file path=ppt/slideLayouts/slideLayout18.xml><?xml version="1.0" encoding="utf-8"?>
<p:sldLayout xmlns:a="http://schemas.openxmlformats.org/drawingml/2006/main" xmlns:r="http://schemas.openxmlformats.org/officeDocument/2006/relationships" xmlns:p="http://schemas.openxmlformats.org/presentationml/2006/main" userDrawn="1">
  <p:cSld name="6_タイトルとコンテンツ">
    <p:spTree>
      <p:nvGrpSpPr>
        <p:cNvPr id="1" name=""/>
        <p:cNvGrpSpPr/>
        <p:nvPr/>
      </p:nvGrpSpPr>
      <p:grpSpPr>
        <a:xfrm>
          <a:off x="0" y="0"/>
          <a:ext cx="0" cy="0"/>
          <a:chOff x="0" y="0"/>
          <a:chExt cx="0" cy="0"/>
        </a:xfrm>
      </p:grpSpPr>
      <p:graphicFrame>
        <p:nvGraphicFramePr>
          <p:cNvPr id="26" name="表 25"/>
          <p:cNvGraphicFramePr>
            <a:graphicFrameLocks noGrp="1"/>
          </p:cNvGraphicFramePr>
          <p:nvPr userDrawn="1"/>
        </p:nvGraphicFramePr>
        <p:xfrm>
          <a:off x="0" y="727606"/>
          <a:ext cx="438463" cy="5882490"/>
        </p:xfrm>
        <a:graphic>
          <a:graphicData uri="http://schemas.openxmlformats.org/drawingml/2006/table">
            <a:tbl>
              <a:tblPr firstRow="1" bandRow="1">
                <a:tableStyleId>{5C22544A-7EE6-4342-B048-85BDC9FD1C3A}</a:tableStyleId>
              </a:tblPr>
              <a:tblGrid>
                <a:gridCol w="438463">
                  <a:extLst>
                    <a:ext uri="{9D8B030D-6E8A-4147-A177-3AD203B41FA5}">
                      <a16:colId xmlns:a16="http://schemas.microsoft.com/office/drawing/2014/main" val="2456847792"/>
                    </a:ext>
                  </a:extLst>
                </a:gridCol>
              </a:tblGrid>
              <a:tr h="980415">
                <a:tc>
                  <a:txBody>
                    <a:bodyPr/>
                    <a:lstStyle/>
                    <a:p>
                      <a:pPr algn="ctr"/>
                      <a:r>
                        <a:rPr kumimoji="1" lang="ja-JP" altLang="en-US" sz="1100" b="1" dirty="0">
                          <a:solidFill>
                            <a:schemeClr val="bg1"/>
                          </a:solidFill>
                        </a:rPr>
                        <a:t>①タイトル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1512206185"/>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②タイトル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2631667891"/>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③タイトル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627911894"/>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④タイトル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2091809632"/>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⑤タイトル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1750606519"/>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⑥タイトル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149417652"/>
                  </a:ext>
                </a:extLst>
              </a:tr>
            </a:tbl>
          </a:graphicData>
        </a:graphic>
      </p:graphicFrame>
      <p:sp>
        <p:nvSpPr>
          <p:cNvPr id="35" name="正方形/長方形 34"/>
          <p:cNvSpPr/>
          <p:nvPr userDrawn="1"/>
        </p:nvSpPr>
        <p:spPr>
          <a:xfrm>
            <a:off x="85255" y="1119975"/>
            <a:ext cx="267950" cy="5341188"/>
          </a:xfrm>
          <a:prstGeom prst="rect">
            <a:avLst/>
          </a:prstGeom>
          <a:solidFill>
            <a:srgbClr val="FF00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vert="eaVert" rtlCol="0" anchor="ctr"/>
          <a:lstStyle/>
          <a:p>
            <a:pPr algn="ctr"/>
            <a:r>
              <a:rPr kumimoji="1" lang="ja-JP" altLang="en-US" sz="1463" dirty="0"/>
              <a:t>こちらで変更します。</a:t>
            </a:r>
          </a:p>
        </p:txBody>
      </p:sp>
      <p:sp>
        <p:nvSpPr>
          <p:cNvPr id="8" name="正方形/長方形 7"/>
          <p:cNvSpPr/>
          <p:nvPr userDrawn="1"/>
        </p:nvSpPr>
        <p:spPr>
          <a:xfrm>
            <a:off x="0" y="6610097"/>
            <a:ext cx="9906000" cy="24765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7" name="Text Box 31"/>
          <p:cNvSpPr txBox="1">
            <a:spLocks noChangeArrowheads="1"/>
          </p:cNvSpPr>
          <p:nvPr userDrawn="1"/>
        </p:nvSpPr>
        <p:spPr bwMode="auto">
          <a:xfrm>
            <a:off x="42215" y="6580034"/>
            <a:ext cx="4206531" cy="267446"/>
          </a:xfrm>
          <a:prstGeom prst="rect">
            <a:avLst/>
          </a:prstGeom>
          <a:noFill/>
          <a:ln w="9525">
            <a:noFill/>
            <a:miter lim="800000"/>
            <a:headEnd/>
            <a:tailEnd/>
          </a:ln>
          <a:effectLst/>
        </p:spPr>
        <p:txBody>
          <a:bodyPr wrap="square">
            <a:spAutoFit/>
          </a:bodyPr>
          <a:lstStyle/>
          <a:p>
            <a:pPr>
              <a:defRPr/>
            </a:pPr>
            <a:r>
              <a:rPr lang="en-US" altLang="ja-JP" sz="1138" b="1" dirty="0" err="1">
                <a:solidFill>
                  <a:schemeClr val="bg1"/>
                </a:solidFill>
                <a:latin typeface="Monotype Corsiva" pitchFamily="66" charset="0"/>
                <a:ea typeface="HGP創英角ｺﾞｼｯｸUB" pitchFamily="50" charset="-128"/>
              </a:rPr>
              <a:t>Copyright©Funai</a:t>
            </a:r>
            <a:r>
              <a:rPr lang="en-US" altLang="ja-JP" sz="1138" b="1" dirty="0">
                <a:solidFill>
                  <a:schemeClr val="bg1"/>
                </a:solidFill>
                <a:latin typeface="Monotype Corsiva" pitchFamily="66" charset="0"/>
                <a:ea typeface="HGP創英角ｺﾞｼｯｸUB" pitchFamily="50" charset="-128"/>
              </a:rPr>
              <a:t> Consulting Incorporated </a:t>
            </a:r>
            <a:r>
              <a:rPr lang="ja-JP" altLang="en-US" sz="1138" b="1" dirty="0">
                <a:solidFill>
                  <a:schemeClr val="bg1"/>
                </a:solidFill>
                <a:latin typeface="Monotype Corsiva" pitchFamily="66" charset="0"/>
                <a:ea typeface="HGP創英角ｺﾞｼｯｸUB" pitchFamily="50" charset="-128"/>
              </a:rPr>
              <a:t>　　（</a:t>
            </a:r>
            <a:r>
              <a:rPr lang="en-US" altLang="ja-JP" sz="1138" b="1" dirty="0" err="1">
                <a:solidFill>
                  <a:schemeClr val="bg1"/>
                </a:solidFill>
                <a:latin typeface="Monotype Corsiva" pitchFamily="66" charset="0"/>
                <a:ea typeface="HGP創英角ｺﾞｼｯｸUB" pitchFamily="50" charset="-128"/>
              </a:rPr>
              <a:t>Funai</a:t>
            </a:r>
            <a:r>
              <a:rPr lang="en-US" altLang="ja-JP" sz="1138" b="1" dirty="0">
                <a:solidFill>
                  <a:schemeClr val="bg1"/>
                </a:solidFill>
                <a:latin typeface="Monotype Corsiva" pitchFamily="66" charset="0"/>
                <a:ea typeface="HGP創英角ｺﾞｼｯｸUB" pitchFamily="50" charset="-128"/>
              </a:rPr>
              <a:t> Consulting</a:t>
            </a:r>
            <a:r>
              <a:rPr lang="ja-JP" altLang="en-US" sz="1138" b="1" dirty="0">
                <a:solidFill>
                  <a:schemeClr val="bg1"/>
                </a:solidFill>
                <a:latin typeface="Monotype Corsiva" pitchFamily="66" charset="0"/>
                <a:ea typeface="HGP創英角ｺﾞｼｯｸUB" pitchFamily="50" charset="-128"/>
              </a:rPr>
              <a:t> </a:t>
            </a:r>
            <a:r>
              <a:rPr lang="en-US" altLang="ja-JP" sz="1138" b="1" dirty="0">
                <a:solidFill>
                  <a:schemeClr val="bg1"/>
                </a:solidFill>
                <a:latin typeface="Monotype Corsiva" pitchFamily="66" charset="0"/>
                <a:ea typeface="HGP創英角ｺﾞｼｯｸUB" pitchFamily="50" charset="-128"/>
              </a:rPr>
              <a:t>Inc.</a:t>
            </a:r>
            <a:r>
              <a:rPr lang="ja-JP" altLang="en-US" sz="1138" b="1" dirty="0">
                <a:solidFill>
                  <a:schemeClr val="bg1"/>
                </a:solidFill>
                <a:latin typeface="Monotype Corsiva" pitchFamily="66" charset="0"/>
                <a:ea typeface="HGP創英角ｺﾞｼｯｸUB" pitchFamily="50" charset="-128"/>
              </a:rPr>
              <a:t>）</a:t>
            </a:r>
            <a:endParaRPr lang="en-US" altLang="ja-JP" sz="1138" b="1" dirty="0">
              <a:solidFill>
                <a:schemeClr val="bg1"/>
              </a:solidFill>
              <a:latin typeface="Monotype Corsiva" pitchFamily="66" charset="0"/>
              <a:ea typeface="HGP創英角ｺﾞｼｯｸUB" pitchFamily="50" charset="-128"/>
            </a:endParaRPr>
          </a:p>
        </p:txBody>
      </p:sp>
      <p:sp>
        <p:nvSpPr>
          <p:cNvPr id="12" name="スライド番号プレースホルダー 11"/>
          <p:cNvSpPr>
            <a:spLocks noGrp="1"/>
          </p:cNvSpPr>
          <p:nvPr>
            <p:ph type="sldNum" sz="quarter" idx="12"/>
          </p:nvPr>
        </p:nvSpPr>
        <p:spPr>
          <a:xfrm>
            <a:off x="7677150" y="6551360"/>
            <a:ext cx="2228850" cy="365125"/>
          </a:xfrm>
        </p:spPr>
        <p:txBody>
          <a:bodyPr/>
          <a:lstStyle>
            <a:lvl1pPr>
              <a:defRPr sz="1300" b="1">
                <a:solidFill>
                  <a:schemeClr val="bg1"/>
                </a:solidFill>
              </a:defRPr>
            </a:lvl1pPr>
          </a:lstStyle>
          <a:p>
            <a:fld id="{85FC83C8-0BB2-4721-BA19-3C9CC69276E3}" type="slidenum">
              <a:rPr lang="ja-JP" altLang="en-US" smtClean="0"/>
              <a:pPr/>
              <a:t>‹#›</a:t>
            </a:fld>
            <a:endParaRPr lang="ja-JP" altLang="en-US"/>
          </a:p>
        </p:txBody>
      </p:sp>
      <p:sp>
        <p:nvSpPr>
          <p:cNvPr id="22" name="楕円 21"/>
          <p:cNvSpPr/>
          <p:nvPr userDrawn="1"/>
        </p:nvSpPr>
        <p:spPr>
          <a:xfrm>
            <a:off x="-2244328" y="-788766"/>
            <a:ext cx="14437221" cy="1759809"/>
          </a:xfrm>
          <a:prstGeom prst="ellipse">
            <a:avLst/>
          </a:prstGeom>
          <a:solidFill>
            <a:srgbClr val="8B945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24" name="タイトル 1"/>
          <p:cNvSpPr>
            <a:spLocks noGrp="1"/>
          </p:cNvSpPr>
          <p:nvPr>
            <p:ph type="title"/>
          </p:nvPr>
        </p:nvSpPr>
        <p:spPr>
          <a:xfrm>
            <a:off x="255770" y="245205"/>
            <a:ext cx="9378221" cy="605918"/>
          </a:xfrm>
        </p:spPr>
        <p:txBody>
          <a:bodyPr>
            <a:noAutofit/>
          </a:bodyPr>
          <a:lstStyle>
            <a:lvl1pPr algn="ctr">
              <a:defRPr sz="3900" b="1">
                <a:solidFill>
                  <a:schemeClr val="bg1"/>
                </a:solidFill>
              </a:defRPr>
            </a:lvl1pPr>
          </a:lstStyle>
          <a:p>
            <a:r>
              <a:rPr kumimoji="1" lang="ja-JP" altLang="en-US" dirty="0"/>
              <a:t>マスター タイトルの書式設定</a:t>
            </a:r>
          </a:p>
        </p:txBody>
      </p:sp>
      <p:sp>
        <p:nvSpPr>
          <p:cNvPr id="36" name="正方形/長方形 35"/>
          <p:cNvSpPr/>
          <p:nvPr userDrawn="1"/>
        </p:nvSpPr>
        <p:spPr>
          <a:xfrm>
            <a:off x="-2650779" y="-1508644"/>
            <a:ext cx="2642953" cy="3507698"/>
          </a:xfrm>
          <a:prstGeom prst="rect">
            <a:avLst/>
          </a:prstGeom>
          <a:solidFill>
            <a:srgbClr val="E6E6E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37" name="正方形/長方形 36"/>
          <p:cNvSpPr/>
          <p:nvPr userDrawn="1"/>
        </p:nvSpPr>
        <p:spPr>
          <a:xfrm>
            <a:off x="-200669" y="-3521490"/>
            <a:ext cx="11734663" cy="3507698"/>
          </a:xfrm>
          <a:prstGeom prst="rect">
            <a:avLst/>
          </a:prstGeom>
          <a:solidFill>
            <a:srgbClr val="E6E6E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38" name="正方形/長方形 37"/>
          <p:cNvSpPr/>
          <p:nvPr userDrawn="1"/>
        </p:nvSpPr>
        <p:spPr>
          <a:xfrm>
            <a:off x="9918180" y="-2387723"/>
            <a:ext cx="2642953" cy="3507698"/>
          </a:xfrm>
          <a:prstGeom prst="rect">
            <a:avLst/>
          </a:prstGeom>
          <a:solidFill>
            <a:srgbClr val="E6E6E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27" name="楕円 26"/>
          <p:cNvSpPr/>
          <p:nvPr userDrawn="1"/>
        </p:nvSpPr>
        <p:spPr>
          <a:xfrm>
            <a:off x="10081668" y="4975630"/>
            <a:ext cx="340519" cy="417363"/>
          </a:xfrm>
          <a:prstGeom prst="ellipse">
            <a:avLst/>
          </a:prstGeom>
          <a:solidFill>
            <a:srgbClr val="8B945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28" name="楕円 27"/>
          <p:cNvSpPr/>
          <p:nvPr userDrawn="1"/>
        </p:nvSpPr>
        <p:spPr>
          <a:xfrm>
            <a:off x="10081668" y="3641505"/>
            <a:ext cx="340519" cy="417363"/>
          </a:xfrm>
          <a:prstGeom prst="ellipse">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29" name="楕円 28"/>
          <p:cNvSpPr/>
          <p:nvPr userDrawn="1"/>
        </p:nvSpPr>
        <p:spPr>
          <a:xfrm>
            <a:off x="10081668" y="2307380"/>
            <a:ext cx="340519" cy="417363"/>
          </a:xfrm>
          <a:prstGeom prst="ellipse">
            <a:avLst/>
          </a:prstGeom>
          <a:solidFill>
            <a:schemeClr val="bg2">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30" name="楕円 29"/>
          <p:cNvSpPr/>
          <p:nvPr userDrawn="1"/>
        </p:nvSpPr>
        <p:spPr>
          <a:xfrm>
            <a:off x="10081668" y="973255"/>
            <a:ext cx="340519" cy="417363"/>
          </a:xfrm>
          <a:prstGeom prst="ellipse">
            <a:avLst/>
          </a:prstGeom>
          <a:solidFill>
            <a:schemeClr val="bg2">
              <a:lumMod val="2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31" name="四角形吹き出し 30"/>
          <p:cNvSpPr/>
          <p:nvPr userDrawn="1"/>
        </p:nvSpPr>
        <p:spPr>
          <a:xfrm>
            <a:off x="10657068" y="419727"/>
            <a:ext cx="1438387" cy="970890"/>
          </a:xfrm>
          <a:prstGeom prst="wedgeRectCallout">
            <a:avLst>
              <a:gd name="adj1" fmla="val -61477"/>
              <a:gd name="adj2" fmla="val 23901"/>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文字の色</a:t>
            </a:r>
          </a:p>
        </p:txBody>
      </p:sp>
      <p:sp>
        <p:nvSpPr>
          <p:cNvPr id="32" name="四角形吹き出し 31"/>
          <p:cNvSpPr/>
          <p:nvPr userDrawn="1"/>
        </p:nvSpPr>
        <p:spPr>
          <a:xfrm>
            <a:off x="10657068" y="1821934"/>
            <a:ext cx="1438387" cy="970890"/>
          </a:xfrm>
          <a:prstGeom prst="wedgeRectCallout">
            <a:avLst>
              <a:gd name="adj1" fmla="val -61477"/>
              <a:gd name="adj2" fmla="val 23901"/>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やじるしなどの図形の色</a:t>
            </a:r>
          </a:p>
        </p:txBody>
      </p:sp>
      <p:sp>
        <p:nvSpPr>
          <p:cNvPr id="33" name="四角形吹き出し 32"/>
          <p:cNvSpPr/>
          <p:nvPr userDrawn="1"/>
        </p:nvSpPr>
        <p:spPr>
          <a:xfrm>
            <a:off x="10657068" y="4490184"/>
            <a:ext cx="1438387" cy="970890"/>
          </a:xfrm>
          <a:prstGeom prst="wedgeRectCallout">
            <a:avLst>
              <a:gd name="adj1" fmla="val -61477"/>
              <a:gd name="adj2" fmla="val 23901"/>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ベースの色</a:t>
            </a:r>
          </a:p>
        </p:txBody>
      </p:sp>
      <p:sp>
        <p:nvSpPr>
          <p:cNvPr id="34" name="四角形吹き出し 33"/>
          <p:cNvSpPr/>
          <p:nvPr userDrawn="1"/>
        </p:nvSpPr>
        <p:spPr>
          <a:xfrm>
            <a:off x="10657068" y="3156059"/>
            <a:ext cx="1438387" cy="970890"/>
          </a:xfrm>
          <a:prstGeom prst="wedgeRectCallout">
            <a:avLst>
              <a:gd name="adj1" fmla="val -61477"/>
              <a:gd name="adj2" fmla="val 23901"/>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強調の色</a:t>
            </a:r>
          </a:p>
        </p:txBody>
      </p:sp>
      <p:sp>
        <p:nvSpPr>
          <p:cNvPr id="39" name="四角形吹き出し 38"/>
          <p:cNvSpPr/>
          <p:nvPr userDrawn="1"/>
        </p:nvSpPr>
        <p:spPr>
          <a:xfrm>
            <a:off x="-2959618" y="-919028"/>
            <a:ext cx="2448136" cy="1838056"/>
          </a:xfrm>
          <a:prstGeom prst="wedgeRectCallout">
            <a:avLst>
              <a:gd name="adj1" fmla="val 68120"/>
              <a:gd name="adj2" fmla="val 16336"/>
            </a:avLst>
          </a:prstGeom>
          <a:solidFill>
            <a:srgbClr val="07628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タイトル（目次と対応させてください。）</a:t>
            </a:r>
            <a:endParaRPr kumimoji="1" lang="en-US" altLang="ja-JP" sz="1463" dirty="0"/>
          </a:p>
          <a:p>
            <a:pPr algn="ctr"/>
            <a:r>
              <a:rPr kumimoji="1" lang="ja-JP" altLang="en-US" sz="1463" dirty="0"/>
              <a:t>フォント：メイリオ見出し</a:t>
            </a:r>
            <a:endParaRPr kumimoji="1" lang="en-US" altLang="ja-JP" sz="1463" dirty="0"/>
          </a:p>
          <a:p>
            <a:pPr algn="ctr"/>
            <a:r>
              <a:rPr lang="ja-JP" altLang="en-US" sz="1463" dirty="0"/>
              <a:t>サイズ：</a:t>
            </a:r>
            <a:r>
              <a:rPr lang="en-US" altLang="ja-JP" sz="1463" dirty="0"/>
              <a:t>48</a:t>
            </a:r>
          </a:p>
          <a:p>
            <a:pPr algn="ctr"/>
            <a:r>
              <a:rPr lang="ja-JP" altLang="en-US" sz="1463" dirty="0"/>
              <a:t>ボールド</a:t>
            </a:r>
            <a:endParaRPr lang="en-US" altLang="ja-JP" sz="1463" dirty="0"/>
          </a:p>
          <a:p>
            <a:pPr algn="ctr"/>
            <a:r>
              <a:rPr lang="ja-JP" altLang="en-US" sz="1463" dirty="0"/>
              <a:t>真ん中寄せ</a:t>
            </a:r>
            <a:endParaRPr kumimoji="1" lang="en-US" altLang="ja-JP" sz="1463" dirty="0"/>
          </a:p>
        </p:txBody>
      </p:sp>
      <p:sp>
        <p:nvSpPr>
          <p:cNvPr id="45" name="四角形吹き出し 44"/>
          <p:cNvSpPr/>
          <p:nvPr userDrawn="1"/>
        </p:nvSpPr>
        <p:spPr>
          <a:xfrm>
            <a:off x="-2933551" y="2899809"/>
            <a:ext cx="2448136" cy="1838056"/>
          </a:xfrm>
          <a:prstGeom prst="wedgeRectCallout">
            <a:avLst>
              <a:gd name="adj1" fmla="val 68120"/>
              <a:gd name="adj2" fmla="val 16336"/>
            </a:avLst>
          </a:prstGeom>
          <a:solidFill>
            <a:srgbClr val="07628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小見出し</a:t>
            </a:r>
            <a:endParaRPr kumimoji="1" lang="en-US" altLang="ja-JP" sz="1463" dirty="0"/>
          </a:p>
          <a:p>
            <a:pPr algn="ctr"/>
            <a:r>
              <a:rPr kumimoji="1" lang="ja-JP" altLang="en-US" sz="1463" dirty="0"/>
              <a:t>フォント：メイリオ本文</a:t>
            </a:r>
            <a:endParaRPr kumimoji="1" lang="en-US" altLang="ja-JP" sz="1463" dirty="0"/>
          </a:p>
          <a:p>
            <a:pPr algn="ctr"/>
            <a:r>
              <a:rPr lang="ja-JP" altLang="en-US" sz="1463" dirty="0"/>
              <a:t>サイズ：</a:t>
            </a:r>
            <a:r>
              <a:rPr lang="en-US" altLang="ja-JP" sz="1463" dirty="0"/>
              <a:t>32</a:t>
            </a:r>
          </a:p>
          <a:p>
            <a:pPr algn="ctr"/>
            <a:r>
              <a:rPr lang="ja-JP" altLang="en-US" sz="1463" dirty="0"/>
              <a:t>ボールド</a:t>
            </a:r>
            <a:endParaRPr lang="en-US" altLang="ja-JP" sz="1463" dirty="0"/>
          </a:p>
          <a:p>
            <a:pPr algn="ctr"/>
            <a:r>
              <a:rPr kumimoji="1" lang="ja-JP" altLang="en-US" sz="1463" dirty="0"/>
              <a:t>左寄せ</a:t>
            </a:r>
            <a:endParaRPr kumimoji="1" lang="en-US" altLang="ja-JP" sz="1463" dirty="0"/>
          </a:p>
        </p:txBody>
      </p:sp>
      <p:sp>
        <p:nvSpPr>
          <p:cNvPr id="46" name="四角形吹き出し 45"/>
          <p:cNvSpPr/>
          <p:nvPr userDrawn="1"/>
        </p:nvSpPr>
        <p:spPr>
          <a:xfrm>
            <a:off x="-2933551" y="4895865"/>
            <a:ext cx="2448136" cy="1838056"/>
          </a:xfrm>
          <a:prstGeom prst="wedgeRectCallout">
            <a:avLst>
              <a:gd name="adj1" fmla="val 68617"/>
              <a:gd name="adj2" fmla="val -24441"/>
            </a:avLst>
          </a:prstGeom>
          <a:solidFill>
            <a:srgbClr val="07628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本文</a:t>
            </a:r>
            <a:endParaRPr kumimoji="1" lang="en-US" altLang="ja-JP" sz="1463" dirty="0"/>
          </a:p>
          <a:p>
            <a:pPr algn="ctr"/>
            <a:r>
              <a:rPr kumimoji="1" lang="ja-JP" altLang="en-US" sz="1463" dirty="0"/>
              <a:t>フォント：メイリオ本文</a:t>
            </a:r>
            <a:endParaRPr kumimoji="1" lang="en-US" altLang="ja-JP" sz="1463" dirty="0"/>
          </a:p>
          <a:p>
            <a:pPr algn="ctr"/>
            <a:r>
              <a:rPr lang="ja-JP" altLang="en-US" sz="1463" dirty="0"/>
              <a:t>サイズ：</a:t>
            </a:r>
            <a:r>
              <a:rPr lang="en-US" altLang="ja-JP" sz="1463" dirty="0"/>
              <a:t>18</a:t>
            </a:r>
          </a:p>
          <a:p>
            <a:pPr algn="ctr"/>
            <a:r>
              <a:rPr kumimoji="1" lang="ja-JP" altLang="en-US" sz="1463" dirty="0"/>
              <a:t>左寄せ</a:t>
            </a:r>
            <a:endParaRPr kumimoji="1" lang="en-US" altLang="ja-JP" sz="1463" dirty="0"/>
          </a:p>
        </p:txBody>
      </p:sp>
      <p:sp>
        <p:nvSpPr>
          <p:cNvPr id="23" name="四角形吹き出し 22"/>
          <p:cNvSpPr/>
          <p:nvPr userDrawn="1"/>
        </p:nvSpPr>
        <p:spPr>
          <a:xfrm>
            <a:off x="10657068" y="5752795"/>
            <a:ext cx="1645113" cy="970890"/>
          </a:xfrm>
          <a:prstGeom prst="wedgeRectCallout">
            <a:avLst>
              <a:gd name="adj1" fmla="val -62408"/>
              <a:gd name="adj2" fmla="val 9477"/>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この赤ガイド線内に収まるように作成してください</a:t>
            </a:r>
          </a:p>
        </p:txBody>
      </p:sp>
    </p:spTree>
    <p:extLst>
      <p:ext uri="{BB962C8B-B14F-4D97-AF65-F5344CB8AC3E}">
        <p14:creationId xmlns:p14="http://schemas.microsoft.com/office/powerpoint/2010/main" val="2437342069"/>
      </p:ext>
    </p:extLst>
  </p:cSld>
  <p:clrMapOvr>
    <a:masterClrMapping/>
  </p:clrMapOvr>
  <p:hf hdr="0" ftr="0" dt="0"/>
  <p:extLst>
    <p:ext uri="{DCECCB84-F9BA-43D5-87BE-67443E8EF086}">
      <p15:sldGuideLst xmlns:p15="http://schemas.microsoft.com/office/powerpoint/2012/main">
        <p15:guide id="1" orient="horz" pos="2160">
          <p15:clr>
            <a:srgbClr val="000000"/>
          </p15:clr>
        </p15:guide>
        <p15:guide id="2" pos="3840">
          <p15:clr>
            <a:srgbClr val="000000"/>
          </p15:clr>
        </p15:guide>
      </p15:sldGuideLst>
    </p:ext>
  </p:extLst>
</p:sldLayout>
</file>

<file path=ppt/slideLayouts/slideLayout19.xml><?xml version="1.0" encoding="utf-8"?>
<p:sldLayout xmlns:a="http://schemas.openxmlformats.org/drawingml/2006/main" xmlns:r="http://schemas.openxmlformats.org/officeDocument/2006/relationships" xmlns:p="http://schemas.openxmlformats.org/presentationml/2006/main" userDrawn="1">
  <p:cSld name="7_タイトルとコンテンツ">
    <p:spTree>
      <p:nvGrpSpPr>
        <p:cNvPr id="1" name=""/>
        <p:cNvGrpSpPr/>
        <p:nvPr/>
      </p:nvGrpSpPr>
      <p:grpSpPr>
        <a:xfrm>
          <a:off x="0" y="0"/>
          <a:ext cx="0" cy="0"/>
          <a:chOff x="0" y="0"/>
          <a:chExt cx="0" cy="0"/>
        </a:xfrm>
      </p:grpSpPr>
      <p:graphicFrame>
        <p:nvGraphicFramePr>
          <p:cNvPr id="26" name="表 25"/>
          <p:cNvGraphicFramePr>
            <a:graphicFrameLocks noGrp="1"/>
          </p:cNvGraphicFramePr>
          <p:nvPr userDrawn="1"/>
        </p:nvGraphicFramePr>
        <p:xfrm>
          <a:off x="0" y="727606"/>
          <a:ext cx="438463" cy="5882490"/>
        </p:xfrm>
        <a:graphic>
          <a:graphicData uri="http://schemas.openxmlformats.org/drawingml/2006/table">
            <a:tbl>
              <a:tblPr firstRow="1" bandRow="1">
                <a:tableStyleId>{5C22544A-7EE6-4342-B048-85BDC9FD1C3A}</a:tableStyleId>
              </a:tblPr>
              <a:tblGrid>
                <a:gridCol w="438463">
                  <a:extLst>
                    <a:ext uri="{9D8B030D-6E8A-4147-A177-3AD203B41FA5}">
                      <a16:colId xmlns:a16="http://schemas.microsoft.com/office/drawing/2014/main" val="2456847792"/>
                    </a:ext>
                  </a:extLst>
                </a:gridCol>
              </a:tblGrid>
              <a:tr h="980415">
                <a:tc>
                  <a:txBody>
                    <a:bodyPr/>
                    <a:lstStyle/>
                    <a:p>
                      <a:pPr algn="ctr"/>
                      <a:r>
                        <a:rPr kumimoji="1" lang="ja-JP" altLang="en-US" sz="1100" b="1" dirty="0">
                          <a:solidFill>
                            <a:schemeClr val="bg1"/>
                          </a:solidFill>
                        </a:rPr>
                        <a:t>①タイトル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1512206185"/>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②タイトル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2631667891"/>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③タイトル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627911894"/>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④タイトル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2091809632"/>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⑤タイトル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1750606519"/>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⑥タイトル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149417652"/>
                  </a:ext>
                </a:extLst>
              </a:tr>
            </a:tbl>
          </a:graphicData>
        </a:graphic>
      </p:graphicFrame>
      <p:sp>
        <p:nvSpPr>
          <p:cNvPr id="35" name="正方形/長方形 34"/>
          <p:cNvSpPr/>
          <p:nvPr userDrawn="1"/>
        </p:nvSpPr>
        <p:spPr>
          <a:xfrm>
            <a:off x="85255" y="1119975"/>
            <a:ext cx="267950" cy="5341188"/>
          </a:xfrm>
          <a:prstGeom prst="rect">
            <a:avLst/>
          </a:prstGeom>
          <a:solidFill>
            <a:srgbClr val="FF00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vert="eaVert" rtlCol="0" anchor="ctr"/>
          <a:lstStyle/>
          <a:p>
            <a:pPr algn="ctr"/>
            <a:r>
              <a:rPr kumimoji="1" lang="ja-JP" altLang="en-US" sz="1463" dirty="0"/>
              <a:t>こちらで変更します。</a:t>
            </a:r>
          </a:p>
        </p:txBody>
      </p:sp>
      <p:sp>
        <p:nvSpPr>
          <p:cNvPr id="8" name="正方形/長方形 7"/>
          <p:cNvSpPr/>
          <p:nvPr userDrawn="1"/>
        </p:nvSpPr>
        <p:spPr>
          <a:xfrm>
            <a:off x="0" y="6610097"/>
            <a:ext cx="9906000" cy="24765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7" name="Text Box 31"/>
          <p:cNvSpPr txBox="1">
            <a:spLocks noChangeArrowheads="1"/>
          </p:cNvSpPr>
          <p:nvPr userDrawn="1"/>
        </p:nvSpPr>
        <p:spPr bwMode="auto">
          <a:xfrm>
            <a:off x="42215" y="6580034"/>
            <a:ext cx="4206531" cy="267446"/>
          </a:xfrm>
          <a:prstGeom prst="rect">
            <a:avLst/>
          </a:prstGeom>
          <a:noFill/>
          <a:ln w="9525">
            <a:noFill/>
            <a:miter lim="800000"/>
            <a:headEnd/>
            <a:tailEnd/>
          </a:ln>
          <a:effectLst/>
        </p:spPr>
        <p:txBody>
          <a:bodyPr wrap="square">
            <a:spAutoFit/>
          </a:bodyPr>
          <a:lstStyle/>
          <a:p>
            <a:pPr>
              <a:defRPr/>
            </a:pPr>
            <a:r>
              <a:rPr lang="en-US" altLang="ja-JP" sz="1138" b="1" dirty="0" err="1">
                <a:solidFill>
                  <a:schemeClr val="bg1"/>
                </a:solidFill>
                <a:latin typeface="Monotype Corsiva" pitchFamily="66" charset="0"/>
                <a:ea typeface="HGP創英角ｺﾞｼｯｸUB" pitchFamily="50" charset="-128"/>
              </a:rPr>
              <a:t>Copyright©Funai</a:t>
            </a:r>
            <a:r>
              <a:rPr lang="en-US" altLang="ja-JP" sz="1138" b="1" dirty="0">
                <a:solidFill>
                  <a:schemeClr val="bg1"/>
                </a:solidFill>
                <a:latin typeface="Monotype Corsiva" pitchFamily="66" charset="0"/>
                <a:ea typeface="HGP創英角ｺﾞｼｯｸUB" pitchFamily="50" charset="-128"/>
              </a:rPr>
              <a:t> Consulting Incorporated </a:t>
            </a:r>
            <a:r>
              <a:rPr lang="ja-JP" altLang="en-US" sz="1138" b="1" dirty="0">
                <a:solidFill>
                  <a:schemeClr val="bg1"/>
                </a:solidFill>
                <a:latin typeface="Monotype Corsiva" pitchFamily="66" charset="0"/>
                <a:ea typeface="HGP創英角ｺﾞｼｯｸUB" pitchFamily="50" charset="-128"/>
              </a:rPr>
              <a:t>　　（</a:t>
            </a:r>
            <a:r>
              <a:rPr lang="en-US" altLang="ja-JP" sz="1138" b="1" dirty="0" err="1">
                <a:solidFill>
                  <a:schemeClr val="bg1"/>
                </a:solidFill>
                <a:latin typeface="Monotype Corsiva" pitchFamily="66" charset="0"/>
                <a:ea typeface="HGP創英角ｺﾞｼｯｸUB" pitchFamily="50" charset="-128"/>
              </a:rPr>
              <a:t>Funai</a:t>
            </a:r>
            <a:r>
              <a:rPr lang="en-US" altLang="ja-JP" sz="1138" b="1" dirty="0">
                <a:solidFill>
                  <a:schemeClr val="bg1"/>
                </a:solidFill>
                <a:latin typeface="Monotype Corsiva" pitchFamily="66" charset="0"/>
                <a:ea typeface="HGP創英角ｺﾞｼｯｸUB" pitchFamily="50" charset="-128"/>
              </a:rPr>
              <a:t> Consulting</a:t>
            </a:r>
            <a:r>
              <a:rPr lang="ja-JP" altLang="en-US" sz="1138" b="1" dirty="0">
                <a:solidFill>
                  <a:schemeClr val="bg1"/>
                </a:solidFill>
                <a:latin typeface="Monotype Corsiva" pitchFamily="66" charset="0"/>
                <a:ea typeface="HGP創英角ｺﾞｼｯｸUB" pitchFamily="50" charset="-128"/>
              </a:rPr>
              <a:t> </a:t>
            </a:r>
            <a:r>
              <a:rPr lang="en-US" altLang="ja-JP" sz="1138" b="1" dirty="0">
                <a:solidFill>
                  <a:schemeClr val="bg1"/>
                </a:solidFill>
                <a:latin typeface="Monotype Corsiva" pitchFamily="66" charset="0"/>
                <a:ea typeface="HGP創英角ｺﾞｼｯｸUB" pitchFamily="50" charset="-128"/>
              </a:rPr>
              <a:t>Inc.</a:t>
            </a:r>
            <a:r>
              <a:rPr lang="ja-JP" altLang="en-US" sz="1138" b="1" dirty="0">
                <a:solidFill>
                  <a:schemeClr val="bg1"/>
                </a:solidFill>
                <a:latin typeface="Monotype Corsiva" pitchFamily="66" charset="0"/>
                <a:ea typeface="HGP創英角ｺﾞｼｯｸUB" pitchFamily="50" charset="-128"/>
              </a:rPr>
              <a:t>）</a:t>
            </a:r>
            <a:endParaRPr lang="en-US" altLang="ja-JP" sz="1138" b="1" dirty="0">
              <a:solidFill>
                <a:schemeClr val="bg1"/>
              </a:solidFill>
              <a:latin typeface="Monotype Corsiva" pitchFamily="66" charset="0"/>
              <a:ea typeface="HGP創英角ｺﾞｼｯｸUB" pitchFamily="50" charset="-128"/>
            </a:endParaRPr>
          </a:p>
        </p:txBody>
      </p:sp>
      <p:sp>
        <p:nvSpPr>
          <p:cNvPr id="12" name="スライド番号プレースホルダー 11"/>
          <p:cNvSpPr>
            <a:spLocks noGrp="1"/>
          </p:cNvSpPr>
          <p:nvPr>
            <p:ph type="sldNum" sz="quarter" idx="12"/>
          </p:nvPr>
        </p:nvSpPr>
        <p:spPr>
          <a:xfrm>
            <a:off x="7677150" y="6551360"/>
            <a:ext cx="2228850" cy="365125"/>
          </a:xfrm>
        </p:spPr>
        <p:txBody>
          <a:bodyPr/>
          <a:lstStyle>
            <a:lvl1pPr>
              <a:defRPr sz="1300" b="1">
                <a:solidFill>
                  <a:schemeClr val="bg1"/>
                </a:solidFill>
              </a:defRPr>
            </a:lvl1pPr>
          </a:lstStyle>
          <a:p>
            <a:fld id="{85FC83C8-0BB2-4721-BA19-3C9CC69276E3}" type="slidenum">
              <a:rPr lang="ja-JP" altLang="en-US" smtClean="0"/>
              <a:pPr/>
              <a:t>‹#›</a:t>
            </a:fld>
            <a:endParaRPr lang="ja-JP" altLang="en-US"/>
          </a:p>
        </p:txBody>
      </p:sp>
      <p:sp>
        <p:nvSpPr>
          <p:cNvPr id="22" name="楕円 21"/>
          <p:cNvSpPr/>
          <p:nvPr userDrawn="1"/>
        </p:nvSpPr>
        <p:spPr>
          <a:xfrm>
            <a:off x="-2244328" y="-788766"/>
            <a:ext cx="14437221" cy="1759809"/>
          </a:xfrm>
          <a:prstGeom prst="ellipse">
            <a:avLst/>
          </a:prstGeom>
          <a:solidFill>
            <a:srgbClr val="8B945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24" name="タイトル 1"/>
          <p:cNvSpPr>
            <a:spLocks noGrp="1"/>
          </p:cNvSpPr>
          <p:nvPr>
            <p:ph type="title"/>
          </p:nvPr>
        </p:nvSpPr>
        <p:spPr>
          <a:xfrm>
            <a:off x="255770" y="245205"/>
            <a:ext cx="9378221" cy="605918"/>
          </a:xfrm>
        </p:spPr>
        <p:txBody>
          <a:bodyPr>
            <a:noAutofit/>
          </a:bodyPr>
          <a:lstStyle>
            <a:lvl1pPr algn="ctr">
              <a:defRPr sz="3900" b="1">
                <a:solidFill>
                  <a:schemeClr val="bg1"/>
                </a:solidFill>
              </a:defRPr>
            </a:lvl1pPr>
          </a:lstStyle>
          <a:p>
            <a:r>
              <a:rPr kumimoji="1" lang="ja-JP" altLang="en-US" dirty="0"/>
              <a:t>マスター タイトルの書式設定</a:t>
            </a:r>
          </a:p>
        </p:txBody>
      </p:sp>
      <p:sp>
        <p:nvSpPr>
          <p:cNvPr id="36" name="正方形/長方形 35"/>
          <p:cNvSpPr/>
          <p:nvPr userDrawn="1"/>
        </p:nvSpPr>
        <p:spPr>
          <a:xfrm>
            <a:off x="-2650779" y="-1508644"/>
            <a:ext cx="2642953" cy="3507698"/>
          </a:xfrm>
          <a:prstGeom prst="rect">
            <a:avLst/>
          </a:prstGeom>
          <a:solidFill>
            <a:srgbClr val="E6E6E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37" name="正方形/長方形 36"/>
          <p:cNvSpPr/>
          <p:nvPr userDrawn="1"/>
        </p:nvSpPr>
        <p:spPr>
          <a:xfrm>
            <a:off x="-200669" y="-3521490"/>
            <a:ext cx="11734663" cy="3507698"/>
          </a:xfrm>
          <a:prstGeom prst="rect">
            <a:avLst/>
          </a:prstGeom>
          <a:solidFill>
            <a:srgbClr val="E6E6E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38" name="正方形/長方形 37"/>
          <p:cNvSpPr/>
          <p:nvPr userDrawn="1"/>
        </p:nvSpPr>
        <p:spPr>
          <a:xfrm>
            <a:off x="9918180" y="-2387723"/>
            <a:ext cx="2642953" cy="3507698"/>
          </a:xfrm>
          <a:prstGeom prst="rect">
            <a:avLst/>
          </a:prstGeom>
          <a:solidFill>
            <a:srgbClr val="E6E6E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27" name="楕円 26"/>
          <p:cNvSpPr/>
          <p:nvPr userDrawn="1"/>
        </p:nvSpPr>
        <p:spPr>
          <a:xfrm>
            <a:off x="10081668" y="4975630"/>
            <a:ext cx="340519" cy="417363"/>
          </a:xfrm>
          <a:prstGeom prst="ellipse">
            <a:avLst/>
          </a:prstGeom>
          <a:solidFill>
            <a:srgbClr val="8B945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28" name="楕円 27"/>
          <p:cNvSpPr/>
          <p:nvPr userDrawn="1"/>
        </p:nvSpPr>
        <p:spPr>
          <a:xfrm>
            <a:off x="10081668" y="3641505"/>
            <a:ext cx="340519" cy="417363"/>
          </a:xfrm>
          <a:prstGeom prst="ellipse">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29" name="楕円 28"/>
          <p:cNvSpPr/>
          <p:nvPr userDrawn="1"/>
        </p:nvSpPr>
        <p:spPr>
          <a:xfrm>
            <a:off x="10081668" y="2307380"/>
            <a:ext cx="340519" cy="417363"/>
          </a:xfrm>
          <a:prstGeom prst="ellipse">
            <a:avLst/>
          </a:prstGeom>
          <a:solidFill>
            <a:schemeClr val="bg2">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30" name="楕円 29"/>
          <p:cNvSpPr/>
          <p:nvPr userDrawn="1"/>
        </p:nvSpPr>
        <p:spPr>
          <a:xfrm>
            <a:off x="10081668" y="973255"/>
            <a:ext cx="340519" cy="417363"/>
          </a:xfrm>
          <a:prstGeom prst="ellipse">
            <a:avLst/>
          </a:prstGeom>
          <a:solidFill>
            <a:schemeClr val="bg2">
              <a:lumMod val="2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31" name="四角形吹き出し 30"/>
          <p:cNvSpPr/>
          <p:nvPr userDrawn="1"/>
        </p:nvSpPr>
        <p:spPr>
          <a:xfrm>
            <a:off x="10657068" y="419727"/>
            <a:ext cx="1438387" cy="970890"/>
          </a:xfrm>
          <a:prstGeom prst="wedgeRectCallout">
            <a:avLst>
              <a:gd name="adj1" fmla="val -61477"/>
              <a:gd name="adj2" fmla="val 23901"/>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文字の色</a:t>
            </a:r>
          </a:p>
        </p:txBody>
      </p:sp>
      <p:sp>
        <p:nvSpPr>
          <p:cNvPr id="32" name="四角形吹き出し 31"/>
          <p:cNvSpPr/>
          <p:nvPr userDrawn="1"/>
        </p:nvSpPr>
        <p:spPr>
          <a:xfrm>
            <a:off x="10657068" y="1821934"/>
            <a:ext cx="1438387" cy="970890"/>
          </a:xfrm>
          <a:prstGeom prst="wedgeRectCallout">
            <a:avLst>
              <a:gd name="adj1" fmla="val -61477"/>
              <a:gd name="adj2" fmla="val 23901"/>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やじるしなどの図形の色</a:t>
            </a:r>
          </a:p>
        </p:txBody>
      </p:sp>
      <p:sp>
        <p:nvSpPr>
          <p:cNvPr id="33" name="四角形吹き出し 32"/>
          <p:cNvSpPr/>
          <p:nvPr userDrawn="1"/>
        </p:nvSpPr>
        <p:spPr>
          <a:xfrm>
            <a:off x="10657068" y="4490184"/>
            <a:ext cx="1438387" cy="970890"/>
          </a:xfrm>
          <a:prstGeom prst="wedgeRectCallout">
            <a:avLst>
              <a:gd name="adj1" fmla="val -61477"/>
              <a:gd name="adj2" fmla="val 23901"/>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ベースの色</a:t>
            </a:r>
          </a:p>
        </p:txBody>
      </p:sp>
      <p:sp>
        <p:nvSpPr>
          <p:cNvPr id="34" name="四角形吹き出し 33"/>
          <p:cNvSpPr/>
          <p:nvPr userDrawn="1"/>
        </p:nvSpPr>
        <p:spPr>
          <a:xfrm>
            <a:off x="10657068" y="3156059"/>
            <a:ext cx="1438387" cy="970890"/>
          </a:xfrm>
          <a:prstGeom prst="wedgeRectCallout">
            <a:avLst>
              <a:gd name="adj1" fmla="val -61477"/>
              <a:gd name="adj2" fmla="val 23901"/>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強調の色</a:t>
            </a:r>
          </a:p>
        </p:txBody>
      </p:sp>
      <p:sp>
        <p:nvSpPr>
          <p:cNvPr id="39" name="四角形吹き出し 38"/>
          <p:cNvSpPr/>
          <p:nvPr userDrawn="1"/>
        </p:nvSpPr>
        <p:spPr>
          <a:xfrm>
            <a:off x="-2959618" y="-919028"/>
            <a:ext cx="2448136" cy="1838056"/>
          </a:xfrm>
          <a:prstGeom prst="wedgeRectCallout">
            <a:avLst>
              <a:gd name="adj1" fmla="val 68120"/>
              <a:gd name="adj2" fmla="val 16336"/>
            </a:avLst>
          </a:prstGeom>
          <a:solidFill>
            <a:srgbClr val="07628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タイトル（目次と対応させてください。）</a:t>
            </a:r>
            <a:endParaRPr kumimoji="1" lang="en-US" altLang="ja-JP" sz="1463" dirty="0"/>
          </a:p>
          <a:p>
            <a:pPr algn="ctr"/>
            <a:r>
              <a:rPr kumimoji="1" lang="ja-JP" altLang="en-US" sz="1463" dirty="0"/>
              <a:t>フォント：メイリオ見出し</a:t>
            </a:r>
            <a:endParaRPr kumimoji="1" lang="en-US" altLang="ja-JP" sz="1463" dirty="0"/>
          </a:p>
          <a:p>
            <a:pPr algn="ctr"/>
            <a:r>
              <a:rPr lang="ja-JP" altLang="en-US" sz="1463" dirty="0"/>
              <a:t>サイズ：</a:t>
            </a:r>
            <a:r>
              <a:rPr lang="en-US" altLang="ja-JP" sz="1463" dirty="0"/>
              <a:t>48</a:t>
            </a:r>
          </a:p>
          <a:p>
            <a:pPr algn="ctr"/>
            <a:r>
              <a:rPr lang="ja-JP" altLang="en-US" sz="1463" dirty="0"/>
              <a:t>ボールド</a:t>
            </a:r>
            <a:endParaRPr lang="en-US" altLang="ja-JP" sz="1463" dirty="0"/>
          </a:p>
          <a:p>
            <a:pPr algn="ctr"/>
            <a:r>
              <a:rPr lang="ja-JP" altLang="en-US" sz="1463" dirty="0"/>
              <a:t>真ん中寄せ</a:t>
            </a:r>
            <a:endParaRPr kumimoji="1" lang="en-US" altLang="ja-JP" sz="1463" dirty="0"/>
          </a:p>
        </p:txBody>
      </p:sp>
      <p:sp>
        <p:nvSpPr>
          <p:cNvPr id="45" name="四角形吹き出し 44"/>
          <p:cNvSpPr/>
          <p:nvPr userDrawn="1"/>
        </p:nvSpPr>
        <p:spPr>
          <a:xfrm>
            <a:off x="-2933551" y="2899809"/>
            <a:ext cx="2448136" cy="1838056"/>
          </a:xfrm>
          <a:prstGeom prst="wedgeRectCallout">
            <a:avLst>
              <a:gd name="adj1" fmla="val 68120"/>
              <a:gd name="adj2" fmla="val 16336"/>
            </a:avLst>
          </a:prstGeom>
          <a:solidFill>
            <a:srgbClr val="07628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小見出し</a:t>
            </a:r>
            <a:endParaRPr kumimoji="1" lang="en-US" altLang="ja-JP" sz="1463" dirty="0"/>
          </a:p>
          <a:p>
            <a:pPr algn="ctr"/>
            <a:r>
              <a:rPr kumimoji="1" lang="ja-JP" altLang="en-US" sz="1463" dirty="0"/>
              <a:t>フォント：メイリオ本文</a:t>
            </a:r>
            <a:endParaRPr kumimoji="1" lang="en-US" altLang="ja-JP" sz="1463" dirty="0"/>
          </a:p>
          <a:p>
            <a:pPr algn="ctr"/>
            <a:r>
              <a:rPr lang="ja-JP" altLang="en-US" sz="1463" dirty="0"/>
              <a:t>サイズ：</a:t>
            </a:r>
            <a:r>
              <a:rPr lang="en-US" altLang="ja-JP" sz="1463" dirty="0"/>
              <a:t>32</a:t>
            </a:r>
          </a:p>
          <a:p>
            <a:pPr algn="ctr"/>
            <a:r>
              <a:rPr lang="ja-JP" altLang="en-US" sz="1463" dirty="0"/>
              <a:t>ボールド</a:t>
            </a:r>
            <a:endParaRPr lang="en-US" altLang="ja-JP" sz="1463" dirty="0"/>
          </a:p>
          <a:p>
            <a:pPr algn="ctr"/>
            <a:r>
              <a:rPr kumimoji="1" lang="ja-JP" altLang="en-US" sz="1463" dirty="0"/>
              <a:t>左寄せ</a:t>
            </a:r>
            <a:endParaRPr kumimoji="1" lang="en-US" altLang="ja-JP" sz="1463" dirty="0"/>
          </a:p>
        </p:txBody>
      </p:sp>
      <p:sp>
        <p:nvSpPr>
          <p:cNvPr id="46" name="四角形吹き出し 45"/>
          <p:cNvSpPr/>
          <p:nvPr userDrawn="1"/>
        </p:nvSpPr>
        <p:spPr>
          <a:xfrm>
            <a:off x="-2933551" y="4895865"/>
            <a:ext cx="2448136" cy="1838056"/>
          </a:xfrm>
          <a:prstGeom prst="wedgeRectCallout">
            <a:avLst>
              <a:gd name="adj1" fmla="val 68617"/>
              <a:gd name="adj2" fmla="val -24441"/>
            </a:avLst>
          </a:prstGeom>
          <a:solidFill>
            <a:srgbClr val="07628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本文</a:t>
            </a:r>
            <a:endParaRPr kumimoji="1" lang="en-US" altLang="ja-JP" sz="1463" dirty="0"/>
          </a:p>
          <a:p>
            <a:pPr algn="ctr"/>
            <a:r>
              <a:rPr kumimoji="1" lang="ja-JP" altLang="en-US" sz="1463" dirty="0"/>
              <a:t>フォント：メイリオ本文</a:t>
            </a:r>
            <a:endParaRPr kumimoji="1" lang="en-US" altLang="ja-JP" sz="1463" dirty="0"/>
          </a:p>
          <a:p>
            <a:pPr algn="ctr"/>
            <a:r>
              <a:rPr lang="ja-JP" altLang="en-US" sz="1463" dirty="0"/>
              <a:t>サイズ：</a:t>
            </a:r>
            <a:r>
              <a:rPr lang="en-US" altLang="ja-JP" sz="1463" dirty="0"/>
              <a:t>18</a:t>
            </a:r>
          </a:p>
          <a:p>
            <a:pPr algn="ctr"/>
            <a:r>
              <a:rPr kumimoji="1" lang="ja-JP" altLang="en-US" sz="1463" dirty="0"/>
              <a:t>左寄せ</a:t>
            </a:r>
            <a:endParaRPr kumimoji="1" lang="en-US" altLang="ja-JP" sz="1463" dirty="0"/>
          </a:p>
        </p:txBody>
      </p:sp>
      <p:sp>
        <p:nvSpPr>
          <p:cNvPr id="23" name="四角形吹き出し 22"/>
          <p:cNvSpPr/>
          <p:nvPr userDrawn="1"/>
        </p:nvSpPr>
        <p:spPr>
          <a:xfrm>
            <a:off x="10657068" y="5752795"/>
            <a:ext cx="1645113" cy="970890"/>
          </a:xfrm>
          <a:prstGeom prst="wedgeRectCallout">
            <a:avLst>
              <a:gd name="adj1" fmla="val -62408"/>
              <a:gd name="adj2" fmla="val 9477"/>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この赤ガイド線内に収まるように作成してください</a:t>
            </a:r>
          </a:p>
        </p:txBody>
      </p:sp>
    </p:spTree>
    <p:extLst>
      <p:ext uri="{BB962C8B-B14F-4D97-AF65-F5344CB8AC3E}">
        <p14:creationId xmlns:p14="http://schemas.microsoft.com/office/powerpoint/2010/main" val="3217362697"/>
      </p:ext>
    </p:extLst>
  </p:cSld>
  <p:clrMapOvr>
    <a:masterClrMapping/>
  </p:clrMapOvr>
  <p:hf hdr="0" ftr="0" dt="0"/>
  <p:extLst>
    <p:ext uri="{DCECCB84-F9BA-43D5-87BE-67443E8EF086}">
      <p15:sldGuideLst xmlns:p15="http://schemas.microsoft.com/office/powerpoint/2012/main">
        <p15:guide id="1" orient="horz" pos="2160">
          <p15:clr>
            <a:srgbClr val="000000"/>
          </p15:clr>
        </p15:guide>
        <p15:guide id="2" pos="3840">
          <p15:clr>
            <a:srgbClr val="000000"/>
          </p15:clr>
        </p15:guide>
      </p15:sldGuideLst>
    </p:ext>
  </p:extLst>
</p:sldLayout>
</file>

<file path=ppt/slideLayouts/slideLayout20.xml><?xml version="1.0" encoding="utf-8"?>
<p:sldLayout xmlns:a="http://schemas.openxmlformats.org/drawingml/2006/main" xmlns:r="http://schemas.openxmlformats.org/officeDocument/2006/relationships" xmlns:p="http://schemas.openxmlformats.org/presentationml/2006/main" userDrawn="1">
  <p:cSld name="8_タイトルとコンテンツ">
    <p:spTree>
      <p:nvGrpSpPr>
        <p:cNvPr id="1" name=""/>
        <p:cNvGrpSpPr/>
        <p:nvPr/>
      </p:nvGrpSpPr>
      <p:grpSpPr>
        <a:xfrm>
          <a:off x="0" y="0"/>
          <a:ext cx="0" cy="0"/>
          <a:chOff x="0" y="0"/>
          <a:chExt cx="0" cy="0"/>
        </a:xfrm>
      </p:grpSpPr>
      <p:graphicFrame>
        <p:nvGraphicFramePr>
          <p:cNvPr id="26" name="表 25"/>
          <p:cNvGraphicFramePr>
            <a:graphicFrameLocks noGrp="1"/>
          </p:cNvGraphicFramePr>
          <p:nvPr userDrawn="1"/>
        </p:nvGraphicFramePr>
        <p:xfrm>
          <a:off x="0" y="727606"/>
          <a:ext cx="438463" cy="5882490"/>
        </p:xfrm>
        <a:graphic>
          <a:graphicData uri="http://schemas.openxmlformats.org/drawingml/2006/table">
            <a:tbl>
              <a:tblPr firstRow="1" bandRow="1">
                <a:tableStyleId>{5C22544A-7EE6-4342-B048-85BDC9FD1C3A}</a:tableStyleId>
              </a:tblPr>
              <a:tblGrid>
                <a:gridCol w="438463">
                  <a:extLst>
                    <a:ext uri="{9D8B030D-6E8A-4147-A177-3AD203B41FA5}">
                      <a16:colId xmlns:a16="http://schemas.microsoft.com/office/drawing/2014/main" val="2456847792"/>
                    </a:ext>
                  </a:extLst>
                </a:gridCol>
              </a:tblGrid>
              <a:tr h="980415">
                <a:tc>
                  <a:txBody>
                    <a:bodyPr/>
                    <a:lstStyle/>
                    <a:p>
                      <a:pPr algn="ctr"/>
                      <a:r>
                        <a:rPr kumimoji="1" lang="ja-JP" altLang="en-US" sz="1100" b="1" dirty="0">
                          <a:solidFill>
                            <a:schemeClr val="bg1"/>
                          </a:solidFill>
                        </a:rPr>
                        <a:t>①タイトル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1512206185"/>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②タイトル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2631667891"/>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③タイトル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627911894"/>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④タイトル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2091809632"/>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⑤タイトル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1750606519"/>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⑥タイトル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149417652"/>
                  </a:ext>
                </a:extLst>
              </a:tr>
            </a:tbl>
          </a:graphicData>
        </a:graphic>
      </p:graphicFrame>
      <p:sp>
        <p:nvSpPr>
          <p:cNvPr id="35" name="正方形/長方形 34"/>
          <p:cNvSpPr/>
          <p:nvPr userDrawn="1"/>
        </p:nvSpPr>
        <p:spPr>
          <a:xfrm>
            <a:off x="85255" y="1119975"/>
            <a:ext cx="267950" cy="5341188"/>
          </a:xfrm>
          <a:prstGeom prst="rect">
            <a:avLst/>
          </a:prstGeom>
          <a:solidFill>
            <a:srgbClr val="FF00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vert="eaVert" rtlCol="0" anchor="ctr"/>
          <a:lstStyle/>
          <a:p>
            <a:pPr algn="ctr"/>
            <a:r>
              <a:rPr kumimoji="1" lang="ja-JP" altLang="en-US" sz="1463" dirty="0"/>
              <a:t>こちらで変更します。</a:t>
            </a:r>
          </a:p>
        </p:txBody>
      </p:sp>
      <p:sp>
        <p:nvSpPr>
          <p:cNvPr id="8" name="正方形/長方形 7"/>
          <p:cNvSpPr/>
          <p:nvPr userDrawn="1"/>
        </p:nvSpPr>
        <p:spPr>
          <a:xfrm>
            <a:off x="0" y="6610097"/>
            <a:ext cx="9906000" cy="24765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7" name="Text Box 31"/>
          <p:cNvSpPr txBox="1">
            <a:spLocks noChangeArrowheads="1"/>
          </p:cNvSpPr>
          <p:nvPr userDrawn="1"/>
        </p:nvSpPr>
        <p:spPr bwMode="auto">
          <a:xfrm>
            <a:off x="42215" y="6580034"/>
            <a:ext cx="4206531" cy="267446"/>
          </a:xfrm>
          <a:prstGeom prst="rect">
            <a:avLst/>
          </a:prstGeom>
          <a:noFill/>
          <a:ln w="9525">
            <a:noFill/>
            <a:miter lim="800000"/>
            <a:headEnd/>
            <a:tailEnd/>
          </a:ln>
          <a:effectLst/>
        </p:spPr>
        <p:txBody>
          <a:bodyPr wrap="square">
            <a:spAutoFit/>
          </a:bodyPr>
          <a:lstStyle/>
          <a:p>
            <a:pPr>
              <a:defRPr/>
            </a:pPr>
            <a:r>
              <a:rPr lang="en-US" altLang="ja-JP" sz="1138" b="1" dirty="0" err="1">
                <a:solidFill>
                  <a:schemeClr val="bg1"/>
                </a:solidFill>
                <a:latin typeface="Monotype Corsiva" pitchFamily="66" charset="0"/>
                <a:ea typeface="HGP創英角ｺﾞｼｯｸUB" pitchFamily="50" charset="-128"/>
              </a:rPr>
              <a:t>Copyright©Funai</a:t>
            </a:r>
            <a:r>
              <a:rPr lang="en-US" altLang="ja-JP" sz="1138" b="1" dirty="0">
                <a:solidFill>
                  <a:schemeClr val="bg1"/>
                </a:solidFill>
                <a:latin typeface="Monotype Corsiva" pitchFamily="66" charset="0"/>
                <a:ea typeface="HGP創英角ｺﾞｼｯｸUB" pitchFamily="50" charset="-128"/>
              </a:rPr>
              <a:t> Consulting Incorporated </a:t>
            </a:r>
            <a:r>
              <a:rPr lang="ja-JP" altLang="en-US" sz="1138" b="1" dirty="0">
                <a:solidFill>
                  <a:schemeClr val="bg1"/>
                </a:solidFill>
                <a:latin typeface="Monotype Corsiva" pitchFamily="66" charset="0"/>
                <a:ea typeface="HGP創英角ｺﾞｼｯｸUB" pitchFamily="50" charset="-128"/>
              </a:rPr>
              <a:t>　　（</a:t>
            </a:r>
            <a:r>
              <a:rPr lang="en-US" altLang="ja-JP" sz="1138" b="1" dirty="0" err="1">
                <a:solidFill>
                  <a:schemeClr val="bg1"/>
                </a:solidFill>
                <a:latin typeface="Monotype Corsiva" pitchFamily="66" charset="0"/>
                <a:ea typeface="HGP創英角ｺﾞｼｯｸUB" pitchFamily="50" charset="-128"/>
              </a:rPr>
              <a:t>Funai</a:t>
            </a:r>
            <a:r>
              <a:rPr lang="en-US" altLang="ja-JP" sz="1138" b="1" dirty="0">
                <a:solidFill>
                  <a:schemeClr val="bg1"/>
                </a:solidFill>
                <a:latin typeface="Monotype Corsiva" pitchFamily="66" charset="0"/>
                <a:ea typeface="HGP創英角ｺﾞｼｯｸUB" pitchFamily="50" charset="-128"/>
              </a:rPr>
              <a:t> Consulting</a:t>
            </a:r>
            <a:r>
              <a:rPr lang="ja-JP" altLang="en-US" sz="1138" b="1" dirty="0">
                <a:solidFill>
                  <a:schemeClr val="bg1"/>
                </a:solidFill>
                <a:latin typeface="Monotype Corsiva" pitchFamily="66" charset="0"/>
                <a:ea typeface="HGP創英角ｺﾞｼｯｸUB" pitchFamily="50" charset="-128"/>
              </a:rPr>
              <a:t> </a:t>
            </a:r>
            <a:r>
              <a:rPr lang="en-US" altLang="ja-JP" sz="1138" b="1" dirty="0">
                <a:solidFill>
                  <a:schemeClr val="bg1"/>
                </a:solidFill>
                <a:latin typeface="Monotype Corsiva" pitchFamily="66" charset="0"/>
                <a:ea typeface="HGP創英角ｺﾞｼｯｸUB" pitchFamily="50" charset="-128"/>
              </a:rPr>
              <a:t>Inc.</a:t>
            </a:r>
            <a:r>
              <a:rPr lang="ja-JP" altLang="en-US" sz="1138" b="1" dirty="0">
                <a:solidFill>
                  <a:schemeClr val="bg1"/>
                </a:solidFill>
                <a:latin typeface="Monotype Corsiva" pitchFamily="66" charset="0"/>
                <a:ea typeface="HGP創英角ｺﾞｼｯｸUB" pitchFamily="50" charset="-128"/>
              </a:rPr>
              <a:t>）</a:t>
            </a:r>
            <a:endParaRPr lang="en-US" altLang="ja-JP" sz="1138" b="1" dirty="0">
              <a:solidFill>
                <a:schemeClr val="bg1"/>
              </a:solidFill>
              <a:latin typeface="Monotype Corsiva" pitchFamily="66" charset="0"/>
              <a:ea typeface="HGP創英角ｺﾞｼｯｸUB" pitchFamily="50" charset="-128"/>
            </a:endParaRPr>
          </a:p>
        </p:txBody>
      </p:sp>
      <p:sp>
        <p:nvSpPr>
          <p:cNvPr id="12" name="スライド番号プレースホルダー 11"/>
          <p:cNvSpPr>
            <a:spLocks noGrp="1"/>
          </p:cNvSpPr>
          <p:nvPr>
            <p:ph type="sldNum" sz="quarter" idx="12"/>
          </p:nvPr>
        </p:nvSpPr>
        <p:spPr>
          <a:xfrm>
            <a:off x="7677150" y="6551360"/>
            <a:ext cx="2228850" cy="365125"/>
          </a:xfrm>
        </p:spPr>
        <p:txBody>
          <a:bodyPr/>
          <a:lstStyle>
            <a:lvl1pPr>
              <a:defRPr sz="1300" b="1">
                <a:solidFill>
                  <a:schemeClr val="bg1"/>
                </a:solidFill>
              </a:defRPr>
            </a:lvl1pPr>
          </a:lstStyle>
          <a:p>
            <a:fld id="{85FC83C8-0BB2-4721-BA19-3C9CC69276E3}" type="slidenum">
              <a:rPr lang="ja-JP" altLang="en-US" smtClean="0"/>
              <a:pPr/>
              <a:t>‹#›</a:t>
            </a:fld>
            <a:endParaRPr lang="ja-JP" altLang="en-US"/>
          </a:p>
        </p:txBody>
      </p:sp>
      <p:sp>
        <p:nvSpPr>
          <p:cNvPr id="22" name="楕円 21"/>
          <p:cNvSpPr/>
          <p:nvPr userDrawn="1"/>
        </p:nvSpPr>
        <p:spPr>
          <a:xfrm>
            <a:off x="-2244328" y="-788766"/>
            <a:ext cx="14437221" cy="1759809"/>
          </a:xfrm>
          <a:prstGeom prst="ellipse">
            <a:avLst/>
          </a:prstGeom>
          <a:solidFill>
            <a:srgbClr val="8B945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24" name="タイトル 1"/>
          <p:cNvSpPr>
            <a:spLocks noGrp="1"/>
          </p:cNvSpPr>
          <p:nvPr>
            <p:ph type="title"/>
          </p:nvPr>
        </p:nvSpPr>
        <p:spPr>
          <a:xfrm>
            <a:off x="255770" y="245205"/>
            <a:ext cx="9378221" cy="605918"/>
          </a:xfrm>
        </p:spPr>
        <p:txBody>
          <a:bodyPr>
            <a:noAutofit/>
          </a:bodyPr>
          <a:lstStyle>
            <a:lvl1pPr algn="ctr">
              <a:defRPr sz="3900" b="1">
                <a:solidFill>
                  <a:schemeClr val="bg1"/>
                </a:solidFill>
              </a:defRPr>
            </a:lvl1pPr>
          </a:lstStyle>
          <a:p>
            <a:r>
              <a:rPr kumimoji="1" lang="ja-JP" altLang="en-US" dirty="0"/>
              <a:t>マスター タイトルの書式設定</a:t>
            </a:r>
          </a:p>
        </p:txBody>
      </p:sp>
      <p:sp>
        <p:nvSpPr>
          <p:cNvPr id="36" name="正方形/長方形 35"/>
          <p:cNvSpPr/>
          <p:nvPr userDrawn="1"/>
        </p:nvSpPr>
        <p:spPr>
          <a:xfrm>
            <a:off x="-2650779" y="-1508644"/>
            <a:ext cx="2642953" cy="3507698"/>
          </a:xfrm>
          <a:prstGeom prst="rect">
            <a:avLst/>
          </a:prstGeom>
          <a:solidFill>
            <a:srgbClr val="E6E6E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37" name="正方形/長方形 36"/>
          <p:cNvSpPr/>
          <p:nvPr userDrawn="1"/>
        </p:nvSpPr>
        <p:spPr>
          <a:xfrm>
            <a:off x="-200669" y="-3521490"/>
            <a:ext cx="11734663" cy="3507698"/>
          </a:xfrm>
          <a:prstGeom prst="rect">
            <a:avLst/>
          </a:prstGeom>
          <a:solidFill>
            <a:srgbClr val="E6E6E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38" name="正方形/長方形 37"/>
          <p:cNvSpPr/>
          <p:nvPr userDrawn="1"/>
        </p:nvSpPr>
        <p:spPr>
          <a:xfrm>
            <a:off x="9918180" y="-2387723"/>
            <a:ext cx="2642953" cy="3507698"/>
          </a:xfrm>
          <a:prstGeom prst="rect">
            <a:avLst/>
          </a:prstGeom>
          <a:solidFill>
            <a:srgbClr val="E6E6E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27" name="楕円 26"/>
          <p:cNvSpPr/>
          <p:nvPr userDrawn="1"/>
        </p:nvSpPr>
        <p:spPr>
          <a:xfrm>
            <a:off x="10081668" y="4975630"/>
            <a:ext cx="340519" cy="417363"/>
          </a:xfrm>
          <a:prstGeom prst="ellipse">
            <a:avLst/>
          </a:prstGeom>
          <a:solidFill>
            <a:srgbClr val="8B945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28" name="楕円 27"/>
          <p:cNvSpPr/>
          <p:nvPr userDrawn="1"/>
        </p:nvSpPr>
        <p:spPr>
          <a:xfrm>
            <a:off x="10081668" y="3641505"/>
            <a:ext cx="340519" cy="417363"/>
          </a:xfrm>
          <a:prstGeom prst="ellipse">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29" name="楕円 28"/>
          <p:cNvSpPr/>
          <p:nvPr userDrawn="1"/>
        </p:nvSpPr>
        <p:spPr>
          <a:xfrm>
            <a:off x="10081668" y="2307380"/>
            <a:ext cx="340519" cy="417363"/>
          </a:xfrm>
          <a:prstGeom prst="ellipse">
            <a:avLst/>
          </a:prstGeom>
          <a:solidFill>
            <a:schemeClr val="bg2">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30" name="楕円 29"/>
          <p:cNvSpPr/>
          <p:nvPr userDrawn="1"/>
        </p:nvSpPr>
        <p:spPr>
          <a:xfrm>
            <a:off x="10081668" y="973255"/>
            <a:ext cx="340519" cy="417363"/>
          </a:xfrm>
          <a:prstGeom prst="ellipse">
            <a:avLst/>
          </a:prstGeom>
          <a:solidFill>
            <a:schemeClr val="bg2">
              <a:lumMod val="2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31" name="四角形吹き出し 30"/>
          <p:cNvSpPr/>
          <p:nvPr userDrawn="1"/>
        </p:nvSpPr>
        <p:spPr>
          <a:xfrm>
            <a:off x="10657068" y="419727"/>
            <a:ext cx="1438387" cy="970890"/>
          </a:xfrm>
          <a:prstGeom prst="wedgeRectCallout">
            <a:avLst>
              <a:gd name="adj1" fmla="val -61477"/>
              <a:gd name="adj2" fmla="val 23901"/>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文字の色</a:t>
            </a:r>
          </a:p>
        </p:txBody>
      </p:sp>
      <p:sp>
        <p:nvSpPr>
          <p:cNvPr id="32" name="四角形吹き出し 31"/>
          <p:cNvSpPr/>
          <p:nvPr userDrawn="1"/>
        </p:nvSpPr>
        <p:spPr>
          <a:xfrm>
            <a:off x="10657068" y="1821934"/>
            <a:ext cx="1438387" cy="970890"/>
          </a:xfrm>
          <a:prstGeom prst="wedgeRectCallout">
            <a:avLst>
              <a:gd name="adj1" fmla="val -61477"/>
              <a:gd name="adj2" fmla="val 23901"/>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やじるしなどの図形の色</a:t>
            </a:r>
          </a:p>
        </p:txBody>
      </p:sp>
      <p:sp>
        <p:nvSpPr>
          <p:cNvPr id="33" name="四角形吹き出し 32"/>
          <p:cNvSpPr/>
          <p:nvPr userDrawn="1"/>
        </p:nvSpPr>
        <p:spPr>
          <a:xfrm>
            <a:off x="10657068" y="4490184"/>
            <a:ext cx="1438387" cy="970890"/>
          </a:xfrm>
          <a:prstGeom prst="wedgeRectCallout">
            <a:avLst>
              <a:gd name="adj1" fmla="val -61477"/>
              <a:gd name="adj2" fmla="val 23901"/>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ベースの色</a:t>
            </a:r>
          </a:p>
        </p:txBody>
      </p:sp>
      <p:sp>
        <p:nvSpPr>
          <p:cNvPr id="34" name="四角形吹き出し 33"/>
          <p:cNvSpPr/>
          <p:nvPr userDrawn="1"/>
        </p:nvSpPr>
        <p:spPr>
          <a:xfrm>
            <a:off x="10657068" y="3156059"/>
            <a:ext cx="1438387" cy="970890"/>
          </a:xfrm>
          <a:prstGeom prst="wedgeRectCallout">
            <a:avLst>
              <a:gd name="adj1" fmla="val -61477"/>
              <a:gd name="adj2" fmla="val 23901"/>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強調の色</a:t>
            </a:r>
          </a:p>
        </p:txBody>
      </p:sp>
      <p:sp>
        <p:nvSpPr>
          <p:cNvPr id="39" name="四角形吹き出し 38"/>
          <p:cNvSpPr/>
          <p:nvPr userDrawn="1"/>
        </p:nvSpPr>
        <p:spPr>
          <a:xfrm>
            <a:off x="-2959618" y="-919028"/>
            <a:ext cx="2448136" cy="1838056"/>
          </a:xfrm>
          <a:prstGeom prst="wedgeRectCallout">
            <a:avLst>
              <a:gd name="adj1" fmla="val 68120"/>
              <a:gd name="adj2" fmla="val 16336"/>
            </a:avLst>
          </a:prstGeom>
          <a:solidFill>
            <a:srgbClr val="07628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タイトル（目次と対応させてください。）</a:t>
            </a:r>
            <a:endParaRPr kumimoji="1" lang="en-US" altLang="ja-JP" sz="1463" dirty="0"/>
          </a:p>
          <a:p>
            <a:pPr algn="ctr"/>
            <a:r>
              <a:rPr kumimoji="1" lang="ja-JP" altLang="en-US" sz="1463" dirty="0"/>
              <a:t>フォント：メイリオ見出し</a:t>
            </a:r>
            <a:endParaRPr kumimoji="1" lang="en-US" altLang="ja-JP" sz="1463" dirty="0"/>
          </a:p>
          <a:p>
            <a:pPr algn="ctr"/>
            <a:r>
              <a:rPr lang="ja-JP" altLang="en-US" sz="1463" dirty="0"/>
              <a:t>サイズ：</a:t>
            </a:r>
            <a:r>
              <a:rPr lang="en-US" altLang="ja-JP" sz="1463" dirty="0"/>
              <a:t>48</a:t>
            </a:r>
          </a:p>
          <a:p>
            <a:pPr algn="ctr"/>
            <a:r>
              <a:rPr lang="ja-JP" altLang="en-US" sz="1463" dirty="0"/>
              <a:t>ボールド</a:t>
            </a:r>
            <a:endParaRPr lang="en-US" altLang="ja-JP" sz="1463" dirty="0"/>
          </a:p>
          <a:p>
            <a:pPr algn="ctr"/>
            <a:r>
              <a:rPr lang="ja-JP" altLang="en-US" sz="1463" dirty="0"/>
              <a:t>真ん中寄せ</a:t>
            </a:r>
            <a:endParaRPr kumimoji="1" lang="en-US" altLang="ja-JP" sz="1463" dirty="0"/>
          </a:p>
        </p:txBody>
      </p:sp>
      <p:sp>
        <p:nvSpPr>
          <p:cNvPr id="45" name="四角形吹き出し 44"/>
          <p:cNvSpPr/>
          <p:nvPr userDrawn="1"/>
        </p:nvSpPr>
        <p:spPr>
          <a:xfrm>
            <a:off x="-2933551" y="2899809"/>
            <a:ext cx="2448136" cy="1838056"/>
          </a:xfrm>
          <a:prstGeom prst="wedgeRectCallout">
            <a:avLst>
              <a:gd name="adj1" fmla="val 68120"/>
              <a:gd name="adj2" fmla="val 16336"/>
            </a:avLst>
          </a:prstGeom>
          <a:solidFill>
            <a:srgbClr val="07628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小見出し</a:t>
            </a:r>
            <a:endParaRPr kumimoji="1" lang="en-US" altLang="ja-JP" sz="1463" dirty="0"/>
          </a:p>
          <a:p>
            <a:pPr algn="ctr"/>
            <a:r>
              <a:rPr kumimoji="1" lang="ja-JP" altLang="en-US" sz="1463" dirty="0"/>
              <a:t>フォント：メイリオ本文</a:t>
            </a:r>
            <a:endParaRPr kumimoji="1" lang="en-US" altLang="ja-JP" sz="1463" dirty="0"/>
          </a:p>
          <a:p>
            <a:pPr algn="ctr"/>
            <a:r>
              <a:rPr lang="ja-JP" altLang="en-US" sz="1463" dirty="0"/>
              <a:t>サイズ：</a:t>
            </a:r>
            <a:r>
              <a:rPr lang="en-US" altLang="ja-JP" sz="1463" dirty="0"/>
              <a:t>32</a:t>
            </a:r>
          </a:p>
          <a:p>
            <a:pPr algn="ctr"/>
            <a:r>
              <a:rPr lang="ja-JP" altLang="en-US" sz="1463" dirty="0"/>
              <a:t>ボールド</a:t>
            </a:r>
            <a:endParaRPr lang="en-US" altLang="ja-JP" sz="1463" dirty="0"/>
          </a:p>
          <a:p>
            <a:pPr algn="ctr"/>
            <a:r>
              <a:rPr kumimoji="1" lang="ja-JP" altLang="en-US" sz="1463" dirty="0"/>
              <a:t>左寄せ</a:t>
            </a:r>
            <a:endParaRPr kumimoji="1" lang="en-US" altLang="ja-JP" sz="1463" dirty="0"/>
          </a:p>
        </p:txBody>
      </p:sp>
      <p:sp>
        <p:nvSpPr>
          <p:cNvPr id="46" name="四角形吹き出し 45"/>
          <p:cNvSpPr/>
          <p:nvPr userDrawn="1"/>
        </p:nvSpPr>
        <p:spPr>
          <a:xfrm>
            <a:off x="-2933551" y="4895865"/>
            <a:ext cx="2448136" cy="1838056"/>
          </a:xfrm>
          <a:prstGeom prst="wedgeRectCallout">
            <a:avLst>
              <a:gd name="adj1" fmla="val 68617"/>
              <a:gd name="adj2" fmla="val -24441"/>
            </a:avLst>
          </a:prstGeom>
          <a:solidFill>
            <a:srgbClr val="07628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本文</a:t>
            </a:r>
            <a:endParaRPr kumimoji="1" lang="en-US" altLang="ja-JP" sz="1463" dirty="0"/>
          </a:p>
          <a:p>
            <a:pPr algn="ctr"/>
            <a:r>
              <a:rPr kumimoji="1" lang="ja-JP" altLang="en-US" sz="1463" dirty="0"/>
              <a:t>フォント：メイリオ本文</a:t>
            </a:r>
            <a:endParaRPr kumimoji="1" lang="en-US" altLang="ja-JP" sz="1463" dirty="0"/>
          </a:p>
          <a:p>
            <a:pPr algn="ctr"/>
            <a:r>
              <a:rPr lang="ja-JP" altLang="en-US" sz="1463" dirty="0"/>
              <a:t>サイズ：</a:t>
            </a:r>
            <a:r>
              <a:rPr lang="en-US" altLang="ja-JP" sz="1463" dirty="0"/>
              <a:t>18</a:t>
            </a:r>
          </a:p>
          <a:p>
            <a:pPr algn="ctr"/>
            <a:r>
              <a:rPr kumimoji="1" lang="ja-JP" altLang="en-US" sz="1463" dirty="0"/>
              <a:t>左寄せ</a:t>
            </a:r>
            <a:endParaRPr kumimoji="1" lang="en-US" altLang="ja-JP" sz="1463" dirty="0"/>
          </a:p>
        </p:txBody>
      </p:sp>
      <p:sp>
        <p:nvSpPr>
          <p:cNvPr id="23" name="四角形吹き出し 22"/>
          <p:cNvSpPr/>
          <p:nvPr userDrawn="1"/>
        </p:nvSpPr>
        <p:spPr>
          <a:xfrm>
            <a:off x="10657068" y="5752795"/>
            <a:ext cx="1645113" cy="970890"/>
          </a:xfrm>
          <a:prstGeom prst="wedgeRectCallout">
            <a:avLst>
              <a:gd name="adj1" fmla="val -62408"/>
              <a:gd name="adj2" fmla="val 9477"/>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この赤ガイド線内に収まるように作成してください</a:t>
            </a:r>
          </a:p>
        </p:txBody>
      </p:sp>
    </p:spTree>
    <p:extLst>
      <p:ext uri="{BB962C8B-B14F-4D97-AF65-F5344CB8AC3E}">
        <p14:creationId xmlns:p14="http://schemas.microsoft.com/office/powerpoint/2010/main" val="403154478"/>
      </p:ext>
    </p:extLst>
  </p:cSld>
  <p:clrMapOvr>
    <a:masterClrMapping/>
  </p:clrMapOvr>
  <p:hf hdr="0" ftr="0" dt="0"/>
  <p:extLst>
    <p:ext uri="{DCECCB84-F9BA-43D5-87BE-67443E8EF086}">
      <p15:sldGuideLst xmlns:p15="http://schemas.microsoft.com/office/powerpoint/2012/main">
        <p15:guide id="1" orient="horz" pos="2160">
          <p15:clr>
            <a:srgbClr val="000000"/>
          </p15:clr>
        </p15:guide>
        <p15:guide id="2" pos="3840">
          <p15:clr>
            <a:srgbClr val="000000"/>
          </p15:clr>
        </p15:guide>
      </p15:sldGuideLst>
    </p:ext>
  </p:extLst>
</p:sldLayout>
</file>

<file path=ppt/slideLayouts/slideLayout21.xml><?xml version="1.0" encoding="utf-8"?>
<p:sldLayout xmlns:a="http://schemas.openxmlformats.org/drawingml/2006/main" xmlns:r="http://schemas.openxmlformats.org/officeDocument/2006/relationships" xmlns:p="http://schemas.openxmlformats.org/presentationml/2006/main" userDrawn="1">
  <p:cSld name="9_タイトルとコンテンツ">
    <p:spTree>
      <p:nvGrpSpPr>
        <p:cNvPr id="1" name=""/>
        <p:cNvGrpSpPr/>
        <p:nvPr/>
      </p:nvGrpSpPr>
      <p:grpSpPr>
        <a:xfrm>
          <a:off x="0" y="0"/>
          <a:ext cx="0" cy="0"/>
          <a:chOff x="0" y="0"/>
          <a:chExt cx="0" cy="0"/>
        </a:xfrm>
      </p:grpSpPr>
      <p:graphicFrame>
        <p:nvGraphicFramePr>
          <p:cNvPr id="26" name="表 25"/>
          <p:cNvGraphicFramePr>
            <a:graphicFrameLocks noGrp="1"/>
          </p:cNvGraphicFramePr>
          <p:nvPr userDrawn="1"/>
        </p:nvGraphicFramePr>
        <p:xfrm>
          <a:off x="0" y="727606"/>
          <a:ext cx="438463" cy="5882490"/>
        </p:xfrm>
        <a:graphic>
          <a:graphicData uri="http://schemas.openxmlformats.org/drawingml/2006/table">
            <a:tbl>
              <a:tblPr firstRow="1" bandRow="1">
                <a:tableStyleId>{5C22544A-7EE6-4342-B048-85BDC9FD1C3A}</a:tableStyleId>
              </a:tblPr>
              <a:tblGrid>
                <a:gridCol w="438463">
                  <a:extLst>
                    <a:ext uri="{9D8B030D-6E8A-4147-A177-3AD203B41FA5}">
                      <a16:colId xmlns:a16="http://schemas.microsoft.com/office/drawing/2014/main" val="2456847792"/>
                    </a:ext>
                  </a:extLst>
                </a:gridCol>
              </a:tblGrid>
              <a:tr h="980415">
                <a:tc>
                  <a:txBody>
                    <a:bodyPr/>
                    <a:lstStyle/>
                    <a:p>
                      <a:pPr algn="ctr"/>
                      <a:r>
                        <a:rPr kumimoji="1" lang="ja-JP" altLang="en-US" sz="1100" b="1" dirty="0">
                          <a:solidFill>
                            <a:schemeClr val="bg1"/>
                          </a:solidFill>
                        </a:rPr>
                        <a:t>①タイトル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1512206185"/>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②タイトル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2631667891"/>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③タイトル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627911894"/>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④タイトル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2091809632"/>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⑤タイトル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1750606519"/>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⑥タイトル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149417652"/>
                  </a:ext>
                </a:extLst>
              </a:tr>
            </a:tbl>
          </a:graphicData>
        </a:graphic>
      </p:graphicFrame>
      <p:sp>
        <p:nvSpPr>
          <p:cNvPr id="35" name="正方形/長方形 34"/>
          <p:cNvSpPr/>
          <p:nvPr userDrawn="1"/>
        </p:nvSpPr>
        <p:spPr>
          <a:xfrm>
            <a:off x="85255" y="1119975"/>
            <a:ext cx="267950" cy="5341188"/>
          </a:xfrm>
          <a:prstGeom prst="rect">
            <a:avLst/>
          </a:prstGeom>
          <a:solidFill>
            <a:srgbClr val="FF00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vert="eaVert" rtlCol="0" anchor="ctr"/>
          <a:lstStyle/>
          <a:p>
            <a:pPr algn="ctr"/>
            <a:r>
              <a:rPr kumimoji="1" lang="ja-JP" altLang="en-US" sz="1463" dirty="0"/>
              <a:t>こちらで変更します。</a:t>
            </a:r>
          </a:p>
        </p:txBody>
      </p:sp>
      <p:sp>
        <p:nvSpPr>
          <p:cNvPr id="8" name="正方形/長方形 7"/>
          <p:cNvSpPr/>
          <p:nvPr userDrawn="1"/>
        </p:nvSpPr>
        <p:spPr>
          <a:xfrm>
            <a:off x="0" y="6610097"/>
            <a:ext cx="9906000" cy="24765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7" name="Text Box 31"/>
          <p:cNvSpPr txBox="1">
            <a:spLocks noChangeArrowheads="1"/>
          </p:cNvSpPr>
          <p:nvPr userDrawn="1"/>
        </p:nvSpPr>
        <p:spPr bwMode="auto">
          <a:xfrm>
            <a:off x="42215" y="6580034"/>
            <a:ext cx="4206531" cy="267446"/>
          </a:xfrm>
          <a:prstGeom prst="rect">
            <a:avLst/>
          </a:prstGeom>
          <a:noFill/>
          <a:ln w="9525">
            <a:noFill/>
            <a:miter lim="800000"/>
            <a:headEnd/>
            <a:tailEnd/>
          </a:ln>
          <a:effectLst/>
        </p:spPr>
        <p:txBody>
          <a:bodyPr wrap="square">
            <a:spAutoFit/>
          </a:bodyPr>
          <a:lstStyle/>
          <a:p>
            <a:pPr>
              <a:defRPr/>
            </a:pPr>
            <a:r>
              <a:rPr lang="en-US" altLang="ja-JP" sz="1138" b="1" dirty="0" err="1">
                <a:solidFill>
                  <a:schemeClr val="bg1"/>
                </a:solidFill>
                <a:latin typeface="Monotype Corsiva" pitchFamily="66" charset="0"/>
                <a:ea typeface="HGP創英角ｺﾞｼｯｸUB" pitchFamily="50" charset="-128"/>
              </a:rPr>
              <a:t>Copyright©Funai</a:t>
            </a:r>
            <a:r>
              <a:rPr lang="en-US" altLang="ja-JP" sz="1138" b="1" dirty="0">
                <a:solidFill>
                  <a:schemeClr val="bg1"/>
                </a:solidFill>
                <a:latin typeface="Monotype Corsiva" pitchFamily="66" charset="0"/>
                <a:ea typeface="HGP創英角ｺﾞｼｯｸUB" pitchFamily="50" charset="-128"/>
              </a:rPr>
              <a:t> Consulting Incorporated </a:t>
            </a:r>
            <a:r>
              <a:rPr lang="ja-JP" altLang="en-US" sz="1138" b="1" dirty="0">
                <a:solidFill>
                  <a:schemeClr val="bg1"/>
                </a:solidFill>
                <a:latin typeface="Monotype Corsiva" pitchFamily="66" charset="0"/>
                <a:ea typeface="HGP創英角ｺﾞｼｯｸUB" pitchFamily="50" charset="-128"/>
              </a:rPr>
              <a:t>　　（</a:t>
            </a:r>
            <a:r>
              <a:rPr lang="en-US" altLang="ja-JP" sz="1138" b="1" dirty="0" err="1">
                <a:solidFill>
                  <a:schemeClr val="bg1"/>
                </a:solidFill>
                <a:latin typeface="Monotype Corsiva" pitchFamily="66" charset="0"/>
                <a:ea typeface="HGP創英角ｺﾞｼｯｸUB" pitchFamily="50" charset="-128"/>
              </a:rPr>
              <a:t>Funai</a:t>
            </a:r>
            <a:r>
              <a:rPr lang="en-US" altLang="ja-JP" sz="1138" b="1" dirty="0">
                <a:solidFill>
                  <a:schemeClr val="bg1"/>
                </a:solidFill>
                <a:latin typeface="Monotype Corsiva" pitchFamily="66" charset="0"/>
                <a:ea typeface="HGP創英角ｺﾞｼｯｸUB" pitchFamily="50" charset="-128"/>
              </a:rPr>
              <a:t> Consulting</a:t>
            </a:r>
            <a:r>
              <a:rPr lang="ja-JP" altLang="en-US" sz="1138" b="1" dirty="0">
                <a:solidFill>
                  <a:schemeClr val="bg1"/>
                </a:solidFill>
                <a:latin typeface="Monotype Corsiva" pitchFamily="66" charset="0"/>
                <a:ea typeface="HGP創英角ｺﾞｼｯｸUB" pitchFamily="50" charset="-128"/>
              </a:rPr>
              <a:t> </a:t>
            </a:r>
            <a:r>
              <a:rPr lang="en-US" altLang="ja-JP" sz="1138" b="1" dirty="0">
                <a:solidFill>
                  <a:schemeClr val="bg1"/>
                </a:solidFill>
                <a:latin typeface="Monotype Corsiva" pitchFamily="66" charset="0"/>
                <a:ea typeface="HGP創英角ｺﾞｼｯｸUB" pitchFamily="50" charset="-128"/>
              </a:rPr>
              <a:t>Inc.</a:t>
            </a:r>
            <a:r>
              <a:rPr lang="ja-JP" altLang="en-US" sz="1138" b="1" dirty="0">
                <a:solidFill>
                  <a:schemeClr val="bg1"/>
                </a:solidFill>
                <a:latin typeface="Monotype Corsiva" pitchFamily="66" charset="0"/>
                <a:ea typeface="HGP創英角ｺﾞｼｯｸUB" pitchFamily="50" charset="-128"/>
              </a:rPr>
              <a:t>）</a:t>
            </a:r>
            <a:endParaRPr lang="en-US" altLang="ja-JP" sz="1138" b="1" dirty="0">
              <a:solidFill>
                <a:schemeClr val="bg1"/>
              </a:solidFill>
              <a:latin typeface="Monotype Corsiva" pitchFamily="66" charset="0"/>
              <a:ea typeface="HGP創英角ｺﾞｼｯｸUB" pitchFamily="50" charset="-128"/>
            </a:endParaRPr>
          </a:p>
        </p:txBody>
      </p:sp>
      <p:sp>
        <p:nvSpPr>
          <p:cNvPr id="12" name="スライド番号プレースホルダー 11"/>
          <p:cNvSpPr>
            <a:spLocks noGrp="1"/>
          </p:cNvSpPr>
          <p:nvPr>
            <p:ph type="sldNum" sz="quarter" idx="12"/>
          </p:nvPr>
        </p:nvSpPr>
        <p:spPr>
          <a:xfrm>
            <a:off x="7677150" y="6551360"/>
            <a:ext cx="2228850" cy="365125"/>
          </a:xfrm>
        </p:spPr>
        <p:txBody>
          <a:bodyPr/>
          <a:lstStyle>
            <a:lvl1pPr>
              <a:defRPr sz="1300" b="1">
                <a:solidFill>
                  <a:schemeClr val="bg1"/>
                </a:solidFill>
              </a:defRPr>
            </a:lvl1pPr>
          </a:lstStyle>
          <a:p>
            <a:fld id="{85FC83C8-0BB2-4721-BA19-3C9CC69276E3}" type="slidenum">
              <a:rPr lang="ja-JP" altLang="en-US" smtClean="0"/>
              <a:pPr/>
              <a:t>‹#›</a:t>
            </a:fld>
            <a:endParaRPr lang="ja-JP" altLang="en-US"/>
          </a:p>
        </p:txBody>
      </p:sp>
      <p:sp>
        <p:nvSpPr>
          <p:cNvPr id="22" name="楕円 21"/>
          <p:cNvSpPr/>
          <p:nvPr userDrawn="1"/>
        </p:nvSpPr>
        <p:spPr>
          <a:xfrm>
            <a:off x="-2244328" y="-788766"/>
            <a:ext cx="14437221" cy="1759809"/>
          </a:xfrm>
          <a:prstGeom prst="ellipse">
            <a:avLst/>
          </a:prstGeom>
          <a:solidFill>
            <a:srgbClr val="8B945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24" name="タイトル 1"/>
          <p:cNvSpPr>
            <a:spLocks noGrp="1"/>
          </p:cNvSpPr>
          <p:nvPr>
            <p:ph type="title"/>
          </p:nvPr>
        </p:nvSpPr>
        <p:spPr>
          <a:xfrm>
            <a:off x="255770" y="245205"/>
            <a:ext cx="9378221" cy="605918"/>
          </a:xfrm>
        </p:spPr>
        <p:txBody>
          <a:bodyPr>
            <a:noAutofit/>
          </a:bodyPr>
          <a:lstStyle>
            <a:lvl1pPr algn="ctr">
              <a:defRPr sz="3900" b="1">
                <a:solidFill>
                  <a:schemeClr val="bg1"/>
                </a:solidFill>
              </a:defRPr>
            </a:lvl1pPr>
          </a:lstStyle>
          <a:p>
            <a:r>
              <a:rPr kumimoji="1" lang="ja-JP" altLang="en-US" dirty="0"/>
              <a:t>マスター タイトルの書式設定</a:t>
            </a:r>
          </a:p>
        </p:txBody>
      </p:sp>
      <p:sp>
        <p:nvSpPr>
          <p:cNvPr id="36" name="正方形/長方形 35"/>
          <p:cNvSpPr/>
          <p:nvPr userDrawn="1"/>
        </p:nvSpPr>
        <p:spPr>
          <a:xfrm>
            <a:off x="-2650779" y="-1508644"/>
            <a:ext cx="2642953" cy="3507698"/>
          </a:xfrm>
          <a:prstGeom prst="rect">
            <a:avLst/>
          </a:prstGeom>
          <a:solidFill>
            <a:srgbClr val="E6E6E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37" name="正方形/長方形 36"/>
          <p:cNvSpPr/>
          <p:nvPr userDrawn="1"/>
        </p:nvSpPr>
        <p:spPr>
          <a:xfrm>
            <a:off x="-200669" y="-3521490"/>
            <a:ext cx="11734663" cy="3507698"/>
          </a:xfrm>
          <a:prstGeom prst="rect">
            <a:avLst/>
          </a:prstGeom>
          <a:solidFill>
            <a:srgbClr val="E6E6E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38" name="正方形/長方形 37"/>
          <p:cNvSpPr/>
          <p:nvPr userDrawn="1"/>
        </p:nvSpPr>
        <p:spPr>
          <a:xfrm>
            <a:off x="9918180" y="-2387723"/>
            <a:ext cx="2642953" cy="3507698"/>
          </a:xfrm>
          <a:prstGeom prst="rect">
            <a:avLst/>
          </a:prstGeom>
          <a:solidFill>
            <a:srgbClr val="E6E6E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27" name="楕円 26"/>
          <p:cNvSpPr/>
          <p:nvPr userDrawn="1"/>
        </p:nvSpPr>
        <p:spPr>
          <a:xfrm>
            <a:off x="10081668" y="4975630"/>
            <a:ext cx="340519" cy="417363"/>
          </a:xfrm>
          <a:prstGeom prst="ellipse">
            <a:avLst/>
          </a:prstGeom>
          <a:solidFill>
            <a:srgbClr val="8B945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28" name="楕円 27"/>
          <p:cNvSpPr/>
          <p:nvPr userDrawn="1"/>
        </p:nvSpPr>
        <p:spPr>
          <a:xfrm>
            <a:off x="10081668" y="3641505"/>
            <a:ext cx="340519" cy="417363"/>
          </a:xfrm>
          <a:prstGeom prst="ellipse">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29" name="楕円 28"/>
          <p:cNvSpPr/>
          <p:nvPr userDrawn="1"/>
        </p:nvSpPr>
        <p:spPr>
          <a:xfrm>
            <a:off x="10081668" y="2307380"/>
            <a:ext cx="340519" cy="417363"/>
          </a:xfrm>
          <a:prstGeom prst="ellipse">
            <a:avLst/>
          </a:prstGeom>
          <a:solidFill>
            <a:schemeClr val="bg2">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30" name="楕円 29"/>
          <p:cNvSpPr/>
          <p:nvPr userDrawn="1"/>
        </p:nvSpPr>
        <p:spPr>
          <a:xfrm>
            <a:off x="10081668" y="973255"/>
            <a:ext cx="340519" cy="417363"/>
          </a:xfrm>
          <a:prstGeom prst="ellipse">
            <a:avLst/>
          </a:prstGeom>
          <a:solidFill>
            <a:schemeClr val="bg2">
              <a:lumMod val="2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31" name="四角形吹き出し 30"/>
          <p:cNvSpPr/>
          <p:nvPr userDrawn="1"/>
        </p:nvSpPr>
        <p:spPr>
          <a:xfrm>
            <a:off x="10657068" y="419727"/>
            <a:ext cx="1438387" cy="970890"/>
          </a:xfrm>
          <a:prstGeom prst="wedgeRectCallout">
            <a:avLst>
              <a:gd name="adj1" fmla="val -61477"/>
              <a:gd name="adj2" fmla="val 23901"/>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文字の色</a:t>
            </a:r>
          </a:p>
        </p:txBody>
      </p:sp>
      <p:sp>
        <p:nvSpPr>
          <p:cNvPr id="32" name="四角形吹き出し 31"/>
          <p:cNvSpPr/>
          <p:nvPr userDrawn="1"/>
        </p:nvSpPr>
        <p:spPr>
          <a:xfrm>
            <a:off x="10657068" y="1821934"/>
            <a:ext cx="1438387" cy="970890"/>
          </a:xfrm>
          <a:prstGeom prst="wedgeRectCallout">
            <a:avLst>
              <a:gd name="adj1" fmla="val -61477"/>
              <a:gd name="adj2" fmla="val 23901"/>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やじるしなどの図形の色</a:t>
            </a:r>
          </a:p>
        </p:txBody>
      </p:sp>
      <p:sp>
        <p:nvSpPr>
          <p:cNvPr id="33" name="四角形吹き出し 32"/>
          <p:cNvSpPr/>
          <p:nvPr userDrawn="1"/>
        </p:nvSpPr>
        <p:spPr>
          <a:xfrm>
            <a:off x="10657068" y="4490184"/>
            <a:ext cx="1438387" cy="970890"/>
          </a:xfrm>
          <a:prstGeom prst="wedgeRectCallout">
            <a:avLst>
              <a:gd name="adj1" fmla="val -61477"/>
              <a:gd name="adj2" fmla="val 23901"/>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ベースの色</a:t>
            </a:r>
          </a:p>
        </p:txBody>
      </p:sp>
      <p:sp>
        <p:nvSpPr>
          <p:cNvPr id="34" name="四角形吹き出し 33"/>
          <p:cNvSpPr/>
          <p:nvPr userDrawn="1"/>
        </p:nvSpPr>
        <p:spPr>
          <a:xfrm>
            <a:off x="10657068" y="3156059"/>
            <a:ext cx="1438387" cy="970890"/>
          </a:xfrm>
          <a:prstGeom prst="wedgeRectCallout">
            <a:avLst>
              <a:gd name="adj1" fmla="val -61477"/>
              <a:gd name="adj2" fmla="val 23901"/>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強調の色</a:t>
            </a:r>
          </a:p>
        </p:txBody>
      </p:sp>
      <p:sp>
        <p:nvSpPr>
          <p:cNvPr id="39" name="四角形吹き出し 38"/>
          <p:cNvSpPr/>
          <p:nvPr userDrawn="1"/>
        </p:nvSpPr>
        <p:spPr>
          <a:xfrm>
            <a:off x="-2959618" y="-919028"/>
            <a:ext cx="2448136" cy="1838056"/>
          </a:xfrm>
          <a:prstGeom prst="wedgeRectCallout">
            <a:avLst>
              <a:gd name="adj1" fmla="val 68120"/>
              <a:gd name="adj2" fmla="val 16336"/>
            </a:avLst>
          </a:prstGeom>
          <a:solidFill>
            <a:srgbClr val="07628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タイトル（目次と対応させてください。）</a:t>
            </a:r>
            <a:endParaRPr kumimoji="1" lang="en-US" altLang="ja-JP" sz="1463" dirty="0"/>
          </a:p>
          <a:p>
            <a:pPr algn="ctr"/>
            <a:r>
              <a:rPr kumimoji="1" lang="ja-JP" altLang="en-US" sz="1463" dirty="0"/>
              <a:t>フォント：メイリオ見出し</a:t>
            </a:r>
            <a:endParaRPr kumimoji="1" lang="en-US" altLang="ja-JP" sz="1463" dirty="0"/>
          </a:p>
          <a:p>
            <a:pPr algn="ctr"/>
            <a:r>
              <a:rPr lang="ja-JP" altLang="en-US" sz="1463" dirty="0"/>
              <a:t>サイズ：</a:t>
            </a:r>
            <a:r>
              <a:rPr lang="en-US" altLang="ja-JP" sz="1463" dirty="0"/>
              <a:t>48</a:t>
            </a:r>
          </a:p>
          <a:p>
            <a:pPr algn="ctr"/>
            <a:r>
              <a:rPr lang="ja-JP" altLang="en-US" sz="1463" dirty="0"/>
              <a:t>ボールド</a:t>
            </a:r>
            <a:endParaRPr lang="en-US" altLang="ja-JP" sz="1463" dirty="0"/>
          </a:p>
          <a:p>
            <a:pPr algn="ctr"/>
            <a:r>
              <a:rPr lang="ja-JP" altLang="en-US" sz="1463" dirty="0"/>
              <a:t>真ん中寄せ</a:t>
            </a:r>
            <a:endParaRPr kumimoji="1" lang="en-US" altLang="ja-JP" sz="1463" dirty="0"/>
          </a:p>
        </p:txBody>
      </p:sp>
      <p:sp>
        <p:nvSpPr>
          <p:cNvPr id="45" name="四角形吹き出し 44"/>
          <p:cNvSpPr/>
          <p:nvPr userDrawn="1"/>
        </p:nvSpPr>
        <p:spPr>
          <a:xfrm>
            <a:off x="-2933551" y="2899809"/>
            <a:ext cx="2448136" cy="1838056"/>
          </a:xfrm>
          <a:prstGeom prst="wedgeRectCallout">
            <a:avLst>
              <a:gd name="adj1" fmla="val 68120"/>
              <a:gd name="adj2" fmla="val 16336"/>
            </a:avLst>
          </a:prstGeom>
          <a:solidFill>
            <a:srgbClr val="07628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小見出し</a:t>
            </a:r>
            <a:endParaRPr kumimoji="1" lang="en-US" altLang="ja-JP" sz="1463" dirty="0"/>
          </a:p>
          <a:p>
            <a:pPr algn="ctr"/>
            <a:r>
              <a:rPr kumimoji="1" lang="ja-JP" altLang="en-US" sz="1463" dirty="0"/>
              <a:t>フォント：メイリオ本文</a:t>
            </a:r>
            <a:endParaRPr kumimoji="1" lang="en-US" altLang="ja-JP" sz="1463" dirty="0"/>
          </a:p>
          <a:p>
            <a:pPr algn="ctr"/>
            <a:r>
              <a:rPr lang="ja-JP" altLang="en-US" sz="1463" dirty="0"/>
              <a:t>サイズ：</a:t>
            </a:r>
            <a:r>
              <a:rPr lang="en-US" altLang="ja-JP" sz="1463" dirty="0"/>
              <a:t>32</a:t>
            </a:r>
          </a:p>
          <a:p>
            <a:pPr algn="ctr"/>
            <a:r>
              <a:rPr lang="ja-JP" altLang="en-US" sz="1463" dirty="0"/>
              <a:t>ボールド</a:t>
            </a:r>
            <a:endParaRPr lang="en-US" altLang="ja-JP" sz="1463" dirty="0"/>
          </a:p>
          <a:p>
            <a:pPr algn="ctr"/>
            <a:r>
              <a:rPr kumimoji="1" lang="ja-JP" altLang="en-US" sz="1463" dirty="0"/>
              <a:t>左寄せ</a:t>
            </a:r>
            <a:endParaRPr kumimoji="1" lang="en-US" altLang="ja-JP" sz="1463" dirty="0"/>
          </a:p>
        </p:txBody>
      </p:sp>
      <p:sp>
        <p:nvSpPr>
          <p:cNvPr id="46" name="四角形吹き出し 45"/>
          <p:cNvSpPr/>
          <p:nvPr userDrawn="1"/>
        </p:nvSpPr>
        <p:spPr>
          <a:xfrm>
            <a:off x="-2933551" y="4895865"/>
            <a:ext cx="2448136" cy="1838056"/>
          </a:xfrm>
          <a:prstGeom prst="wedgeRectCallout">
            <a:avLst>
              <a:gd name="adj1" fmla="val 68617"/>
              <a:gd name="adj2" fmla="val -24441"/>
            </a:avLst>
          </a:prstGeom>
          <a:solidFill>
            <a:srgbClr val="07628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本文</a:t>
            </a:r>
            <a:endParaRPr kumimoji="1" lang="en-US" altLang="ja-JP" sz="1463" dirty="0"/>
          </a:p>
          <a:p>
            <a:pPr algn="ctr"/>
            <a:r>
              <a:rPr kumimoji="1" lang="ja-JP" altLang="en-US" sz="1463" dirty="0"/>
              <a:t>フォント：メイリオ本文</a:t>
            </a:r>
            <a:endParaRPr kumimoji="1" lang="en-US" altLang="ja-JP" sz="1463" dirty="0"/>
          </a:p>
          <a:p>
            <a:pPr algn="ctr"/>
            <a:r>
              <a:rPr lang="ja-JP" altLang="en-US" sz="1463" dirty="0"/>
              <a:t>サイズ：</a:t>
            </a:r>
            <a:r>
              <a:rPr lang="en-US" altLang="ja-JP" sz="1463" dirty="0"/>
              <a:t>18</a:t>
            </a:r>
          </a:p>
          <a:p>
            <a:pPr algn="ctr"/>
            <a:r>
              <a:rPr kumimoji="1" lang="ja-JP" altLang="en-US" sz="1463" dirty="0"/>
              <a:t>左寄せ</a:t>
            </a:r>
            <a:endParaRPr kumimoji="1" lang="en-US" altLang="ja-JP" sz="1463" dirty="0"/>
          </a:p>
        </p:txBody>
      </p:sp>
      <p:sp>
        <p:nvSpPr>
          <p:cNvPr id="23" name="四角形吹き出し 22"/>
          <p:cNvSpPr/>
          <p:nvPr userDrawn="1"/>
        </p:nvSpPr>
        <p:spPr>
          <a:xfrm>
            <a:off x="10657068" y="5752795"/>
            <a:ext cx="1645113" cy="970890"/>
          </a:xfrm>
          <a:prstGeom prst="wedgeRectCallout">
            <a:avLst>
              <a:gd name="adj1" fmla="val -62408"/>
              <a:gd name="adj2" fmla="val 9477"/>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この赤ガイド線内に収まるように作成してください</a:t>
            </a:r>
          </a:p>
        </p:txBody>
      </p:sp>
    </p:spTree>
    <p:extLst>
      <p:ext uri="{BB962C8B-B14F-4D97-AF65-F5344CB8AC3E}">
        <p14:creationId xmlns:p14="http://schemas.microsoft.com/office/powerpoint/2010/main" val="3718342918"/>
      </p:ext>
    </p:extLst>
  </p:cSld>
  <p:clrMapOvr>
    <a:masterClrMapping/>
  </p:clrMapOvr>
  <p:hf hdr="0" ftr="0" dt="0"/>
  <p:extLst>
    <p:ext uri="{DCECCB84-F9BA-43D5-87BE-67443E8EF086}">
      <p15:sldGuideLst xmlns:p15="http://schemas.microsoft.com/office/powerpoint/2012/main">
        <p15:guide id="1" orient="horz" pos="2160">
          <p15:clr>
            <a:srgbClr val="000000"/>
          </p15:clr>
        </p15:guide>
        <p15:guide id="2" pos="3840">
          <p15:clr>
            <a:srgbClr val="000000"/>
          </p15:clr>
        </p15:guide>
      </p15:sldGuideLst>
    </p:ext>
  </p:extLst>
</p:sldLayout>
</file>

<file path=ppt/slideLayouts/slideLayout22.xml><?xml version="1.0" encoding="utf-8"?>
<p:sldLayout xmlns:a="http://schemas.openxmlformats.org/drawingml/2006/main" xmlns:r="http://schemas.openxmlformats.org/officeDocument/2006/relationships" xmlns:p="http://schemas.openxmlformats.org/presentationml/2006/main" userDrawn="1">
  <p:cSld name="10_タイトルとコンテンツ">
    <p:spTree>
      <p:nvGrpSpPr>
        <p:cNvPr id="1" name=""/>
        <p:cNvGrpSpPr/>
        <p:nvPr/>
      </p:nvGrpSpPr>
      <p:grpSpPr>
        <a:xfrm>
          <a:off x="0" y="0"/>
          <a:ext cx="0" cy="0"/>
          <a:chOff x="0" y="0"/>
          <a:chExt cx="0" cy="0"/>
        </a:xfrm>
      </p:grpSpPr>
      <p:graphicFrame>
        <p:nvGraphicFramePr>
          <p:cNvPr id="26" name="表 25"/>
          <p:cNvGraphicFramePr>
            <a:graphicFrameLocks noGrp="1"/>
          </p:cNvGraphicFramePr>
          <p:nvPr userDrawn="1"/>
        </p:nvGraphicFramePr>
        <p:xfrm>
          <a:off x="0" y="727606"/>
          <a:ext cx="438463" cy="5882490"/>
        </p:xfrm>
        <a:graphic>
          <a:graphicData uri="http://schemas.openxmlformats.org/drawingml/2006/table">
            <a:tbl>
              <a:tblPr firstRow="1" bandRow="1">
                <a:tableStyleId>{5C22544A-7EE6-4342-B048-85BDC9FD1C3A}</a:tableStyleId>
              </a:tblPr>
              <a:tblGrid>
                <a:gridCol w="438463">
                  <a:extLst>
                    <a:ext uri="{9D8B030D-6E8A-4147-A177-3AD203B41FA5}">
                      <a16:colId xmlns:a16="http://schemas.microsoft.com/office/drawing/2014/main" val="2456847792"/>
                    </a:ext>
                  </a:extLst>
                </a:gridCol>
              </a:tblGrid>
              <a:tr h="980415">
                <a:tc>
                  <a:txBody>
                    <a:bodyPr/>
                    <a:lstStyle/>
                    <a:p>
                      <a:pPr algn="ctr"/>
                      <a:r>
                        <a:rPr kumimoji="1" lang="ja-JP" altLang="en-US" sz="1100" b="1" dirty="0">
                          <a:solidFill>
                            <a:schemeClr val="bg1"/>
                          </a:solidFill>
                        </a:rPr>
                        <a:t>①タイトル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1512206185"/>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②タイトル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2631667891"/>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③タイトル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627911894"/>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④タイトル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2091809632"/>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⑤タイトル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1750606519"/>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⑥タイトル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149417652"/>
                  </a:ext>
                </a:extLst>
              </a:tr>
            </a:tbl>
          </a:graphicData>
        </a:graphic>
      </p:graphicFrame>
      <p:sp>
        <p:nvSpPr>
          <p:cNvPr id="35" name="正方形/長方形 34"/>
          <p:cNvSpPr/>
          <p:nvPr userDrawn="1"/>
        </p:nvSpPr>
        <p:spPr>
          <a:xfrm>
            <a:off x="85255" y="1119975"/>
            <a:ext cx="267950" cy="5341188"/>
          </a:xfrm>
          <a:prstGeom prst="rect">
            <a:avLst/>
          </a:prstGeom>
          <a:solidFill>
            <a:srgbClr val="FF00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vert="eaVert" rtlCol="0" anchor="ctr"/>
          <a:lstStyle/>
          <a:p>
            <a:pPr algn="ctr"/>
            <a:r>
              <a:rPr kumimoji="1" lang="ja-JP" altLang="en-US" sz="1463" dirty="0"/>
              <a:t>こちらで変更します。</a:t>
            </a:r>
          </a:p>
        </p:txBody>
      </p:sp>
      <p:sp>
        <p:nvSpPr>
          <p:cNvPr id="8" name="正方形/長方形 7"/>
          <p:cNvSpPr/>
          <p:nvPr userDrawn="1"/>
        </p:nvSpPr>
        <p:spPr>
          <a:xfrm>
            <a:off x="0" y="6610097"/>
            <a:ext cx="9906000" cy="24765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7" name="Text Box 31"/>
          <p:cNvSpPr txBox="1">
            <a:spLocks noChangeArrowheads="1"/>
          </p:cNvSpPr>
          <p:nvPr userDrawn="1"/>
        </p:nvSpPr>
        <p:spPr bwMode="auto">
          <a:xfrm>
            <a:off x="42215" y="6580034"/>
            <a:ext cx="4206531" cy="267446"/>
          </a:xfrm>
          <a:prstGeom prst="rect">
            <a:avLst/>
          </a:prstGeom>
          <a:noFill/>
          <a:ln w="9525">
            <a:noFill/>
            <a:miter lim="800000"/>
            <a:headEnd/>
            <a:tailEnd/>
          </a:ln>
          <a:effectLst/>
        </p:spPr>
        <p:txBody>
          <a:bodyPr wrap="square">
            <a:spAutoFit/>
          </a:bodyPr>
          <a:lstStyle/>
          <a:p>
            <a:pPr>
              <a:defRPr/>
            </a:pPr>
            <a:r>
              <a:rPr lang="en-US" altLang="ja-JP" sz="1138" b="1" dirty="0" err="1">
                <a:solidFill>
                  <a:schemeClr val="bg1"/>
                </a:solidFill>
                <a:latin typeface="Monotype Corsiva" pitchFamily="66" charset="0"/>
                <a:ea typeface="HGP創英角ｺﾞｼｯｸUB" pitchFamily="50" charset="-128"/>
              </a:rPr>
              <a:t>Copyright©Funai</a:t>
            </a:r>
            <a:r>
              <a:rPr lang="en-US" altLang="ja-JP" sz="1138" b="1" dirty="0">
                <a:solidFill>
                  <a:schemeClr val="bg1"/>
                </a:solidFill>
                <a:latin typeface="Monotype Corsiva" pitchFamily="66" charset="0"/>
                <a:ea typeface="HGP創英角ｺﾞｼｯｸUB" pitchFamily="50" charset="-128"/>
              </a:rPr>
              <a:t> Consulting Incorporated </a:t>
            </a:r>
            <a:r>
              <a:rPr lang="ja-JP" altLang="en-US" sz="1138" b="1" dirty="0">
                <a:solidFill>
                  <a:schemeClr val="bg1"/>
                </a:solidFill>
                <a:latin typeface="Monotype Corsiva" pitchFamily="66" charset="0"/>
                <a:ea typeface="HGP創英角ｺﾞｼｯｸUB" pitchFamily="50" charset="-128"/>
              </a:rPr>
              <a:t>　　（</a:t>
            </a:r>
            <a:r>
              <a:rPr lang="en-US" altLang="ja-JP" sz="1138" b="1" dirty="0" err="1">
                <a:solidFill>
                  <a:schemeClr val="bg1"/>
                </a:solidFill>
                <a:latin typeface="Monotype Corsiva" pitchFamily="66" charset="0"/>
                <a:ea typeface="HGP創英角ｺﾞｼｯｸUB" pitchFamily="50" charset="-128"/>
              </a:rPr>
              <a:t>Funai</a:t>
            </a:r>
            <a:r>
              <a:rPr lang="en-US" altLang="ja-JP" sz="1138" b="1" dirty="0">
                <a:solidFill>
                  <a:schemeClr val="bg1"/>
                </a:solidFill>
                <a:latin typeface="Monotype Corsiva" pitchFamily="66" charset="0"/>
                <a:ea typeface="HGP創英角ｺﾞｼｯｸUB" pitchFamily="50" charset="-128"/>
              </a:rPr>
              <a:t> Consulting</a:t>
            </a:r>
            <a:r>
              <a:rPr lang="ja-JP" altLang="en-US" sz="1138" b="1" dirty="0">
                <a:solidFill>
                  <a:schemeClr val="bg1"/>
                </a:solidFill>
                <a:latin typeface="Monotype Corsiva" pitchFamily="66" charset="0"/>
                <a:ea typeface="HGP創英角ｺﾞｼｯｸUB" pitchFamily="50" charset="-128"/>
              </a:rPr>
              <a:t> </a:t>
            </a:r>
            <a:r>
              <a:rPr lang="en-US" altLang="ja-JP" sz="1138" b="1" dirty="0">
                <a:solidFill>
                  <a:schemeClr val="bg1"/>
                </a:solidFill>
                <a:latin typeface="Monotype Corsiva" pitchFamily="66" charset="0"/>
                <a:ea typeface="HGP創英角ｺﾞｼｯｸUB" pitchFamily="50" charset="-128"/>
              </a:rPr>
              <a:t>Inc.</a:t>
            </a:r>
            <a:r>
              <a:rPr lang="ja-JP" altLang="en-US" sz="1138" b="1" dirty="0">
                <a:solidFill>
                  <a:schemeClr val="bg1"/>
                </a:solidFill>
                <a:latin typeface="Monotype Corsiva" pitchFamily="66" charset="0"/>
                <a:ea typeface="HGP創英角ｺﾞｼｯｸUB" pitchFamily="50" charset="-128"/>
              </a:rPr>
              <a:t>）</a:t>
            </a:r>
            <a:endParaRPr lang="en-US" altLang="ja-JP" sz="1138" b="1" dirty="0">
              <a:solidFill>
                <a:schemeClr val="bg1"/>
              </a:solidFill>
              <a:latin typeface="Monotype Corsiva" pitchFamily="66" charset="0"/>
              <a:ea typeface="HGP創英角ｺﾞｼｯｸUB" pitchFamily="50" charset="-128"/>
            </a:endParaRPr>
          </a:p>
        </p:txBody>
      </p:sp>
      <p:sp>
        <p:nvSpPr>
          <p:cNvPr id="12" name="スライド番号プレースホルダー 11"/>
          <p:cNvSpPr>
            <a:spLocks noGrp="1"/>
          </p:cNvSpPr>
          <p:nvPr>
            <p:ph type="sldNum" sz="quarter" idx="12"/>
          </p:nvPr>
        </p:nvSpPr>
        <p:spPr>
          <a:xfrm>
            <a:off x="7677150" y="6551360"/>
            <a:ext cx="2228850" cy="365125"/>
          </a:xfrm>
        </p:spPr>
        <p:txBody>
          <a:bodyPr/>
          <a:lstStyle>
            <a:lvl1pPr>
              <a:defRPr sz="1300" b="1">
                <a:solidFill>
                  <a:schemeClr val="bg1"/>
                </a:solidFill>
              </a:defRPr>
            </a:lvl1pPr>
          </a:lstStyle>
          <a:p>
            <a:fld id="{85FC83C8-0BB2-4721-BA19-3C9CC69276E3}" type="slidenum">
              <a:rPr lang="ja-JP" altLang="en-US" smtClean="0"/>
              <a:pPr/>
              <a:t>‹#›</a:t>
            </a:fld>
            <a:endParaRPr lang="ja-JP" altLang="en-US"/>
          </a:p>
        </p:txBody>
      </p:sp>
      <p:sp>
        <p:nvSpPr>
          <p:cNvPr id="22" name="楕円 21"/>
          <p:cNvSpPr/>
          <p:nvPr userDrawn="1"/>
        </p:nvSpPr>
        <p:spPr>
          <a:xfrm>
            <a:off x="-2244328" y="-788766"/>
            <a:ext cx="14437221" cy="1759809"/>
          </a:xfrm>
          <a:prstGeom prst="ellipse">
            <a:avLst/>
          </a:prstGeom>
          <a:solidFill>
            <a:srgbClr val="8B945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24" name="タイトル 1"/>
          <p:cNvSpPr>
            <a:spLocks noGrp="1"/>
          </p:cNvSpPr>
          <p:nvPr>
            <p:ph type="title"/>
          </p:nvPr>
        </p:nvSpPr>
        <p:spPr>
          <a:xfrm>
            <a:off x="255770" y="245205"/>
            <a:ext cx="9378221" cy="605918"/>
          </a:xfrm>
        </p:spPr>
        <p:txBody>
          <a:bodyPr>
            <a:noAutofit/>
          </a:bodyPr>
          <a:lstStyle>
            <a:lvl1pPr algn="ctr">
              <a:defRPr sz="3900" b="1">
                <a:solidFill>
                  <a:schemeClr val="bg1"/>
                </a:solidFill>
              </a:defRPr>
            </a:lvl1pPr>
          </a:lstStyle>
          <a:p>
            <a:r>
              <a:rPr kumimoji="1" lang="ja-JP" altLang="en-US" dirty="0"/>
              <a:t>マスター タイトルの書式設定</a:t>
            </a:r>
          </a:p>
        </p:txBody>
      </p:sp>
      <p:sp>
        <p:nvSpPr>
          <p:cNvPr id="36" name="正方形/長方形 35"/>
          <p:cNvSpPr/>
          <p:nvPr userDrawn="1"/>
        </p:nvSpPr>
        <p:spPr>
          <a:xfrm>
            <a:off x="-2650779" y="-1508644"/>
            <a:ext cx="2642953" cy="3507698"/>
          </a:xfrm>
          <a:prstGeom prst="rect">
            <a:avLst/>
          </a:prstGeom>
          <a:solidFill>
            <a:srgbClr val="E6E6E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37" name="正方形/長方形 36"/>
          <p:cNvSpPr/>
          <p:nvPr userDrawn="1"/>
        </p:nvSpPr>
        <p:spPr>
          <a:xfrm>
            <a:off x="-200669" y="-3521490"/>
            <a:ext cx="11734663" cy="3507698"/>
          </a:xfrm>
          <a:prstGeom prst="rect">
            <a:avLst/>
          </a:prstGeom>
          <a:solidFill>
            <a:srgbClr val="E6E6E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38" name="正方形/長方形 37"/>
          <p:cNvSpPr/>
          <p:nvPr userDrawn="1"/>
        </p:nvSpPr>
        <p:spPr>
          <a:xfrm>
            <a:off x="9918180" y="-2387723"/>
            <a:ext cx="2642953" cy="3507698"/>
          </a:xfrm>
          <a:prstGeom prst="rect">
            <a:avLst/>
          </a:prstGeom>
          <a:solidFill>
            <a:srgbClr val="E6E6E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27" name="楕円 26"/>
          <p:cNvSpPr/>
          <p:nvPr userDrawn="1"/>
        </p:nvSpPr>
        <p:spPr>
          <a:xfrm>
            <a:off x="10081668" y="4975630"/>
            <a:ext cx="340519" cy="417363"/>
          </a:xfrm>
          <a:prstGeom prst="ellipse">
            <a:avLst/>
          </a:prstGeom>
          <a:solidFill>
            <a:srgbClr val="8B945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28" name="楕円 27"/>
          <p:cNvSpPr/>
          <p:nvPr userDrawn="1"/>
        </p:nvSpPr>
        <p:spPr>
          <a:xfrm>
            <a:off x="10081668" y="3641505"/>
            <a:ext cx="340519" cy="417363"/>
          </a:xfrm>
          <a:prstGeom prst="ellipse">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29" name="楕円 28"/>
          <p:cNvSpPr/>
          <p:nvPr userDrawn="1"/>
        </p:nvSpPr>
        <p:spPr>
          <a:xfrm>
            <a:off x="10081668" y="2307380"/>
            <a:ext cx="340519" cy="417363"/>
          </a:xfrm>
          <a:prstGeom prst="ellipse">
            <a:avLst/>
          </a:prstGeom>
          <a:solidFill>
            <a:schemeClr val="bg2">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30" name="楕円 29"/>
          <p:cNvSpPr/>
          <p:nvPr userDrawn="1"/>
        </p:nvSpPr>
        <p:spPr>
          <a:xfrm>
            <a:off x="10081668" y="973255"/>
            <a:ext cx="340519" cy="417363"/>
          </a:xfrm>
          <a:prstGeom prst="ellipse">
            <a:avLst/>
          </a:prstGeom>
          <a:solidFill>
            <a:schemeClr val="bg2">
              <a:lumMod val="2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31" name="四角形吹き出し 30"/>
          <p:cNvSpPr/>
          <p:nvPr userDrawn="1"/>
        </p:nvSpPr>
        <p:spPr>
          <a:xfrm>
            <a:off x="10657068" y="419727"/>
            <a:ext cx="1438387" cy="970890"/>
          </a:xfrm>
          <a:prstGeom prst="wedgeRectCallout">
            <a:avLst>
              <a:gd name="adj1" fmla="val -61477"/>
              <a:gd name="adj2" fmla="val 23901"/>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文字の色</a:t>
            </a:r>
          </a:p>
        </p:txBody>
      </p:sp>
      <p:sp>
        <p:nvSpPr>
          <p:cNvPr id="32" name="四角形吹き出し 31"/>
          <p:cNvSpPr/>
          <p:nvPr userDrawn="1"/>
        </p:nvSpPr>
        <p:spPr>
          <a:xfrm>
            <a:off x="10657068" y="1821934"/>
            <a:ext cx="1438387" cy="970890"/>
          </a:xfrm>
          <a:prstGeom prst="wedgeRectCallout">
            <a:avLst>
              <a:gd name="adj1" fmla="val -61477"/>
              <a:gd name="adj2" fmla="val 23901"/>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やじるしなどの図形の色</a:t>
            </a:r>
          </a:p>
        </p:txBody>
      </p:sp>
      <p:sp>
        <p:nvSpPr>
          <p:cNvPr id="33" name="四角形吹き出し 32"/>
          <p:cNvSpPr/>
          <p:nvPr userDrawn="1"/>
        </p:nvSpPr>
        <p:spPr>
          <a:xfrm>
            <a:off x="10657068" y="4490184"/>
            <a:ext cx="1438387" cy="970890"/>
          </a:xfrm>
          <a:prstGeom prst="wedgeRectCallout">
            <a:avLst>
              <a:gd name="adj1" fmla="val -61477"/>
              <a:gd name="adj2" fmla="val 23901"/>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ベースの色</a:t>
            </a:r>
          </a:p>
        </p:txBody>
      </p:sp>
      <p:sp>
        <p:nvSpPr>
          <p:cNvPr id="34" name="四角形吹き出し 33"/>
          <p:cNvSpPr/>
          <p:nvPr userDrawn="1"/>
        </p:nvSpPr>
        <p:spPr>
          <a:xfrm>
            <a:off x="10657068" y="3156059"/>
            <a:ext cx="1438387" cy="970890"/>
          </a:xfrm>
          <a:prstGeom prst="wedgeRectCallout">
            <a:avLst>
              <a:gd name="adj1" fmla="val -61477"/>
              <a:gd name="adj2" fmla="val 23901"/>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強調の色</a:t>
            </a:r>
          </a:p>
        </p:txBody>
      </p:sp>
      <p:sp>
        <p:nvSpPr>
          <p:cNvPr id="39" name="四角形吹き出し 38"/>
          <p:cNvSpPr/>
          <p:nvPr userDrawn="1"/>
        </p:nvSpPr>
        <p:spPr>
          <a:xfrm>
            <a:off x="-2959618" y="-919028"/>
            <a:ext cx="2448136" cy="1838056"/>
          </a:xfrm>
          <a:prstGeom prst="wedgeRectCallout">
            <a:avLst>
              <a:gd name="adj1" fmla="val 68120"/>
              <a:gd name="adj2" fmla="val 16336"/>
            </a:avLst>
          </a:prstGeom>
          <a:solidFill>
            <a:srgbClr val="07628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タイトル（目次と対応させてください。）</a:t>
            </a:r>
            <a:endParaRPr kumimoji="1" lang="en-US" altLang="ja-JP" sz="1463" dirty="0"/>
          </a:p>
          <a:p>
            <a:pPr algn="ctr"/>
            <a:r>
              <a:rPr kumimoji="1" lang="ja-JP" altLang="en-US" sz="1463" dirty="0"/>
              <a:t>フォント：メイリオ見出し</a:t>
            </a:r>
            <a:endParaRPr kumimoji="1" lang="en-US" altLang="ja-JP" sz="1463" dirty="0"/>
          </a:p>
          <a:p>
            <a:pPr algn="ctr"/>
            <a:r>
              <a:rPr lang="ja-JP" altLang="en-US" sz="1463" dirty="0"/>
              <a:t>サイズ：</a:t>
            </a:r>
            <a:r>
              <a:rPr lang="en-US" altLang="ja-JP" sz="1463" dirty="0"/>
              <a:t>48</a:t>
            </a:r>
          </a:p>
          <a:p>
            <a:pPr algn="ctr"/>
            <a:r>
              <a:rPr lang="ja-JP" altLang="en-US" sz="1463" dirty="0"/>
              <a:t>ボールド</a:t>
            </a:r>
            <a:endParaRPr lang="en-US" altLang="ja-JP" sz="1463" dirty="0"/>
          </a:p>
          <a:p>
            <a:pPr algn="ctr"/>
            <a:r>
              <a:rPr lang="ja-JP" altLang="en-US" sz="1463" dirty="0"/>
              <a:t>真ん中寄せ</a:t>
            </a:r>
            <a:endParaRPr kumimoji="1" lang="en-US" altLang="ja-JP" sz="1463" dirty="0"/>
          </a:p>
        </p:txBody>
      </p:sp>
      <p:sp>
        <p:nvSpPr>
          <p:cNvPr id="45" name="四角形吹き出し 44"/>
          <p:cNvSpPr/>
          <p:nvPr userDrawn="1"/>
        </p:nvSpPr>
        <p:spPr>
          <a:xfrm>
            <a:off x="-2933551" y="2899809"/>
            <a:ext cx="2448136" cy="1838056"/>
          </a:xfrm>
          <a:prstGeom prst="wedgeRectCallout">
            <a:avLst>
              <a:gd name="adj1" fmla="val 68120"/>
              <a:gd name="adj2" fmla="val 16336"/>
            </a:avLst>
          </a:prstGeom>
          <a:solidFill>
            <a:srgbClr val="07628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小見出し</a:t>
            </a:r>
            <a:endParaRPr kumimoji="1" lang="en-US" altLang="ja-JP" sz="1463" dirty="0"/>
          </a:p>
          <a:p>
            <a:pPr algn="ctr"/>
            <a:r>
              <a:rPr kumimoji="1" lang="ja-JP" altLang="en-US" sz="1463" dirty="0"/>
              <a:t>フォント：メイリオ本文</a:t>
            </a:r>
            <a:endParaRPr kumimoji="1" lang="en-US" altLang="ja-JP" sz="1463" dirty="0"/>
          </a:p>
          <a:p>
            <a:pPr algn="ctr"/>
            <a:r>
              <a:rPr lang="ja-JP" altLang="en-US" sz="1463" dirty="0"/>
              <a:t>サイズ：</a:t>
            </a:r>
            <a:r>
              <a:rPr lang="en-US" altLang="ja-JP" sz="1463" dirty="0"/>
              <a:t>32</a:t>
            </a:r>
          </a:p>
          <a:p>
            <a:pPr algn="ctr"/>
            <a:r>
              <a:rPr lang="ja-JP" altLang="en-US" sz="1463" dirty="0"/>
              <a:t>ボールド</a:t>
            </a:r>
            <a:endParaRPr lang="en-US" altLang="ja-JP" sz="1463" dirty="0"/>
          </a:p>
          <a:p>
            <a:pPr algn="ctr"/>
            <a:r>
              <a:rPr kumimoji="1" lang="ja-JP" altLang="en-US" sz="1463" dirty="0"/>
              <a:t>左寄せ</a:t>
            </a:r>
            <a:endParaRPr kumimoji="1" lang="en-US" altLang="ja-JP" sz="1463" dirty="0"/>
          </a:p>
        </p:txBody>
      </p:sp>
      <p:sp>
        <p:nvSpPr>
          <p:cNvPr id="46" name="四角形吹き出し 45"/>
          <p:cNvSpPr/>
          <p:nvPr userDrawn="1"/>
        </p:nvSpPr>
        <p:spPr>
          <a:xfrm>
            <a:off x="-2933551" y="4895865"/>
            <a:ext cx="2448136" cy="1838056"/>
          </a:xfrm>
          <a:prstGeom prst="wedgeRectCallout">
            <a:avLst>
              <a:gd name="adj1" fmla="val 68617"/>
              <a:gd name="adj2" fmla="val -24441"/>
            </a:avLst>
          </a:prstGeom>
          <a:solidFill>
            <a:srgbClr val="07628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本文</a:t>
            </a:r>
            <a:endParaRPr kumimoji="1" lang="en-US" altLang="ja-JP" sz="1463" dirty="0"/>
          </a:p>
          <a:p>
            <a:pPr algn="ctr"/>
            <a:r>
              <a:rPr kumimoji="1" lang="ja-JP" altLang="en-US" sz="1463" dirty="0"/>
              <a:t>フォント：メイリオ本文</a:t>
            </a:r>
            <a:endParaRPr kumimoji="1" lang="en-US" altLang="ja-JP" sz="1463" dirty="0"/>
          </a:p>
          <a:p>
            <a:pPr algn="ctr"/>
            <a:r>
              <a:rPr lang="ja-JP" altLang="en-US" sz="1463" dirty="0"/>
              <a:t>サイズ：</a:t>
            </a:r>
            <a:r>
              <a:rPr lang="en-US" altLang="ja-JP" sz="1463" dirty="0"/>
              <a:t>18</a:t>
            </a:r>
          </a:p>
          <a:p>
            <a:pPr algn="ctr"/>
            <a:r>
              <a:rPr kumimoji="1" lang="ja-JP" altLang="en-US" sz="1463" dirty="0"/>
              <a:t>左寄せ</a:t>
            </a:r>
            <a:endParaRPr kumimoji="1" lang="en-US" altLang="ja-JP" sz="1463" dirty="0"/>
          </a:p>
        </p:txBody>
      </p:sp>
      <p:sp>
        <p:nvSpPr>
          <p:cNvPr id="23" name="四角形吹き出し 22"/>
          <p:cNvSpPr/>
          <p:nvPr userDrawn="1"/>
        </p:nvSpPr>
        <p:spPr>
          <a:xfrm>
            <a:off x="10657068" y="5752795"/>
            <a:ext cx="1645113" cy="970890"/>
          </a:xfrm>
          <a:prstGeom prst="wedgeRectCallout">
            <a:avLst>
              <a:gd name="adj1" fmla="val -62408"/>
              <a:gd name="adj2" fmla="val 9477"/>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この赤ガイド線内に収まるように作成してください</a:t>
            </a:r>
          </a:p>
        </p:txBody>
      </p:sp>
    </p:spTree>
    <p:extLst>
      <p:ext uri="{BB962C8B-B14F-4D97-AF65-F5344CB8AC3E}">
        <p14:creationId xmlns:p14="http://schemas.microsoft.com/office/powerpoint/2010/main" val="2111406128"/>
      </p:ext>
    </p:extLst>
  </p:cSld>
  <p:clrMapOvr>
    <a:masterClrMapping/>
  </p:clrMapOvr>
  <p:hf hdr="0" ftr="0" dt="0"/>
  <p:extLst>
    <p:ext uri="{DCECCB84-F9BA-43D5-87BE-67443E8EF086}">
      <p15:sldGuideLst xmlns:p15="http://schemas.microsoft.com/office/powerpoint/2012/main">
        <p15:guide id="1" orient="horz" pos="2160">
          <p15:clr>
            <a:srgbClr val="000000"/>
          </p15:clr>
        </p15:guide>
        <p15:guide id="2" pos="3840">
          <p15:clr>
            <a:srgbClr val="000000"/>
          </p15:clr>
        </p15:guide>
      </p15:sldGuideLst>
    </p:ext>
  </p:extLst>
</p:sldLayout>
</file>

<file path=ppt/slideLayouts/slideLayout23.xml><?xml version="1.0" encoding="utf-8"?>
<p:sldLayout xmlns:a="http://schemas.openxmlformats.org/drawingml/2006/main" xmlns:r="http://schemas.openxmlformats.org/officeDocument/2006/relationships" xmlns:p="http://schemas.openxmlformats.org/presentationml/2006/main" userDrawn="1">
  <p:cSld name="11_タイトルとコンテンツ">
    <p:spTree>
      <p:nvGrpSpPr>
        <p:cNvPr id="1" name=""/>
        <p:cNvGrpSpPr/>
        <p:nvPr/>
      </p:nvGrpSpPr>
      <p:grpSpPr>
        <a:xfrm>
          <a:off x="0" y="0"/>
          <a:ext cx="0" cy="0"/>
          <a:chOff x="0" y="0"/>
          <a:chExt cx="0" cy="0"/>
        </a:xfrm>
      </p:grpSpPr>
      <p:graphicFrame>
        <p:nvGraphicFramePr>
          <p:cNvPr id="26" name="表 25"/>
          <p:cNvGraphicFramePr>
            <a:graphicFrameLocks noGrp="1"/>
          </p:cNvGraphicFramePr>
          <p:nvPr userDrawn="1"/>
        </p:nvGraphicFramePr>
        <p:xfrm>
          <a:off x="0" y="727606"/>
          <a:ext cx="438463" cy="5882490"/>
        </p:xfrm>
        <a:graphic>
          <a:graphicData uri="http://schemas.openxmlformats.org/drawingml/2006/table">
            <a:tbl>
              <a:tblPr firstRow="1" bandRow="1">
                <a:tableStyleId>{5C22544A-7EE6-4342-B048-85BDC9FD1C3A}</a:tableStyleId>
              </a:tblPr>
              <a:tblGrid>
                <a:gridCol w="438463">
                  <a:extLst>
                    <a:ext uri="{9D8B030D-6E8A-4147-A177-3AD203B41FA5}">
                      <a16:colId xmlns:a16="http://schemas.microsoft.com/office/drawing/2014/main" val="2456847792"/>
                    </a:ext>
                  </a:extLst>
                </a:gridCol>
              </a:tblGrid>
              <a:tr h="980415">
                <a:tc>
                  <a:txBody>
                    <a:bodyPr/>
                    <a:lstStyle/>
                    <a:p>
                      <a:pPr algn="ctr"/>
                      <a:r>
                        <a:rPr kumimoji="1" lang="ja-JP" altLang="en-US" sz="1100" b="1" dirty="0">
                          <a:solidFill>
                            <a:schemeClr val="bg1"/>
                          </a:solidFill>
                        </a:rPr>
                        <a:t>①タイトル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1512206185"/>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②タイトル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2631667891"/>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③タイトル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627911894"/>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④タイトル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2091809632"/>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⑤タイトル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1750606519"/>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⑥タイトル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149417652"/>
                  </a:ext>
                </a:extLst>
              </a:tr>
            </a:tbl>
          </a:graphicData>
        </a:graphic>
      </p:graphicFrame>
      <p:sp>
        <p:nvSpPr>
          <p:cNvPr id="35" name="正方形/長方形 34"/>
          <p:cNvSpPr/>
          <p:nvPr userDrawn="1"/>
        </p:nvSpPr>
        <p:spPr>
          <a:xfrm>
            <a:off x="85255" y="1119975"/>
            <a:ext cx="267950" cy="5341188"/>
          </a:xfrm>
          <a:prstGeom prst="rect">
            <a:avLst/>
          </a:prstGeom>
          <a:solidFill>
            <a:srgbClr val="FF00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vert="eaVert" rtlCol="0" anchor="ctr"/>
          <a:lstStyle/>
          <a:p>
            <a:pPr algn="ctr"/>
            <a:r>
              <a:rPr kumimoji="1" lang="ja-JP" altLang="en-US" sz="1463" dirty="0"/>
              <a:t>こちらで変更します。</a:t>
            </a:r>
          </a:p>
        </p:txBody>
      </p:sp>
      <p:sp>
        <p:nvSpPr>
          <p:cNvPr id="8" name="正方形/長方形 7"/>
          <p:cNvSpPr/>
          <p:nvPr userDrawn="1"/>
        </p:nvSpPr>
        <p:spPr>
          <a:xfrm>
            <a:off x="0" y="6610097"/>
            <a:ext cx="9906000" cy="24765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7" name="Text Box 31"/>
          <p:cNvSpPr txBox="1">
            <a:spLocks noChangeArrowheads="1"/>
          </p:cNvSpPr>
          <p:nvPr userDrawn="1"/>
        </p:nvSpPr>
        <p:spPr bwMode="auto">
          <a:xfrm>
            <a:off x="42215" y="6580034"/>
            <a:ext cx="4206531" cy="267446"/>
          </a:xfrm>
          <a:prstGeom prst="rect">
            <a:avLst/>
          </a:prstGeom>
          <a:noFill/>
          <a:ln w="9525">
            <a:noFill/>
            <a:miter lim="800000"/>
            <a:headEnd/>
            <a:tailEnd/>
          </a:ln>
          <a:effectLst/>
        </p:spPr>
        <p:txBody>
          <a:bodyPr wrap="square">
            <a:spAutoFit/>
          </a:bodyPr>
          <a:lstStyle/>
          <a:p>
            <a:pPr>
              <a:defRPr/>
            </a:pPr>
            <a:r>
              <a:rPr lang="en-US" altLang="ja-JP" sz="1138" b="1" dirty="0" err="1">
                <a:solidFill>
                  <a:schemeClr val="bg1"/>
                </a:solidFill>
                <a:latin typeface="Monotype Corsiva" pitchFamily="66" charset="0"/>
                <a:ea typeface="HGP創英角ｺﾞｼｯｸUB" pitchFamily="50" charset="-128"/>
              </a:rPr>
              <a:t>Copyright©Funai</a:t>
            </a:r>
            <a:r>
              <a:rPr lang="en-US" altLang="ja-JP" sz="1138" b="1" dirty="0">
                <a:solidFill>
                  <a:schemeClr val="bg1"/>
                </a:solidFill>
                <a:latin typeface="Monotype Corsiva" pitchFamily="66" charset="0"/>
                <a:ea typeface="HGP創英角ｺﾞｼｯｸUB" pitchFamily="50" charset="-128"/>
              </a:rPr>
              <a:t> Consulting Incorporated </a:t>
            </a:r>
            <a:r>
              <a:rPr lang="ja-JP" altLang="en-US" sz="1138" b="1" dirty="0">
                <a:solidFill>
                  <a:schemeClr val="bg1"/>
                </a:solidFill>
                <a:latin typeface="Monotype Corsiva" pitchFamily="66" charset="0"/>
                <a:ea typeface="HGP創英角ｺﾞｼｯｸUB" pitchFamily="50" charset="-128"/>
              </a:rPr>
              <a:t>　　（</a:t>
            </a:r>
            <a:r>
              <a:rPr lang="en-US" altLang="ja-JP" sz="1138" b="1" dirty="0" err="1">
                <a:solidFill>
                  <a:schemeClr val="bg1"/>
                </a:solidFill>
                <a:latin typeface="Monotype Corsiva" pitchFamily="66" charset="0"/>
                <a:ea typeface="HGP創英角ｺﾞｼｯｸUB" pitchFamily="50" charset="-128"/>
              </a:rPr>
              <a:t>Funai</a:t>
            </a:r>
            <a:r>
              <a:rPr lang="en-US" altLang="ja-JP" sz="1138" b="1" dirty="0">
                <a:solidFill>
                  <a:schemeClr val="bg1"/>
                </a:solidFill>
                <a:latin typeface="Monotype Corsiva" pitchFamily="66" charset="0"/>
                <a:ea typeface="HGP創英角ｺﾞｼｯｸUB" pitchFamily="50" charset="-128"/>
              </a:rPr>
              <a:t> Consulting</a:t>
            </a:r>
            <a:r>
              <a:rPr lang="ja-JP" altLang="en-US" sz="1138" b="1" dirty="0">
                <a:solidFill>
                  <a:schemeClr val="bg1"/>
                </a:solidFill>
                <a:latin typeface="Monotype Corsiva" pitchFamily="66" charset="0"/>
                <a:ea typeface="HGP創英角ｺﾞｼｯｸUB" pitchFamily="50" charset="-128"/>
              </a:rPr>
              <a:t> </a:t>
            </a:r>
            <a:r>
              <a:rPr lang="en-US" altLang="ja-JP" sz="1138" b="1" dirty="0">
                <a:solidFill>
                  <a:schemeClr val="bg1"/>
                </a:solidFill>
                <a:latin typeface="Monotype Corsiva" pitchFamily="66" charset="0"/>
                <a:ea typeface="HGP創英角ｺﾞｼｯｸUB" pitchFamily="50" charset="-128"/>
              </a:rPr>
              <a:t>Inc.</a:t>
            </a:r>
            <a:r>
              <a:rPr lang="ja-JP" altLang="en-US" sz="1138" b="1" dirty="0">
                <a:solidFill>
                  <a:schemeClr val="bg1"/>
                </a:solidFill>
                <a:latin typeface="Monotype Corsiva" pitchFamily="66" charset="0"/>
                <a:ea typeface="HGP創英角ｺﾞｼｯｸUB" pitchFamily="50" charset="-128"/>
              </a:rPr>
              <a:t>）</a:t>
            </a:r>
            <a:endParaRPr lang="en-US" altLang="ja-JP" sz="1138" b="1" dirty="0">
              <a:solidFill>
                <a:schemeClr val="bg1"/>
              </a:solidFill>
              <a:latin typeface="Monotype Corsiva" pitchFamily="66" charset="0"/>
              <a:ea typeface="HGP創英角ｺﾞｼｯｸUB" pitchFamily="50" charset="-128"/>
            </a:endParaRPr>
          </a:p>
        </p:txBody>
      </p:sp>
      <p:sp>
        <p:nvSpPr>
          <p:cNvPr id="12" name="スライド番号プレースホルダー 11"/>
          <p:cNvSpPr>
            <a:spLocks noGrp="1"/>
          </p:cNvSpPr>
          <p:nvPr>
            <p:ph type="sldNum" sz="quarter" idx="12"/>
          </p:nvPr>
        </p:nvSpPr>
        <p:spPr>
          <a:xfrm>
            <a:off x="7677150" y="6551360"/>
            <a:ext cx="2228850" cy="365125"/>
          </a:xfrm>
        </p:spPr>
        <p:txBody>
          <a:bodyPr/>
          <a:lstStyle>
            <a:lvl1pPr>
              <a:defRPr sz="1300" b="1">
                <a:solidFill>
                  <a:schemeClr val="bg1"/>
                </a:solidFill>
              </a:defRPr>
            </a:lvl1pPr>
          </a:lstStyle>
          <a:p>
            <a:fld id="{85FC83C8-0BB2-4721-BA19-3C9CC69276E3}" type="slidenum">
              <a:rPr lang="ja-JP" altLang="en-US" smtClean="0"/>
              <a:pPr/>
              <a:t>‹#›</a:t>
            </a:fld>
            <a:endParaRPr lang="ja-JP" altLang="en-US"/>
          </a:p>
        </p:txBody>
      </p:sp>
      <p:sp>
        <p:nvSpPr>
          <p:cNvPr id="22" name="楕円 21"/>
          <p:cNvSpPr/>
          <p:nvPr userDrawn="1"/>
        </p:nvSpPr>
        <p:spPr>
          <a:xfrm>
            <a:off x="-2244328" y="-788766"/>
            <a:ext cx="14437221" cy="1759809"/>
          </a:xfrm>
          <a:prstGeom prst="ellipse">
            <a:avLst/>
          </a:prstGeom>
          <a:solidFill>
            <a:srgbClr val="8B945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24" name="タイトル 1"/>
          <p:cNvSpPr>
            <a:spLocks noGrp="1"/>
          </p:cNvSpPr>
          <p:nvPr>
            <p:ph type="title"/>
          </p:nvPr>
        </p:nvSpPr>
        <p:spPr>
          <a:xfrm>
            <a:off x="255770" y="245205"/>
            <a:ext cx="9378221" cy="605918"/>
          </a:xfrm>
        </p:spPr>
        <p:txBody>
          <a:bodyPr>
            <a:noAutofit/>
          </a:bodyPr>
          <a:lstStyle>
            <a:lvl1pPr algn="ctr">
              <a:defRPr sz="3900" b="1">
                <a:solidFill>
                  <a:schemeClr val="bg1"/>
                </a:solidFill>
              </a:defRPr>
            </a:lvl1pPr>
          </a:lstStyle>
          <a:p>
            <a:r>
              <a:rPr kumimoji="1" lang="ja-JP" altLang="en-US" dirty="0"/>
              <a:t>マスター タイトルの書式設定</a:t>
            </a:r>
          </a:p>
        </p:txBody>
      </p:sp>
      <p:sp>
        <p:nvSpPr>
          <p:cNvPr id="36" name="正方形/長方形 35"/>
          <p:cNvSpPr/>
          <p:nvPr userDrawn="1"/>
        </p:nvSpPr>
        <p:spPr>
          <a:xfrm>
            <a:off x="-2650779" y="-1508644"/>
            <a:ext cx="2642953" cy="3507698"/>
          </a:xfrm>
          <a:prstGeom prst="rect">
            <a:avLst/>
          </a:prstGeom>
          <a:solidFill>
            <a:srgbClr val="E6E6E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37" name="正方形/長方形 36"/>
          <p:cNvSpPr/>
          <p:nvPr userDrawn="1"/>
        </p:nvSpPr>
        <p:spPr>
          <a:xfrm>
            <a:off x="-200669" y="-3521490"/>
            <a:ext cx="11734663" cy="3507698"/>
          </a:xfrm>
          <a:prstGeom prst="rect">
            <a:avLst/>
          </a:prstGeom>
          <a:solidFill>
            <a:srgbClr val="E6E6E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38" name="正方形/長方形 37"/>
          <p:cNvSpPr/>
          <p:nvPr userDrawn="1"/>
        </p:nvSpPr>
        <p:spPr>
          <a:xfrm>
            <a:off x="9918180" y="-2387723"/>
            <a:ext cx="2642953" cy="3507698"/>
          </a:xfrm>
          <a:prstGeom prst="rect">
            <a:avLst/>
          </a:prstGeom>
          <a:solidFill>
            <a:srgbClr val="E6E6E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27" name="楕円 26"/>
          <p:cNvSpPr/>
          <p:nvPr userDrawn="1"/>
        </p:nvSpPr>
        <p:spPr>
          <a:xfrm>
            <a:off x="10081668" y="4975630"/>
            <a:ext cx="340519" cy="417363"/>
          </a:xfrm>
          <a:prstGeom prst="ellipse">
            <a:avLst/>
          </a:prstGeom>
          <a:solidFill>
            <a:srgbClr val="8B945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28" name="楕円 27"/>
          <p:cNvSpPr/>
          <p:nvPr userDrawn="1"/>
        </p:nvSpPr>
        <p:spPr>
          <a:xfrm>
            <a:off x="10081668" y="3641505"/>
            <a:ext cx="340519" cy="417363"/>
          </a:xfrm>
          <a:prstGeom prst="ellipse">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29" name="楕円 28"/>
          <p:cNvSpPr/>
          <p:nvPr userDrawn="1"/>
        </p:nvSpPr>
        <p:spPr>
          <a:xfrm>
            <a:off x="10081668" y="2307380"/>
            <a:ext cx="340519" cy="417363"/>
          </a:xfrm>
          <a:prstGeom prst="ellipse">
            <a:avLst/>
          </a:prstGeom>
          <a:solidFill>
            <a:schemeClr val="bg2">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30" name="楕円 29"/>
          <p:cNvSpPr/>
          <p:nvPr userDrawn="1"/>
        </p:nvSpPr>
        <p:spPr>
          <a:xfrm>
            <a:off x="10081668" y="973255"/>
            <a:ext cx="340519" cy="417363"/>
          </a:xfrm>
          <a:prstGeom prst="ellipse">
            <a:avLst/>
          </a:prstGeom>
          <a:solidFill>
            <a:schemeClr val="bg2">
              <a:lumMod val="2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31" name="四角形吹き出し 30"/>
          <p:cNvSpPr/>
          <p:nvPr userDrawn="1"/>
        </p:nvSpPr>
        <p:spPr>
          <a:xfrm>
            <a:off x="10657068" y="419727"/>
            <a:ext cx="1438387" cy="970890"/>
          </a:xfrm>
          <a:prstGeom prst="wedgeRectCallout">
            <a:avLst>
              <a:gd name="adj1" fmla="val -61477"/>
              <a:gd name="adj2" fmla="val 23901"/>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文字の色</a:t>
            </a:r>
          </a:p>
        </p:txBody>
      </p:sp>
      <p:sp>
        <p:nvSpPr>
          <p:cNvPr id="32" name="四角形吹き出し 31"/>
          <p:cNvSpPr/>
          <p:nvPr userDrawn="1"/>
        </p:nvSpPr>
        <p:spPr>
          <a:xfrm>
            <a:off x="10657068" y="1821934"/>
            <a:ext cx="1438387" cy="970890"/>
          </a:xfrm>
          <a:prstGeom prst="wedgeRectCallout">
            <a:avLst>
              <a:gd name="adj1" fmla="val -61477"/>
              <a:gd name="adj2" fmla="val 23901"/>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やじるしなどの図形の色</a:t>
            </a:r>
          </a:p>
        </p:txBody>
      </p:sp>
      <p:sp>
        <p:nvSpPr>
          <p:cNvPr id="33" name="四角形吹き出し 32"/>
          <p:cNvSpPr/>
          <p:nvPr userDrawn="1"/>
        </p:nvSpPr>
        <p:spPr>
          <a:xfrm>
            <a:off x="10657068" y="4490184"/>
            <a:ext cx="1438387" cy="970890"/>
          </a:xfrm>
          <a:prstGeom prst="wedgeRectCallout">
            <a:avLst>
              <a:gd name="adj1" fmla="val -61477"/>
              <a:gd name="adj2" fmla="val 23901"/>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ベースの色</a:t>
            </a:r>
          </a:p>
        </p:txBody>
      </p:sp>
      <p:sp>
        <p:nvSpPr>
          <p:cNvPr id="34" name="四角形吹き出し 33"/>
          <p:cNvSpPr/>
          <p:nvPr userDrawn="1"/>
        </p:nvSpPr>
        <p:spPr>
          <a:xfrm>
            <a:off x="10657068" y="3156059"/>
            <a:ext cx="1438387" cy="970890"/>
          </a:xfrm>
          <a:prstGeom prst="wedgeRectCallout">
            <a:avLst>
              <a:gd name="adj1" fmla="val -61477"/>
              <a:gd name="adj2" fmla="val 23901"/>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強調の色</a:t>
            </a:r>
          </a:p>
        </p:txBody>
      </p:sp>
      <p:sp>
        <p:nvSpPr>
          <p:cNvPr id="39" name="四角形吹き出し 38"/>
          <p:cNvSpPr/>
          <p:nvPr userDrawn="1"/>
        </p:nvSpPr>
        <p:spPr>
          <a:xfrm>
            <a:off x="-2959618" y="-919028"/>
            <a:ext cx="2448136" cy="1838056"/>
          </a:xfrm>
          <a:prstGeom prst="wedgeRectCallout">
            <a:avLst>
              <a:gd name="adj1" fmla="val 68120"/>
              <a:gd name="adj2" fmla="val 16336"/>
            </a:avLst>
          </a:prstGeom>
          <a:solidFill>
            <a:srgbClr val="07628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タイトル（目次と対応させてください。）</a:t>
            </a:r>
            <a:endParaRPr kumimoji="1" lang="en-US" altLang="ja-JP" sz="1463" dirty="0"/>
          </a:p>
          <a:p>
            <a:pPr algn="ctr"/>
            <a:r>
              <a:rPr kumimoji="1" lang="ja-JP" altLang="en-US" sz="1463" dirty="0"/>
              <a:t>フォント：メイリオ見出し</a:t>
            </a:r>
            <a:endParaRPr kumimoji="1" lang="en-US" altLang="ja-JP" sz="1463" dirty="0"/>
          </a:p>
          <a:p>
            <a:pPr algn="ctr"/>
            <a:r>
              <a:rPr lang="ja-JP" altLang="en-US" sz="1463" dirty="0"/>
              <a:t>サイズ：</a:t>
            </a:r>
            <a:r>
              <a:rPr lang="en-US" altLang="ja-JP" sz="1463" dirty="0"/>
              <a:t>48</a:t>
            </a:r>
          </a:p>
          <a:p>
            <a:pPr algn="ctr"/>
            <a:r>
              <a:rPr lang="ja-JP" altLang="en-US" sz="1463" dirty="0"/>
              <a:t>ボールド</a:t>
            </a:r>
            <a:endParaRPr lang="en-US" altLang="ja-JP" sz="1463" dirty="0"/>
          </a:p>
          <a:p>
            <a:pPr algn="ctr"/>
            <a:r>
              <a:rPr lang="ja-JP" altLang="en-US" sz="1463" dirty="0"/>
              <a:t>真ん中寄せ</a:t>
            </a:r>
            <a:endParaRPr kumimoji="1" lang="en-US" altLang="ja-JP" sz="1463" dirty="0"/>
          </a:p>
        </p:txBody>
      </p:sp>
      <p:sp>
        <p:nvSpPr>
          <p:cNvPr id="45" name="四角形吹き出し 44"/>
          <p:cNvSpPr/>
          <p:nvPr userDrawn="1"/>
        </p:nvSpPr>
        <p:spPr>
          <a:xfrm>
            <a:off x="-2933551" y="2899809"/>
            <a:ext cx="2448136" cy="1838056"/>
          </a:xfrm>
          <a:prstGeom prst="wedgeRectCallout">
            <a:avLst>
              <a:gd name="adj1" fmla="val 68120"/>
              <a:gd name="adj2" fmla="val 16336"/>
            </a:avLst>
          </a:prstGeom>
          <a:solidFill>
            <a:srgbClr val="07628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小見出し</a:t>
            </a:r>
            <a:endParaRPr kumimoji="1" lang="en-US" altLang="ja-JP" sz="1463" dirty="0"/>
          </a:p>
          <a:p>
            <a:pPr algn="ctr"/>
            <a:r>
              <a:rPr kumimoji="1" lang="ja-JP" altLang="en-US" sz="1463" dirty="0"/>
              <a:t>フォント：メイリオ本文</a:t>
            </a:r>
            <a:endParaRPr kumimoji="1" lang="en-US" altLang="ja-JP" sz="1463" dirty="0"/>
          </a:p>
          <a:p>
            <a:pPr algn="ctr"/>
            <a:r>
              <a:rPr lang="ja-JP" altLang="en-US" sz="1463" dirty="0"/>
              <a:t>サイズ：</a:t>
            </a:r>
            <a:r>
              <a:rPr lang="en-US" altLang="ja-JP" sz="1463" dirty="0"/>
              <a:t>32</a:t>
            </a:r>
          </a:p>
          <a:p>
            <a:pPr algn="ctr"/>
            <a:r>
              <a:rPr lang="ja-JP" altLang="en-US" sz="1463" dirty="0"/>
              <a:t>ボールド</a:t>
            </a:r>
            <a:endParaRPr lang="en-US" altLang="ja-JP" sz="1463" dirty="0"/>
          </a:p>
          <a:p>
            <a:pPr algn="ctr"/>
            <a:r>
              <a:rPr kumimoji="1" lang="ja-JP" altLang="en-US" sz="1463" dirty="0"/>
              <a:t>左寄せ</a:t>
            </a:r>
            <a:endParaRPr kumimoji="1" lang="en-US" altLang="ja-JP" sz="1463" dirty="0"/>
          </a:p>
        </p:txBody>
      </p:sp>
      <p:sp>
        <p:nvSpPr>
          <p:cNvPr id="46" name="四角形吹き出し 45"/>
          <p:cNvSpPr/>
          <p:nvPr userDrawn="1"/>
        </p:nvSpPr>
        <p:spPr>
          <a:xfrm>
            <a:off x="-2933551" y="4895865"/>
            <a:ext cx="2448136" cy="1838056"/>
          </a:xfrm>
          <a:prstGeom prst="wedgeRectCallout">
            <a:avLst>
              <a:gd name="adj1" fmla="val 68617"/>
              <a:gd name="adj2" fmla="val -24441"/>
            </a:avLst>
          </a:prstGeom>
          <a:solidFill>
            <a:srgbClr val="07628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本文</a:t>
            </a:r>
            <a:endParaRPr kumimoji="1" lang="en-US" altLang="ja-JP" sz="1463" dirty="0"/>
          </a:p>
          <a:p>
            <a:pPr algn="ctr"/>
            <a:r>
              <a:rPr kumimoji="1" lang="ja-JP" altLang="en-US" sz="1463" dirty="0"/>
              <a:t>フォント：メイリオ本文</a:t>
            </a:r>
            <a:endParaRPr kumimoji="1" lang="en-US" altLang="ja-JP" sz="1463" dirty="0"/>
          </a:p>
          <a:p>
            <a:pPr algn="ctr"/>
            <a:r>
              <a:rPr lang="ja-JP" altLang="en-US" sz="1463" dirty="0"/>
              <a:t>サイズ：</a:t>
            </a:r>
            <a:r>
              <a:rPr lang="en-US" altLang="ja-JP" sz="1463" dirty="0"/>
              <a:t>18</a:t>
            </a:r>
          </a:p>
          <a:p>
            <a:pPr algn="ctr"/>
            <a:r>
              <a:rPr kumimoji="1" lang="ja-JP" altLang="en-US" sz="1463" dirty="0"/>
              <a:t>左寄せ</a:t>
            </a:r>
            <a:endParaRPr kumimoji="1" lang="en-US" altLang="ja-JP" sz="1463" dirty="0"/>
          </a:p>
        </p:txBody>
      </p:sp>
      <p:sp>
        <p:nvSpPr>
          <p:cNvPr id="23" name="四角形吹き出し 22"/>
          <p:cNvSpPr/>
          <p:nvPr userDrawn="1"/>
        </p:nvSpPr>
        <p:spPr>
          <a:xfrm>
            <a:off x="10657068" y="5752795"/>
            <a:ext cx="1645113" cy="970890"/>
          </a:xfrm>
          <a:prstGeom prst="wedgeRectCallout">
            <a:avLst>
              <a:gd name="adj1" fmla="val -62408"/>
              <a:gd name="adj2" fmla="val 9477"/>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この赤ガイド線内に収まるように作成してください</a:t>
            </a:r>
          </a:p>
        </p:txBody>
      </p:sp>
    </p:spTree>
    <p:extLst>
      <p:ext uri="{BB962C8B-B14F-4D97-AF65-F5344CB8AC3E}">
        <p14:creationId xmlns:p14="http://schemas.microsoft.com/office/powerpoint/2010/main" val="1919242307"/>
      </p:ext>
    </p:extLst>
  </p:cSld>
  <p:clrMapOvr>
    <a:masterClrMapping/>
  </p:clrMapOvr>
  <p:hf hdr="0" ftr="0" dt="0"/>
  <p:extLst>
    <p:ext uri="{DCECCB84-F9BA-43D5-87BE-67443E8EF086}">
      <p15:sldGuideLst xmlns:p15="http://schemas.microsoft.com/office/powerpoint/2012/main">
        <p15:guide id="1" orient="horz" pos="2160">
          <p15:clr>
            <a:srgbClr val="000000"/>
          </p15:clr>
        </p15:guide>
        <p15:guide id="2" pos="3840">
          <p15:clr>
            <a:srgbClr val="000000"/>
          </p15:clr>
        </p15:guide>
      </p15:sldGuideLst>
    </p:ext>
  </p:extLst>
</p:sldLayout>
</file>

<file path=ppt/slideLayouts/slideLayout24.xml><?xml version="1.0" encoding="utf-8"?>
<p:sldLayout xmlns:a="http://schemas.openxmlformats.org/drawingml/2006/main" xmlns:r="http://schemas.openxmlformats.org/officeDocument/2006/relationships" xmlns:p="http://schemas.openxmlformats.org/presentationml/2006/main" userDrawn="1">
  <p:cSld name="12_タイトルとコンテンツ">
    <p:spTree>
      <p:nvGrpSpPr>
        <p:cNvPr id="1" name=""/>
        <p:cNvGrpSpPr/>
        <p:nvPr/>
      </p:nvGrpSpPr>
      <p:grpSpPr>
        <a:xfrm>
          <a:off x="0" y="0"/>
          <a:ext cx="0" cy="0"/>
          <a:chOff x="0" y="0"/>
          <a:chExt cx="0" cy="0"/>
        </a:xfrm>
      </p:grpSpPr>
      <p:graphicFrame>
        <p:nvGraphicFramePr>
          <p:cNvPr id="26" name="表 25"/>
          <p:cNvGraphicFramePr>
            <a:graphicFrameLocks noGrp="1"/>
          </p:cNvGraphicFramePr>
          <p:nvPr userDrawn="1"/>
        </p:nvGraphicFramePr>
        <p:xfrm>
          <a:off x="0" y="727606"/>
          <a:ext cx="438463" cy="5882490"/>
        </p:xfrm>
        <a:graphic>
          <a:graphicData uri="http://schemas.openxmlformats.org/drawingml/2006/table">
            <a:tbl>
              <a:tblPr firstRow="1" bandRow="1">
                <a:tableStyleId>{5C22544A-7EE6-4342-B048-85BDC9FD1C3A}</a:tableStyleId>
              </a:tblPr>
              <a:tblGrid>
                <a:gridCol w="438463">
                  <a:extLst>
                    <a:ext uri="{9D8B030D-6E8A-4147-A177-3AD203B41FA5}">
                      <a16:colId xmlns:a16="http://schemas.microsoft.com/office/drawing/2014/main" val="2456847792"/>
                    </a:ext>
                  </a:extLst>
                </a:gridCol>
              </a:tblGrid>
              <a:tr h="980415">
                <a:tc>
                  <a:txBody>
                    <a:bodyPr/>
                    <a:lstStyle/>
                    <a:p>
                      <a:pPr algn="ctr"/>
                      <a:r>
                        <a:rPr kumimoji="1" lang="ja-JP" altLang="en-US" sz="1100" b="1" dirty="0">
                          <a:solidFill>
                            <a:schemeClr val="bg1"/>
                          </a:solidFill>
                        </a:rPr>
                        <a:t>①タイトル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1512206185"/>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②タイトル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2631667891"/>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③タイトル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627911894"/>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④タイトル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2091809632"/>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⑤タイトル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1750606519"/>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⑥タイトル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149417652"/>
                  </a:ext>
                </a:extLst>
              </a:tr>
            </a:tbl>
          </a:graphicData>
        </a:graphic>
      </p:graphicFrame>
      <p:sp>
        <p:nvSpPr>
          <p:cNvPr id="35" name="正方形/長方形 34"/>
          <p:cNvSpPr/>
          <p:nvPr userDrawn="1"/>
        </p:nvSpPr>
        <p:spPr>
          <a:xfrm>
            <a:off x="85255" y="1119975"/>
            <a:ext cx="267950" cy="5341188"/>
          </a:xfrm>
          <a:prstGeom prst="rect">
            <a:avLst/>
          </a:prstGeom>
          <a:solidFill>
            <a:srgbClr val="FF00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vert="eaVert" rtlCol="0" anchor="ctr"/>
          <a:lstStyle/>
          <a:p>
            <a:pPr algn="ctr"/>
            <a:r>
              <a:rPr kumimoji="1" lang="ja-JP" altLang="en-US" sz="1463" dirty="0"/>
              <a:t>こちらで変更します。</a:t>
            </a:r>
          </a:p>
        </p:txBody>
      </p:sp>
      <p:sp>
        <p:nvSpPr>
          <p:cNvPr id="8" name="正方形/長方形 7"/>
          <p:cNvSpPr/>
          <p:nvPr userDrawn="1"/>
        </p:nvSpPr>
        <p:spPr>
          <a:xfrm>
            <a:off x="0" y="6610097"/>
            <a:ext cx="9906000" cy="24765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7" name="Text Box 31"/>
          <p:cNvSpPr txBox="1">
            <a:spLocks noChangeArrowheads="1"/>
          </p:cNvSpPr>
          <p:nvPr userDrawn="1"/>
        </p:nvSpPr>
        <p:spPr bwMode="auto">
          <a:xfrm>
            <a:off x="42215" y="6580034"/>
            <a:ext cx="4206531" cy="267446"/>
          </a:xfrm>
          <a:prstGeom prst="rect">
            <a:avLst/>
          </a:prstGeom>
          <a:noFill/>
          <a:ln w="9525">
            <a:noFill/>
            <a:miter lim="800000"/>
            <a:headEnd/>
            <a:tailEnd/>
          </a:ln>
          <a:effectLst/>
        </p:spPr>
        <p:txBody>
          <a:bodyPr wrap="square">
            <a:spAutoFit/>
          </a:bodyPr>
          <a:lstStyle/>
          <a:p>
            <a:pPr>
              <a:defRPr/>
            </a:pPr>
            <a:r>
              <a:rPr lang="en-US" altLang="ja-JP" sz="1138" b="1" dirty="0" err="1">
                <a:solidFill>
                  <a:schemeClr val="bg1"/>
                </a:solidFill>
                <a:latin typeface="Monotype Corsiva" pitchFamily="66" charset="0"/>
                <a:ea typeface="HGP創英角ｺﾞｼｯｸUB" pitchFamily="50" charset="-128"/>
              </a:rPr>
              <a:t>Copyright©Funai</a:t>
            </a:r>
            <a:r>
              <a:rPr lang="en-US" altLang="ja-JP" sz="1138" b="1" dirty="0">
                <a:solidFill>
                  <a:schemeClr val="bg1"/>
                </a:solidFill>
                <a:latin typeface="Monotype Corsiva" pitchFamily="66" charset="0"/>
                <a:ea typeface="HGP創英角ｺﾞｼｯｸUB" pitchFamily="50" charset="-128"/>
              </a:rPr>
              <a:t> Consulting Incorporated </a:t>
            </a:r>
            <a:r>
              <a:rPr lang="ja-JP" altLang="en-US" sz="1138" b="1" dirty="0">
                <a:solidFill>
                  <a:schemeClr val="bg1"/>
                </a:solidFill>
                <a:latin typeface="Monotype Corsiva" pitchFamily="66" charset="0"/>
                <a:ea typeface="HGP創英角ｺﾞｼｯｸUB" pitchFamily="50" charset="-128"/>
              </a:rPr>
              <a:t>　　（</a:t>
            </a:r>
            <a:r>
              <a:rPr lang="en-US" altLang="ja-JP" sz="1138" b="1" dirty="0" err="1">
                <a:solidFill>
                  <a:schemeClr val="bg1"/>
                </a:solidFill>
                <a:latin typeface="Monotype Corsiva" pitchFamily="66" charset="0"/>
                <a:ea typeface="HGP創英角ｺﾞｼｯｸUB" pitchFamily="50" charset="-128"/>
              </a:rPr>
              <a:t>Funai</a:t>
            </a:r>
            <a:r>
              <a:rPr lang="en-US" altLang="ja-JP" sz="1138" b="1" dirty="0">
                <a:solidFill>
                  <a:schemeClr val="bg1"/>
                </a:solidFill>
                <a:latin typeface="Monotype Corsiva" pitchFamily="66" charset="0"/>
                <a:ea typeface="HGP創英角ｺﾞｼｯｸUB" pitchFamily="50" charset="-128"/>
              </a:rPr>
              <a:t> Consulting</a:t>
            </a:r>
            <a:r>
              <a:rPr lang="ja-JP" altLang="en-US" sz="1138" b="1" dirty="0">
                <a:solidFill>
                  <a:schemeClr val="bg1"/>
                </a:solidFill>
                <a:latin typeface="Monotype Corsiva" pitchFamily="66" charset="0"/>
                <a:ea typeface="HGP創英角ｺﾞｼｯｸUB" pitchFamily="50" charset="-128"/>
              </a:rPr>
              <a:t> </a:t>
            </a:r>
            <a:r>
              <a:rPr lang="en-US" altLang="ja-JP" sz="1138" b="1" dirty="0">
                <a:solidFill>
                  <a:schemeClr val="bg1"/>
                </a:solidFill>
                <a:latin typeface="Monotype Corsiva" pitchFamily="66" charset="0"/>
                <a:ea typeface="HGP創英角ｺﾞｼｯｸUB" pitchFamily="50" charset="-128"/>
              </a:rPr>
              <a:t>Inc.</a:t>
            </a:r>
            <a:r>
              <a:rPr lang="ja-JP" altLang="en-US" sz="1138" b="1" dirty="0">
                <a:solidFill>
                  <a:schemeClr val="bg1"/>
                </a:solidFill>
                <a:latin typeface="Monotype Corsiva" pitchFamily="66" charset="0"/>
                <a:ea typeface="HGP創英角ｺﾞｼｯｸUB" pitchFamily="50" charset="-128"/>
              </a:rPr>
              <a:t>）</a:t>
            </a:r>
            <a:endParaRPr lang="en-US" altLang="ja-JP" sz="1138" b="1" dirty="0">
              <a:solidFill>
                <a:schemeClr val="bg1"/>
              </a:solidFill>
              <a:latin typeface="Monotype Corsiva" pitchFamily="66" charset="0"/>
              <a:ea typeface="HGP創英角ｺﾞｼｯｸUB" pitchFamily="50" charset="-128"/>
            </a:endParaRPr>
          </a:p>
        </p:txBody>
      </p:sp>
      <p:sp>
        <p:nvSpPr>
          <p:cNvPr id="12" name="スライド番号プレースホルダー 11"/>
          <p:cNvSpPr>
            <a:spLocks noGrp="1"/>
          </p:cNvSpPr>
          <p:nvPr>
            <p:ph type="sldNum" sz="quarter" idx="12"/>
          </p:nvPr>
        </p:nvSpPr>
        <p:spPr>
          <a:xfrm>
            <a:off x="7677150" y="6551360"/>
            <a:ext cx="2228850" cy="365125"/>
          </a:xfrm>
        </p:spPr>
        <p:txBody>
          <a:bodyPr/>
          <a:lstStyle>
            <a:lvl1pPr>
              <a:defRPr sz="1300" b="1">
                <a:solidFill>
                  <a:schemeClr val="bg1"/>
                </a:solidFill>
              </a:defRPr>
            </a:lvl1pPr>
          </a:lstStyle>
          <a:p>
            <a:fld id="{85FC83C8-0BB2-4721-BA19-3C9CC69276E3}" type="slidenum">
              <a:rPr lang="ja-JP" altLang="en-US" smtClean="0"/>
              <a:pPr/>
              <a:t>‹#›</a:t>
            </a:fld>
            <a:endParaRPr lang="ja-JP" altLang="en-US"/>
          </a:p>
        </p:txBody>
      </p:sp>
      <p:sp>
        <p:nvSpPr>
          <p:cNvPr id="22" name="楕円 21"/>
          <p:cNvSpPr/>
          <p:nvPr userDrawn="1"/>
        </p:nvSpPr>
        <p:spPr>
          <a:xfrm>
            <a:off x="-2244328" y="-788766"/>
            <a:ext cx="14437221" cy="1759809"/>
          </a:xfrm>
          <a:prstGeom prst="ellipse">
            <a:avLst/>
          </a:prstGeom>
          <a:solidFill>
            <a:srgbClr val="8B945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24" name="タイトル 1"/>
          <p:cNvSpPr>
            <a:spLocks noGrp="1"/>
          </p:cNvSpPr>
          <p:nvPr>
            <p:ph type="title"/>
          </p:nvPr>
        </p:nvSpPr>
        <p:spPr>
          <a:xfrm>
            <a:off x="255770" y="245205"/>
            <a:ext cx="9378221" cy="605918"/>
          </a:xfrm>
        </p:spPr>
        <p:txBody>
          <a:bodyPr>
            <a:noAutofit/>
          </a:bodyPr>
          <a:lstStyle>
            <a:lvl1pPr algn="ctr">
              <a:defRPr sz="3900" b="1">
                <a:solidFill>
                  <a:schemeClr val="bg1"/>
                </a:solidFill>
              </a:defRPr>
            </a:lvl1pPr>
          </a:lstStyle>
          <a:p>
            <a:r>
              <a:rPr kumimoji="1" lang="ja-JP" altLang="en-US" dirty="0"/>
              <a:t>マスター タイトルの書式設定</a:t>
            </a:r>
          </a:p>
        </p:txBody>
      </p:sp>
      <p:sp>
        <p:nvSpPr>
          <p:cNvPr id="36" name="正方形/長方形 35"/>
          <p:cNvSpPr/>
          <p:nvPr userDrawn="1"/>
        </p:nvSpPr>
        <p:spPr>
          <a:xfrm>
            <a:off x="-2650779" y="-1508644"/>
            <a:ext cx="2642953" cy="3507698"/>
          </a:xfrm>
          <a:prstGeom prst="rect">
            <a:avLst/>
          </a:prstGeom>
          <a:solidFill>
            <a:srgbClr val="E6E6E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37" name="正方形/長方形 36"/>
          <p:cNvSpPr/>
          <p:nvPr userDrawn="1"/>
        </p:nvSpPr>
        <p:spPr>
          <a:xfrm>
            <a:off x="-200669" y="-3521490"/>
            <a:ext cx="11734663" cy="3507698"/>
          </a:xfrm>
          <a:prstGeom prst="rect">
            <a:avLst/>
          </a:prstGeom>
          <a:solidFill>
            <a:srgbClr val="E6E6E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38" name="正方形/長方形 37"/>
          <p:cNvSpPr/>
          <p:nvPr userDrawn="1"/>
        </p:nvSpPr>
        <p:spPr>
          <a:xfrm>
            <a:off x="9918180" y="-2387723"/>
            <a:ext cx="2642953" cy="3507698"/>
          </a:xfrm>
          <a:prstGeom prst="rect">
            <a:avLst/>
          </a:prstGeom>
          <a:solidFill>
            <a:srgbClr val="E6E6E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27" name="楕円 26"/>
          <p:cNvSpPr/>
          <p:nvPr userDrawn="1"/>
        </p:nvSpPr>
        <p:spPr>
          <a:xfrm>
            <a:off x="10081668" y="4975630"/>
            <a:ext cx="340519" cy="417363"/>
          </a:xfrm>
          <a:prstGeom prst="ellipse">
            <a:avLst/>
          </a:prstGeom>
          <a:solidFill>
            <a:srgbClr val="8B945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28" name="楕円 27"/>
          <p:cNvSpPr/>
          <p:nvPr userDrawn="1"/>
        </p:nvSpPr>
        <p:spPr>
          <a:xfrm>
            <a:off x="10081668" y="3641505"/>
            <a:ext cx="340519" cy="417363"/>
          </a:xfrm>
          <a:prstGeom prst="ellipse">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29" name="楕円 28"/>
          <p:cNvSpPr/>
          <p:nvPr userDrawn="1"/>
        </p:nvSpPr>
        <p:spPr>
          <a:xfrm>
            <a:off x="10081668" y="2307380"/>
            <a:ext cx="340519" cy="417363"/>
          </a:xfrm>
          <a:prstGeom prst="ellipse">
            <a:avLst/>
          </a:prstGeom>
          <a:solidFill>
            <a:schemeClr val="bg2">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30" name="楕円 29"/>
          <p:cNvSpPr/>
          <p:nvPr userDrawn="1"/>
        </p:nvSpPr>
        <p:spPr>
          <a:xfrm>
            <a:off x="10081668" y="973255"/>
            <a:ext cx="340519" cy="417363"/>
          </a:xfrm>
          <a:prstGeom prst="ellipse">
            <a:avLst/>
          </a:prstGeom>
          <a:solidFill>
            <a:schemeClr val="bg2">
              <a:lumMod val="2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31" name="四角形吹き出し 30"/>
          <p:cNvSpPr/>
          <p:nvPr userDrawn="1"/>
        </p:nvSpPr>
        <p:spPr>
          <a:xfrm>
            <a:off x="10657068" y="419727"/>
            <a:ext cx="1438387" cy="970890"/>
          </a:xfrm>
          <a:prstGeom prst="wedgeRectCallout">
            <a:avLst>
              <a:gd name="adj1" fmla="val -61477"/>
              <a:gd name="adj2" fmla="val 23901"/>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文字の色</a:t>
            </a:r>
          </a:p>
        </p:txBody>
      </p:sp>
      <p:sp>
        <p:nvSpPr>
          <p:cNvPr id="32" name="四角形吹き出し 31"/>
          <p:cNvSpPr/>
          <p:nvPr userDrawn="1"/>
        </p:nvSpPr>
        <p:spPr>
          <a:xfrm>
            <a:off x="10657068" y="1821934"/>
            <a:ext cx="1438387" cy="970890"/>
          </a:xfrm>
          <a:prstGeom prst="wedgeRectCallout">
            <a:avLst>
              <a:gd name="adj1" fmla="val -61477"/>
              <a:gd name="adj2" fmla="val 23901"/>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やじるしなどの図形の色</a:t>
            </a:r>
          </a:p>
        </p:txBody>
      </p:sp>
      <p:sp>
        <p:nvSpPr>
          <p:cNvPr id="33" name="四角形吹き出し 32"/>
          <p:cNvSpPr/>
          <p:nvPr userDrawn="1"/>
        </p:nvSpPr>
        <p:spPr>
          <a:xfrm>
            <a:off x="10657068" y="4490184"/>
            <a:ext cx="1438387" cy="970890"/>
          </a:xfrm>
          <a:prstGeom prst="wedgeRectCallout">
            <a:avLst>
              <a:gd name="adj1" fmla="val -61477"/>
              <a:gd name="adj2" fmla="val 23901"/>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ベースの色</a:t>
            </a:r>
          </a:p>
        </p:txBody>
      </p:sp>
      <p:sp>
        <p:nvSpPr>
          <p:cNvPr id="34" name="四角形吹き出し 33"/>
          <p:cNvSpPr/>
          <p:nvPr userDrawn="1"/>
        </p:nvSpPr>
        <p:spPr>
          <a:xfrm>
            <a:off x="10657068" y="3156059"/>
            <a:ext cx="1438387" cy="970890"/>
          </a:xfrm>
          <a:prstGeom prst="wedgeRectCallout">
            <a:avLst>
              <a:gd name="adj1" fmla="val -61477"/>
              <a:gd name="adj2" fmla="val 23901"/>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強調の色</a:t>
            </a:r>
          </a:p>
        </p:txBody>
      </p:sp>
      <p:sp>
        <p:nvSpPr>
          <p:cNvPr id="39" name="四角形吹き出し 38"/>
          <p:cNvSpPr/>
          <p:nvPr userDrawn="1"/>
        </p:nvSpPr>
        <p:spPr>
          <a:xfrm>
            <a:off x="-2959618" y="-919028"/>
            <a:ext cx="2448136" cy="1838056"/>
          </a:xfrm>
          <a:prstGeom prst="wedgeRectCallout">
            <a:avLst>
              <a:gd name="adj1" fmla="val 68120"/>
              <a:gd name="adj2" fmla="val 16336"/>
            </a:avLst>
          </a:prstGeom>
          <a:solidFill>
            <a:srgbClr val="07628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タイトル（目次と対応させてください。）</a:t>
            </a:r>
            <a:endParaRPr kumimoji="1" lang="en-US" altLang="ja-JP" sz="1463" dirty="0"/>
          </a:p>
          <a:p>
            <a:pPr algn="ctr"/>
            <a:r>
              <a:rPr kumimoji="1" lang="ja-JP" altLang="en-US" sz="1463" dirty="0"/>
              <a:t>フォント：メイリオ見出し</a:t>
            </a:r>
            <a:endParaRPr kumimoji="1" lang="en-US" altLang="ja-JP" sz="1463" dirty="0"/>
          </a:p>
          <a:p>
            <a:pPr algn="ctr"/>
            <a:r>
              <a:rPr lang="ja-JP" altLang="en-US" sz="1463" dirty="0"/>
              <a:t>サイズ：</a:t>
            </a:r>
            <a:r>
              <a:rPr lang="en-US" altLang="ja-JP" sz="1463" dirty="0"/>
              <a:t>48</a:t>
            </a:r>
          </a:p>
          <a:p>
            <a:pPr algn="ctr"/>
            <a:r>
              <a:rPr lang="ja-JP" altLang="en-US" sz="1463" dirty="0"/>
              <a:t>ボールド</a:t>
            </a:r>
            <a:endParaRPr lang="en-US" altLang="ja-JP" sz="1463" dirty="0"/>
          </a:p>
          <a:p>
            <a:pPr algn="ctr"/>
            <a:r>
              <a:rPr lang="ja-JP" altLang="en-US" sz="1463" dirty="0"/>
              <a:t>真ん中寄せ</a:t>
            </a:r>
            <a:endParaRPr kumimoji="1" lang="en-US" altLang="ja-JP" sz="1463" dirty="0"/>
          </a:p>
        </p:txBody>
      </p:sp>
      <p:sp>
        <p:nvSpPr>
          <p:cNvPr id="45" name="四角形吹き出し 44"/>
          <p:cNvSpPr/>
          <p:nvPr userDrawn="1"/>
        </p:nvSpPr>
        <p:spPr>
          <a:xfrm>
            <a:off x="-2933551" y="2899809"/>
            <a:ext cx="2448136" cy="1838056"/>
          </a:xfrm>
          <a:prstGeom prst="wedgeRectCallout">
            <a:avLst>
              <a:gd name="adj1" fmla="val 68120"/>
              <a:gd name="adj2" fmla="val 16336"/>
            </a:avLst>
          </a:prstGeom>
          <a:solidFill>
            <a:srgbClr val="07628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小見出し</a:t>
            </a:r>
            <a:endParaRPr kumimoji="1" lang="en-US" altLang="ja-JP" sz="1463" dirty="0"/>
          </a:p>
          <a:p>
            <a:pPr algn="ctr"/>
            <a:r>
              <a:rPr kumimoji="1" lang="ja-JP" altLang="en-US" sz="1463" dirty="0"/>
              <a:t>フォント：メイリオ本文</a:t>
            </a:r>
            <a:endParaRPr kumimoji="1" lang="en-US" altLang="ja-JP" sz="1463" dirty="0"/>
          </a:p>
          <a:p>
            <a:pPr algn="ctr"/>
            <a:r>
              <a:rPr lang="ja-JP" altLang="en-US" sz="1463" dirty="0"/>
              <a:t>サイズ：</a:t>
            </a:r>
            <a:r>
              <a:rPr lang="en-US" altLang="ja-JP" sz="1463" dirty="0"/>
              <a:t>32</a:t>
            </a:r>
          </a:p>
          <a:p>
            <a:pPr algn="ctr"/>
            <a:r>
              <a:rPr lang="ja-JP" altLang="en-US" sz="1463" dirty="0"/>
              <a:t>ボールド</a:t>
            </a:r>
            <a:endParaRPr lang="en-US" altLang="ja-JP" sz="1463" dirty="0"/>
          </a:p>
          <a:p>
            <a:pPr algn="ctr"/>
            <a:r>
              <a:rPr kumimoji="1" lang="ja-JP" altLang="en-US" sz="1463" dirty="0"/>
              <a:t>左寄せ</a:t>
            </a:r>
            <a:endParaRPr kumimoji="1" lang="en-US" altLang="ja-JP" sz="1463" dirty="0"/>
          </a:p>
        </p:txBody>
      </p:sp>
      <p:sp>
        <p:nvSpPr>
          <p:cNvPr id="46" name="四角形吹き出し 45"/>
          <p:cNvSpPr/>
          <p:nvPr userDrawn="1"/>
        </p:nvSpPr>
        <p:spPr>
          <a:xfrm>
            <a:off x="-2933551" y="4895865"/>
            <a:ext cx="2448136" cy="1838056"/>
          </a:xfrm>
          <a:prstGeom prst="wedgeRectCallout">
            <a:avLst>
              <a:gd name="adj1" fmla="val 68617"/>
              <a:gd name="adj2" fmla="val -24441"/>
            </a:avLst>
          </a:prstGeom>
          <a:solidFill>
            <a:srgbClr val="07628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本文</a:t>
            </a:r>
            <a:endParaRPr kumimoji="1" lang="en-US" altLang="ja-JP" sz="1463" dirty="0"/>
          </a:p>
          <a:p>
            <a:pPr algn="ctr"/>
            <a:r>
              <a:rPr kumimoji="1" lang="ja-JP" altLang="en-US" sz="1463" dirty="0"/>
              <a:t>フォント：メイリオ本文</a:t>
            </a:r>
            <a:endParaRPr kumimoji="1" lang="en-US" altLang="ja-JP" sz="1463" dirty="0"/>
          </a:p>
          <a:p>
            <a:pPr algn="ctr"/>
            <a:r>
              <a:rPr lang="ja-JP" altLang="en-US" sz="1463" dirty="0"/>
              <a:t>サイズ：</a:t>
            </a:r>
            <a:r>
              <a:rPr lang="en-US" altLang="ja-JP" sz="1463" dirty="0"/>
              <a:t>18</a:t>
            </a:r>
          </a:p>
          <a:p>
            <a:pPr algn="ctr"/>
            <a:r>
              <a:rPr kumimoji="1" lang="ja-JP" altLang="en-US" sz="1463" dirty="0"/>
              <a:t>左寄せ</a:t>
            </a:r>
            <a:endParaRPr kumimoji="1" lang="en-US" altLang="ja-JP" sz="1463" dirty="0"/>
          </a:p>
        </p:txBody>
      </p:sp>
      <p:sp>
        <p:nvSpPr>
          <p:cNvPr id="23" name="四角形吹き出し 22"/>
          <p:cNvSpPr/>
          <p:nvPr userDrawn="1"/>
        </p:nvSpPr>
        <p:spPr>
          <a:xfrm>
            <a:off x="10657068" y="5752795"/>
            <a:ext cx="1645113" cy="970890"/>
          </a:xfrm>
          <a:prstGeom prst="wedgeRectCallout">
            <a:avLst>
              <a:gd name="adj1" fmla="val -62408"/>
              <a:gd name="adj2" fmla="val 9477"/>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この赤ガイド線内に収まるように作成してください</a:t>
            </a:r>
          </a:p>
        </p:txBody>
      </p:sp>
    </p:spTree>
    <p:extLst>
      <p:ext uri="{BB962C8B-B14F-4D97-AF65-F5344CB8AC3E}">
        <p14:creationId xmlns:p14="http://schemas.microsoft.com/office/powerpoint/2010/main" val="828758268"/>
      </p:ext>
    </p:extLst>
  </p:cSld>
  <p:clrMapOvr>
    <a:masterClrMapping/>
  </p:clrMapOvr>
  <p:hf hdr="0" ftr="0" dt="0"/>
  <p:extLst>
    <p:ext uri="{DCECCB84-F9BA-43D5-87BE-67443E8EF086}">
      <p15:sldGuideLst xmlns:p15="http://schemas.microsoft.com/office/powerpoint/2012/main">
        <p15:guide id="1" orient="horz" pos="2160">
          <p15:clr>
            <a:srgbClr val="000000"/>
          </p15:clr>
        </p15:guide>
        <p15:guide id="2" pos="3840">
          <p15:clr>
            <a:srgbClr val="000000"/>
          </p15:clr>
        </p15:guide>
      </p15:sldGuideLst>
    </p:ext>
  </p:extLst>
</p:sldLayout>
</file>

<file path=ppt/slideLayouts/slideLayout25.xml><?xml version="1.0" encoding="utf-8"?>
<p:sldLayout xmlns:a="http://schemas.openxmlformats.org/drawingml/2006/main" xmlns:r="http://schemas.openxmlformats.org/officeDocument/2006/relationships" xmlns:p="http://schemas.openxmlformats.org/presentationml/2006/main" userDrawn="1">
  <p:cSld name="13_タイトルとコンテンツ">
    <p:spTree>
      <p:nvGrpSpPr>
        <p:cNvPr id="1" name=""/>
        <p:cNvGrpSpPr/>
        <p:nvPr/>
      </p:nvGrpSpPr>
      <p:grpSpPr>
        <a:xfrm>
          <a:off x="0" y="0"/>
          <a:ext cx="0" cy="0"/>
          <a:chOff x="0" y="0"/>
          <a:chExt cx="0" cy="0"/>
        </a:xfrm>
      </p:grpSpPr>
      <p:graphicFrame>
        <p:nvGraphicFramePr>
          <p:cNvPr id="26" name="表 25"/>
          <p:cNvGraphicFramePr>
            <a:graphicFrameLocks noGrp="1"/>
          </p:cNvGraphicFramePr>
          <p:nvPr userDrawn="1"/>
        </p:nvGraphicFramePr>
        <p:xfrm>
          <a:off x="0" y="727606"/>
          <a:ext cx="438463" cy="5882490"/>
        </p:xfrm>
        <a:graphic>
          <a:graphicData uri="http://schemas.openxmlformats.org/drawingml/2006/table">
            <a:tbl>
              <a:tblPr firstRow="1" bandRow="1">
                <a:tableStyleId>{5C22544A-7EE6-4342-B048-85BDC9FD1C3A}</a:tableStyleId>
              </a:tblPr>
              <a:tblGrid>
                <a:gridCol w="438463">
                  <a:extLst>
                    <a:ext uri="{9D8B030D-6E8A-4147-A177-3AD203B41FA5}">
                      <a16:colId xmlns:a16="http://schemas.microsoft.com/office/drawing/2014/main" val="2456847792"/>
                    </a:ext>
                  </a:extLst>
                </a:gridCol>
              </a:tblGrid>
              <a:tr h="980415">
                <a:tc>
                  <a:txBody>
                    <a:bodyPr/>
                    <a:lstStyle/>
                    <a:p>
                      <a:pPr algn="ctr"/>
                      <a:r>
                        <a:rPr kumimoji="1" lang="ja-JP" altLang="en-US" sz="1100" b="1" dirty="0">
                          <a:solidFill>
                            <a:schemeClr val="bg1"/>
                          </a:solidFill>
                        </a:rPr>
                        <a:t>①タイトル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1512206185"/>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②タイトル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2631667891"/>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③タイトル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627911894"/>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④タイトル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2091809632"/>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⑤タイトル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1750606519"/>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⑥タイトル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149417652"/>
                  </a:ext>
                </a:extLst>
              </a:tr>
            </a:tbl>
          </a:graphicData>
        </a:graphic>
      </p:graphicFrame>
      <p:sp>
        <p:nvSpPr>
          <p:cNvPr id="35" name="正方形/長方形 34"/>
          <p:cNvSpPr/>
          <p:nvPr userDrawn="1"/>
        </p:nvSpPr>
        <p:spPr>
          <a:xfrm>
            <a:off x="85255" y="1119975"/>
            <a:ext cx="267950" cy="5341188"/>
          </a:xfrm>
          <a:prstGeom prst="rect">
            <a:avLst/>
          </a:prstGeom>
          <a:solidFill>
            <a:srgbClr val="FF00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vert="eaVert" rtlCol="0" anchor="ctr"/>
          <a:lstStyle/>
          <a:p>
            <a:pPr algn="ctr"/>
            <a:r>
              <a:rPr kumimoji="1" lang="ja-JP" altLang="en-US" sz="1463" dirty="0"/>
              <a:t>こちらで変更します。</a:t>
            </a:r>
          </a:p>
        </p:txBody>
      </p:sp>
      <p:sp>
        <p:nvSpPr>
          <p:cNvPr id="8" name="正方形/長方形 7"/>
          <p:cNvSpPr/>
          <p:nvPr userDrawn="1"/>
        </p:nvSpPr>
        <p:spPr>
          <a:xfrm>
            <a:off x="0" y="6610097"/>
            <a:ext cx="9906000" cy="24765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7" name="Text Box 31"/>
          <p:cNvSpPr txBox="1">
            <a:spLocks noChangeArrowheads="1"/>
          </p:cNvSpPr>
          <p:nvPr userDrawn="1"/>
        </p:nvSpPr>
        <p:spPr bwMode="auto">
          <a:xfrm>
            <a:off x="42215" y="6580034"/>
            <a:ext cx="4206531" cy="267446"/>
          </a:xfrm>
          <a:prstGeom prst="rect">
            <a:avLst/>
          </a:prstGeom>
          <a:noFill/>
          <a:ln w="9525">
            <a:noFill/>
            <a:miter lim="800000"/>
            <a:headEnd/>
            <a:tailEnd/>
          </a:ln>
          <a:effectLst/>
        </p:spPr>
        <p:txBody>
          <a:bodyPr wrap="square">
            <a:spAutoFit/>
          </a:bodyPr>
          <a:lstStyle/>
          <a:p>
            <a:pPr>
              <a:defRPr/>
            </a:pPr>
            <a:r>
              <a:rPr lang="en-US" altLang="ja-JP" sz="1138" b="1" dirty="0" err="1">
                <a:solidFill>
                  <a:schemeClr val="bg1"/>
                </a:solidFill>
                <a:latin typeface="Monotype Corsiva" pitchFamily="66" charset="0"/>
                <a:ea typeface="HGP創英角ｺﾞｼｯｸUB" pitchFamily="50" charset="-128"/>
              </a:rPr>
              <a:t>Copyright©Funai</a:t>
            </a:r>
            <a:r>
              <a:rPr lang="en-US" altLang="ja-JP" sz="1138" b="1" dirty="0">
                <a:solidFill>
                  <a:schemeClr val="bg1"/>
                </a:solidFill>
                <a:latin typeface="Monotype Corsiva" pitchFamily="66" charset="0"/>
                <a:ea typeface="HGP創英角ｺﾞｼｯｸUB" pitchFamily="50" charset="-128"/>
              </a:rPr>
              <a:t> Consulting Incorporated </a:t>
            </a:r>
            <a:r>
              <a:rPr lang="ja-JP" altLang="en-US" sz="1138" b="1" dirty="0">
                <a:solidFill>
                  <a:schemeClr val="bg1"/>
                </a:solidFill>
                <a:latin typeface="Monotype Corsiva" pitchFamily="66" charset="0"/>
                <a:ea typeface="HGP創英角ｺﾞｼｯｸUB" pitchFamily="50" charset="-128"/>
              </a:rPr>
              <a:t>　　（</a:t>
            </a:r>
            <a:r>
              <a:rPr lang="en-US" altLang="ja-JP" sz="1138" b="1" dirty="0" err="1">
                <a:solidFill>
                  <a:schemeClr val="bg1"/>
                </a:solidFill>
                <a:latin typeface="Monotype Corsiva" pitchFamily="66" charset="0"/>
                <a:ea typeface="HGP創英角ｺﾞｼｯｸUB" pitchFamily="50" charset="-128"/>
              </a:rPr>
              <a:t>Funai</a:t>
            </a:r>
            <a:r>
              <a:rPr lang="en-US" altLang="ja-JP" sz="1138" b="1" dirty="0">
                <a:solidFill>
                  <a:schemeClr val="bg1"/>
                </a:solidFill>
                <a:latin typeface="Monotype Corsiva" pitchFamily="66" charset="0"/>
                <a:ea typeface="HGP創英角ｺﾞｼｯｸUB" pitchFamily="50" charset="-128"/>
              </a:rPr>
              <a:t> Consulting</a:t>
            </a:r>
            <a:r>
              <a:rPr lang="ja-JP" altLang="en-US" sz="1138" b="1" dirty="0">
                <a:solidFill>
                  <a:schemeClr val="bg1"/>
                </a:solidFill>
                <a:latin typeface="Monotype Corsiva" pitchFamily="66" charset="0"/>
                <a:ea typeface="HGP創英角ｺﾞｼｯｸUB" pitchFamily="50" charset="-128"/>
              </a:rPr>
              <a:t> </a:t>
            </a:r>
            <a:r>
              <a:rPr lang="en-US" altLang="ja-JP" sz="1138" b="1" dirty="0">
                <a:solidFill>
                  <a:schemeClr val="bg1"/>
                </a:solidFill>
                <a:latin typeface="Monotype Corsiva" pitchFamily="66" charset="0"/>
                <a:ea typeface="HGP創英角ｺﾞｼｯｸUB" pitchFamily="50" charset="-128"/>
              </a:rPr>
              <a:t>Inc.</a:t>
            </a:r>
            <a:r>
              <a:rPr lang="ja-JP" altLang="en-US" sz="1138" b="1" dirty="0">
                <a:solidFill>
                  <a:schemeClr val="bg1"/>
                </a:solidFill>
                <a:latin typeface="Monotype Corsiva" pitchFamily="66" charset="0"/>
                <a:ea typeface="HGP創英角ｺﾞｼｯｸUB" pitchFamily="50" charset="-128"/>
              </a:rPr>
              <a:t>）</a:t>
            </a:r>
            <a:endParaRPr lang="en-US" altLang="ja-JP" sz="1138" b="1" dirty="0">
              <a:solidFill>
                <a:schemeClr val="bg1"/>
              </a:solidFill>
              <a:latin typeface="Monotype Corsiva" pitchFamily="66" charset="0"/>
              <a:ea typeface="HGP創英角ｺﾞｼｯｸUB" pitchFamily="50" charset="-128"/>
            </a:endParaRPr>
          </a:p>
        </p:txBody>
      </p:sp>
      <p:sp>
        <p:nvSpPr>
          <p:cNvPr id="12" name="スライド番号プレースホルダー 11"/>
          <p:cNvSpPr>
            <a:spLocks noGrp="1"/>
          </p:cNvSpPr>
          <p:nvPr>
            <p:ph type="sldNum" sz="quarter" idx="12"/>
          </p:nvPr>
        </p:nvSpPr>
        <p:spPr>
          <a:xfrm>
            <a:off x="7677150" y="6551360"/>
            <a:ext cx="2228850" cy="365125"/>
          </a:xfrm>
        </p:spPr>
        <p:txBody>
          <a:bodyPr/>
          <a:lstStyle>
            <a:lvl1pPr>
              <a:defRPr sz="1300" b="1">
                <a:solidFill>
                  <a:schemeClr val="bg1"/>
                </a:solidFill>
              </a:defRPr>
            </a:lvl1pPr>
          </a:lstStyle>
          <a:p>
            <a:fld id="{85FC83C8-0BB2-4721-BA19-3C9CC69276E3}" type="slidenum">
              <a:rPr lang="ja-JP" altLang="en-US" smtClean="0"/>
              <a:pPr/>
              <a:t>‹#›</a:t>
            </a:fld>
            <a:endParaRPr lang="ja-JP" altLang="en-US"/>
          </a:p>
        </p:txBody>
      </p:sp>
      <p:sp>
        <p:nvSpPr>
          <p:cNvPr id="22" name="楕円 21"/>
          <p:cNvSpPr/>
          <p:nvPr userDrawn="1"/>
        </p:nvSpPr>
        <p:spPr>
          <a:xfrm>
            <a:off x="-2244328" y="-788766"/>
            <a:ext cx="14437221" cy="1759809"/>
          </a:xfrm>
          <a:prstGeom prst="ellipse">
            <a:avLst/>
          </a:prstGeom>
          <a:solidFill>
            <a:srgbClr val="8B945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24" name="タイトル 1"/>
          <p:cNvSpPr>
            <a:spLocks noGrp="1"/>
          </p:cNvSpPr>
          <p:nvPr>
            <p:ph type="title"/>
          </p:nvPr>
        </p:nvSpPr>
        <p:spPr>
          <a:xfrm>
            <a:off x="255770" y="245205"/>
            <a:ext cx="9378221" cy="605918"/>
          </a:xfrm>
        </p:spPr>
        <p:txBody>
          <a:bodyPr>
            <a:noAutofit/>
          </a:bodyPr>
          <a:lstStyle>
            <a:lvl1pPr algn="ctr">
              <a:defRPr sz="3900" b="1">
                <a:solidFill>
                  <a:schemeClr val="bg1"/>
                </a:solidFill>
              </a:defRPr>
            </a:lvl1pPr>
          </a:lstStyle>
          <a:p>
            <a:r>
              <a:rPr kumimoji="1" lang="ja-JP" altLang="en-US" dirty="0"/>
              <a:t>マスター タイトルの書式設定</a:t>
            </a:r>
          </a:p>
        </p:txBody>
      </p:sp>
      <p:sp>
        <p:nvSpPr>
          <p:cNvPr id="36" name="正方形/長方形 35"/>
          <p:cNvSpPr/>
          <p:nvPr userDrawn="1"/>
        </p:nvSpPr>
        <p:spPr>
          <a:xfrm>
            <a:off x="-2650779" y="-1508644"/>
            <a:ext cx="2642953" cy="3507698"/>
          </a:xfrm>
          <a:prstGeom prst="rect">
            <a:avLst/>
          </a:prstGeom>
          <a:solidFill>
            <a:srgbClr val="E6E6E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37" name="正方形/長方形 36"/>
          <p:cNvSpPr/>
          <p:nvPr userDrawn="1"/>
        </p:nvSpPr>
        <p:spPr>
          <a:xfrm>
            <a:off x="-200669" y="-3521490"/>
            <a:ext cx="11734663" cy="3507698"/>
          </a:xfrm>
          <a:prstGeom prst="rect">
            <a:avLst/>
          </a:prstGeom>
          <a:solidFill>
            <a:srgbClr val="E6E6E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38" name="正方形/長方形 37"/>
          <p:cNvSpPr/>
          <p:nvPr userDrawn="1"/>
        </p:nvSpPr>
        <p:spPr>
          <a:xfrm>
            <a:off x="9918180" y="-2387723"/>
            <a:ext cx="2642953" cy="3507698"/>
          </a:xfrm>
          <a:prstGeom prst="rect">
            <a:avLst/>
          </a:prstGeom>
          <a:solidFill>
            <a:srgbClr val="E6E6E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27" name="楕円 26"/>
          <p:cNvSpPr/>
          <p:nvPr userDrawn="1"/>
        </p:nvSpPr>
        <p:spPr>
          <a:xfrm>
            <a:off x="10081668" y="4975630"/>
            <a:ext cx="340519" cy="417363"/>
          </a:xfrm>
          <a:prstGeom prst="ellipse">
            <a:avLst/>
          </a:prstGeom>
          <a:solidFill>
            <a:srgbClr val="8B945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28" name="楕円 27"/>
          <p:cNvSpPr/>
          <p:nvPr userDrawn="1"/>
        </p:nvSpPr>
        <p:spPr>
          <a:xfrm>
            <a:off x="10081668" y="3641505"/>
            <a:ext cx="340519" cy="417363"/>
          </a:xfrm>
          <a:prstGeom prst="ellipse">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29" name="楕円 28"/>
          <p:cNvSpPr/>
          <p:nvPr userDrawn="1"/>
        </p:nvSpPr>
        <p:spPr>
          <a:xfrm>
            <a:off x="10081668" y="2307380"/>
            <a:ext cx="340519" cy="417363"/>
          </a:xfrm>
          <a:prstGeom prst="ellipse">
            <a:avLst/>
          </a:prstGeom>
          <a:solidFill>
            <a:schemeClr val="bg2">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30" name="楕円 29"/>
          <p:cNvSpPr/>
          <p:nvPr userDrawn="1"/>
        </p:nvSpPr>
        <p:spPr>
          <a:xfrm>
            <a:off x="10081668" y="973255"/>
            <a:ext cx="340519" cy="417363"/>
          </a:xfrm>
          <a:prstGeom prst="ellipse">
            <a:avLst/>
          </a:prstGeom>
          <a:solidFill>
            <a:schemeClr val="bg2">
              <a:lumMod val="2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31" name="四角形吹き出し 30"/>
          <p:cNvSpPr/>
          <p:nvPr userDrawn="1"/>
        </p:nvSpPr>
        <p:spPr>
          <a:xfrm>
            <a:off x="10657068" y="419727"/>
            <a:ext cx="1438387" cy="970890"/>
          </a:xfrm>
          <a:prstGeom prst="wedgeRectCallout">
            <a:avLst>
              <a:gd name="adj1" fmla="val -61477"/>
              <a:gd name="adj2" fmla="val 23901"/>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文字の色</a:t>
            </a:r>
          </a:p>
        </p:txBody>
      </p:sp>
      <p:sp>
        <p:nvSpPr>
          <p:cNvPr id="32" name="四角形吹き出し 31"/>
          <p:cNvSpPr/>
          <p:nvPr userDrawn="1"/>
        </p:nvSpPr>
        <p:spPr>
          <a:xfrm>
            <a:off x="10657068" y="1821934"/>
            <a:ext cx="1438387" cy="970890"/>
          </a:xfrm>
          <a:prstGeom prst="wedgeRectCallout">
            <a:avLst>
              <a:gd name="adj1" fmla="val -61477"/>
              <a:gd name="adj2" fmla="val 23901"/>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やじるしなどの図形の色</a:t>
            </a:r>
          </a:p>
        </p:txBody>
      </p:sp>
      <p:sp>
        <p:nvSpPr>
          <p:cNvPr id="33" name="四角形吹き出し 32"/>
          <p:cNvSpPr/>
          <p:nvPr userDrawn="1"/>
        </p:nvSpPr>
        <p:spPr>
          <a:xfrm>
            <a:off x="10657068" y="4490184"/>
            <a:ext cx="1438387" cy="970890"/>
          </a:xfrm>
          <a:prstGeom prst="wedgeRectCallout">
            <a:avLst>
              <a:gd name="adj1" fmla="val -61477"/>
              <a:gd name="adj2" fmla="val 23901"/>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ベースの色</a:t>
            </a:r>
          </a:p>
        </p:txBody>
      </p:sp>
      <p:sp>
        <p:nvSpPr>
          <p:cNvPr id="34" name="四角形吹き出し 33"/>
          <p:cNvSpPr/>
          <p:nvPr userDrawn="1"/>
        </p:nvSpPr>
        <p:spPr>
          <a:xfrm>
            <a:off x="10657068" y="3156059"/>
            <a:ext cx="1438387" cy="970890"/>
          </a:xfrm>
          <a:prstGeom prst="wedgeRectCallout">
            <a:avLst>
              <a:gd name="adj1" fmla="val -61477"/>
              <a:gd name="adj2" fmla="val 23901"/>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強調の色</a:t>
            </a:r>
          </a:p>
        </p:txBody>
      </p:sp>
      <p:sp>
        <p:nvSpPr>
          <p:cNvPr id="39" name="四角形吹き出し 38"/>
          <p:cNvSpPr/>
          <p:nvPr userDrawn="1"/>
        </p:nvSpPr>
        <p:spPr>
          <a:xfrm>
            <a:off x="-2959618" y="-919028"/>
            <a:ext cx="2448136" cy="1838056"/>
          </a:xfrm>
          <a:prstGeom prst="wedgeRectCallout">
            <a:avLst>
              <a:gd name="adj1" fmla="val 68120"/>
              <a:gd name="adj2" fmla="val 16336"/>
            </a:avLst>
          </a:prstGeom>
          <a:solidFill>
            <a:srgbClr val="07628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タイトル（目次と対応させてください。）</a:t>
            </a:r>
            <a:endParaRPr kumimoji="1" lang="en-US" altLang="ja-JP" sz="1463" dirty="0"/>
          </a:p>
          <a:p>
            <a:pPr algn="ctr"/>
            <a:r>
              <a:rPr kumimoji="1" lang="ja-JP" altLang="en-US" sz="1463" dirty="0"/>
              <a:t>フォント：メイリオ見出し</a:t>
            </a:r>
            <a:endParaRPr kumimoji="1" lang="en-US" altLang="ja-JP" sz="1463" dirty="0"/>
          </a:p>
          <a:p>
            <a:pPr algn="ctr"/>
            <a:r>
              <a:rPr lang="ja-JP" altLang="en-US" sz="1463" dirty="0"/>
              <a:t>サイズ：</a:t>
            </a:r>
            <a:r>
              <a:rPr lang="en-US" altLang="ja-JP" sz="1463" dirty="0"/>
              <a:t>48</a:t>
            </a:r>
          </a:p>
          <a:p>
            <a:pPr algn="ctr"/>
            <a:r>
              <a:rPr lang="ja-JP" altLang="en-US" sz="1463" dirty="0"/>
              <a:t>ボールド</a:t>
            </a:r>
            <a:endParaRPr lang="en-US" altLang="ja-JP" sz="1463" dirty="0"/>
          </a:p>
          <a:p>
            <a:pPr algn="ctr"/>
            <a:r>
              <a:rPr lang="ja-JP" altLang="en-US" sz="1463" dirty="0"/>
              <a:t>真ん中寄せ</a:t>
            </a:r>
            <a:endParaRPr kumimoji="1" lang="en-US" altLang="ja-JP" sz="1463" dirty="0"/>
          </a:p>
        </p:txBody>
      </p:sp>
      <p:sp>
        <p:nvSpPr>
          <p:cNvPr id="45" name="四角形吹き出し 44"/>
          <p:cNvSpPr/>
          <p:nvPr userDrawn="1"/>
        </p:nvSpPr>
        <p:spPr>
          <a:xfrm>
            <a:off x="-2933551" y="2899809"/>
            <a:ext cx="2448136" cy="1838056"/>
          </a:xfrm>
          <a:prstGeom prst="wedgeRectCallout">
            <a:avLst>
              <a:gd name="adj1" fmla="val 68120"/>
              <a:gd name="adj2" fmla="val 16336"/>
            </a:avLst>
          </a:prstGeom>
          <a:solidFill>
            <a:srgbClr val="07628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小見出し</a:t>
            </a:r>
            <a:endParaRPr kumimoji="1" lang="en-US" altLang="ja-JP" sz="1463" dirty="0"/>
          </a:p>
          <a:p>
            <a:pPr algn="ctr"/>
            <a:r>
              <a:rPr kumimoji="1" lang="ja-JP" altLang="en-US" sz="1463" dirty="0"/>
              <a:t>フォント：メイリオ本文</a:t>
            </a:r>
            <a:endParaRPr kumimoji="1" lang="en-US" altLang="ja-JP" sz="1463" dirty="0"/>
          </a:p>
          <a:p>
            <a:pPr algn="ctr"/>
            <a:r>
              <a:rPr lang="ja-JP" altLang="en-US" sz="1463" dirty="0"/>
              <a:t>サイズ：</a:t>
            </a:r>
            <a:r>
              <a:rPr lang="en-US" altLang="ja-JP" sz="1463" dirty="0"/>
              <a:t>32</a:t>
            </a:r>
          </a:p>
          <a:p>
            <a:pPr algn="ctr"/>
            <a:r>
              <a:rPr lang="ja-JP" altLang="en-US" sz="1463" dirty="0"/>
              <a:t>ボールド</a:t>
            </a:r>
            <a:endParaRPr lang="en-US" altLang="ja-JP" sz="1463" dirty="0"/>
          </a:p>
          <a:p>
            <a:pPr algn="ctr"/>
            <a:r>
              <a:rPr kumimoji="1" lang="ja-JP" altLang="en-US" sz="1463" dirty="0"/>
              <a:t>左寄せ</a:t>
            </a:r>
            <a:endParaRPr kumimoji="1" lang="en-US" altLang="ja-JP" sz="1463" dirty="0"/>
          </a:p>
        </p:txBody>
      </p:sp>
      <p:sp>
        <p:nvSpPr>
          <p:cNvPr id="46" name="四角形吹き出し 45"/>
          <p:cNvSpPr/>
          <p:nvPr userDrawn="1"/>
        </p:nvSpPr>
        <p:spPr>
          <a:xfrm>
            <a:off x="-2933551" y="4895865"/>
            <a:ext cx="2448136" cy="1838056"/>
          </a:xfrm>
          <a:prstGeom prst="wedgeRectCallout">
            <a:avLst>
              <a:gd name="adj1" fmla="val 68617"/>
              <a:gd name="adj2" fmla="val -24441"/>
            </a:avLst>
          </a:prstGeom>
          <a:solidFill>
            <a:srgbClr val="07628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本文</a:t>
            </a:r>
            <a:endParaRPr kumimoji="1" lang="en-US" altLang="ja-JP" sz="1463" dirty="0"/>
          </a:p>
          <a:p>
            <a:pPr algn="ctr"/>
            <a:r>
              <a:rPr kumimoji="1" lang="ja-JP" altLang="en-US" sz="1463" dirty="0"/>
              <a:t>フォント：メイリオ本文</a:t>
            </a:r>
            <a:endParaRPr kumimoji="1" lang="en-US" altLang="ja-JP" sz="1463" dirty="0"/>
          </a:p>
          <a:p>
            <a:pPr algn="ctr"/>
            <a:r>
              <a:rPr lang="ja-JP" altLang="en-US" sz="1463" dirty="0"/>
              <a:t>サイズ：</a:t>
            </a:r>
            <a:r>
              <a:rPr lang="en-US" altLang="ja-JP" sz="1463" dirty="0"/>
              <a:t>18</a:t>
            </a:r>
          </a:p>
          <a:p>
            <a:pPr algn="ctr"/>
            <a:r>
              <a:rPr kumimoji="1" lang="ja-JP" altLang="en-US" sz="1463" dirty="0"/>
              <a:t>左寄せ</a:t>
            </a:r>
            <a:endParaRPr kumimoji="1" lang="en-US" altLang="ja-JP" sz="1463" dirty="0"/>
          </a:p>
        </p:txBody>
      </p:sp>
      <p:sp>
        <p:nvSpPr>
          <p:cNvPr id="23" name="四角形吹き出し 22"/>
          <p:cNvSpPr/>
          <p:nvPr userDrawn="1"/>
        </p:nvSpPr>
        <p:spPr>
          <a:xfrm>
            <a:off x="10657068" y="5752795"/>
            <a:ext cx="1645113" cy="970890"/>
          </a:xfrm>
          <a:prstGeom prst="wedgeRectCallout">
            <a:avLst>
              <a:gd name="adj1" fmla="val -62408"/>
              <a:gd name="adj2" fmla="val 9477"/>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この赤ガイド線内に収まるように作成してください</a:t>
            </a:r>
          </a:p>
        </p:txBody>
      </p:sp>
    </p:spTree>
    <p:extLst>
      <p:ext uri="{BB962C8B-B14F-4D97-AF65-F5344CB8AC3E}">
        <p14:creationId xmlns:p14="http://schemas.microsoft.com/office/powerpoint/2010/main" val="1157441216"/>
      </p:ext>
    </p:extLst>
  </p:cSld>
  <p:clrMapOvr>
    <a:masterClrMapping/>
  </p:clrMapOvr>
  <p:hf hdr="0" ftr="0" dt="0"/>
  <p:extLst>
    <p:ext uri="{DCECCB84-F9BA-43D5-87BE-67443E8EF086}">
      <p15:sldGuideLst xmlns:p15="http://schemas.microsoft.com/office/powerpoint/2012/main">
        <p15:guide id="1" orient="horz" pos="2160">
          <p15:clr>
            <a:srgbClr val="000000"/>
          </p15:clr>
        </p15:guide>
        <p15:guide id="2" pos="3840">
          <p15:clr>
            <a:srgbClr val="000000"/>
          </p15:clr>
        </p15:guide>
      </p15:sldGuideLst>
    </p:ext>
  </p:extLst>
</p:sldLayout>
</file>

<file path=ppt/slideLayouts/slideLayout26.xml><?xml version="1.0" encoding="utf-8"?>
<p:sldLayout xmlns:a="http://schemas.openxmlformats.org/drawingml/2006/main" xmlns:r="http://schemas.openxmlformats.org/officeDocument/2006/relationships" xmlns:p="http://schemas.openxmlformats.org/presentationml/2006/main" userDrawn="1">
  <p:cSld name="14_タイトルとコンテンツ">
    <p:spTree>
      <p:nvGrpSpPr>
        <p:cNvPr id="1" name=""/>
        <p:cNvGrpSpPr/>
        <p:nvPr/>
      </p:nvGrpSpPr>
      <p:grpSpPr>
        <a:xfrm>
          <a:off x="0" y="0"/>
          <a:ext cx="0" cy="0"/>
          <a:chOff x="0" y="0"/>
          <a:chExt cx="0" cy="0"/>
        </a:xfrm>
      </p:grpSpPr>
      <p:graphicFrame>
        <p:nvGraphicFramePr>
          <p:cNvPr id="26" name="表 25"/>
          <p:cNvGraphicFramePr>
            <a:graphicFrameLocks noGrp="1"/>
          </p:cNvGraphicFramePr>
          <p:nvPr userDrawn="1"/>
        </p:nvGraphicFramePr>
        <p:xfrm>
          <a:off x="0" y="727606"/>
          <a:ext cx="438463" cy="5882490"/>
        </p:xfrm>
        <a:graphic>
          <a:graphicData uri="http://schemas.openxmlformats.org/drawingml/2006/table">
            <a:tbl>
              <a:tblPr firstRow="1" bandRow="1">
                <a:tableStyleId>{5C22544A-7EE6-4342-B048-85BDC9FD1C3A}</a:tableStyleId>
              </a:tblPr>
              <a:tblGrid>
                <a:gridCol w="438463">
                  <a:extLst>
                    <a:ext uri="{9D8B030D-6E8A-4147-A177-3AD203B41FA5}">
                      <a16:colId xmlns:a16="http://schemas.microsoft.com/office/drawing/2014/main" val="2456847792"/>
                    </a:ext>
                  </a:extLst>
                </a:gridCol>
              </a:tblGrid>
              <a:tr h="980415">
                <a:tc>
                  <a:txBody>
                    <a:bodyPr/>
                    <a:lstStyle/>
                    <a:p>
                      <a:pPr algn="ctr"/>
                      <a:r>
                        <a:rPr kumimoji="1" lang="ja-JP" altLang="en-US" sz="1100" b="1" dirty="0">
                          <a:solidFill>
                            <a:schemeClr val="bg1"/>
                          </a:solidFill>
                        </a:rPr>
                        <a:t>①タイトル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1512206185"/>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②タイトル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2631667891"/>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③タイトル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627911894"/>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④タイトル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2091809632"/>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⑤タイトル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1750606519"/>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⑥タイトル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149417652"/>
                  </a:ext>
                </a:extLst>
              </a:tr>
            </a:tbl>
          </a:graphicData>
        </a:graphic>
      </p:graphicFrame>
      <p:sp>
        <p:nvSpPr>
          <p:cNvPr id="35" name="正方形/長方形 34"/>
          <p:cNvSpPr/>
          <p:nvPr userDrawn="1"/>
        </p:nvSpPr>
        <p:spPr>
          <a:xfrm>
            <a:off x="85255" y="1119975"/>
            <a:ext cx="267950" cy="5341188"/>
          </a:xfrm>
          <a:prstGeom prst="rect">
            <a:avLst/>
          </a:prstGeom>
          <a:solidFill>
            <a:srgbClr val="FF00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vert="eaVert" rtlCol="0" anchor="ctr"/>
          <a:lstStyle/>
          <a:p>
            <a:pPr algn="ctr"/>
            <a:r>
              <a:rPr kumimoji="1" lang="ja-JP" altLang="en-US" sz="1463" dirty="0"/>
              <a:t>こちらで変更します。</a:t>
            </a:r>
          </a:p>
        </p:txBody>
      </p:sp>
      <p:sp>
        <p:nvSpPr>
          <p:cNvPr id="8" name="正方形/長方形 7"/>
          <p:cNvSpPr/>
          <p:nvPr userDrawn="1"/>
        </p:nvSpPr>
        <p:spPr>
          <a:xfrm>
            <a:off x="0" y="6610097"/>
            <a:ext cx="9906000" cy="24765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7" name="Text Box 31"/>
          <p:cNvSpPr txBox="1">
            <a:spLocks noChangeArrowheads="1"/>
          </p:cNvSpPr>
          <p:nvPr userDrawn="1"/>
        </p:nvSpPr>
        <p:spPr bwMode="auto">
          <a:xfrm>
            <a:off x="42215" y="6580034"/>
            <a:ext cx="4206531" cy="267446"/>
          </a:xfrm>
          <a:prstGeom prst="rect">
            <a:avLst/>
          </a:prstGeom>
          <a:noFill/>
          <a:ln w="9525">
            <a:noFill/>
            <a:miter lim="800000"/>
            <a:headEnd/>
            <a:tailEnd/>
          </a:ln>
          <a:effectLst/>
        </p:spPr>
        <p:txBody>
          <a:bodyPr wrap="square">
            <a:spAutoFit/>
          </a:bodyPr>
          <a:lstStyle/>
          <a:p>
            <a:pPr>
              <a:defRPr/>
            </a:pPr>
            <a:r>
              <a:rPr lang="en-US" altLang="ja-JP" sz="1138" b="1" dirty="0" err="1">
                <a:solidFill>
                  <a:schemeClr val="bg1"/>
                </a:solidFill>
                <a:latin typeface="Monotype Corsiva" pitchFamily="66" charset="0"/>
                <a:ea typeface="HGP創英角ｺﾞｼｯｸUB" pitchFamily="50" charset="-128"/>
              </a:rPr>
              <a:t>Copyright©Funai</a:t>
            </a:r>
            <a:r>
              <a:rPr lang="en-US" altLang="ja-JP" sz="1138" b="1" dirty="0">
                <a:solidFill>
                  <a:schemeClr val="bg1"/>
                </a:solidFill>
                <a:latin typeface="Monotype Corsiva" pitchFamily="66" charset="0"/>
                <a:ea typeface="HGP創英角ｺﾞｼｯｸUB" pitchFamily="50" charset="-128"/>
              </a:rPr>
              <a:t> Consulting Incorporated </a:t>
            </a:r>
            <a:r>
              <a:rPr lang="ja-JP" altLang="en-US" sz="1138" b="1" dirty="0">
                <a:solidFill>
                  <a:schemeClr val="bg1"/>
                </a:solidFill>
                <a:latin typeface="Monotype Corsiva" pitchFamily="66" charset="0"/>
                <a:ea typeface="HGP創英角ｺﾞｼｯｸUB" pitchFamily="50" charset="-128"/>
              </a:rPr>
              <a:t>　　（</a:t>
            </a:r>
            <a:r>
              <a:rPr lang="en-US" altLang="ja-JP" sz="1138" b="1" dirty="0" err="1">
                <a:solidFill>
                  <a:schemeClr val="bg1"/>
                </a:solidFill>
                <a:latin typeface="Monotype Corsiva" pitchFamily="66" charset="0"/>
                <a:ea typeface="HGP創英角ｺﾞｼｯｸUB" pitchFamily="50" charset="-128"/>
              </a:rPr>
              <a:t>Funai</a:t>
            </a:r>
            <a:r>
              <a:rPr lang="en-US" altLang="ja-JP" sz="1138" b="1" dirty="0">
                <a:solidFill>
                  <a:schemeClr val="bg1"/>
                </a:solidFill>
                <a:latin typeface="Monotype Corsiva" pitchFamily="66" charset="0"/>
                <a:ea typeface="HGP創英角ｺﾞｼｯｸUB" pitchFamily="50" charset="-128"/>
              </a:rPr>
              <a:t> Consulting</a:t>
            </a:r>
            <a:r>
              <a:rPr lang="ja-JP" altLang="en-US" sz="1138" b="1" dirty="0">
                <a:solidFill>
                  <a:schemeClr val="bg1"/>
                </a:solidFill>
                <a:latin typeface="Monotype Corsiva" pitchFamily="66" charset="0"/>
                <a:ea typeface="HGP創英角ｺﾞｼｯｸUB" pitchFamily="50" charset="-128"/>
              </a:rPr>
              <a:t> </a:t>
            </a:r>
            <a:r>
              <a:rPr lang="en-US" altLang="ja-JP" sz="1138" b="1" dirty="0">
                <a:solidFill>
                  <a:schemeClr val="bg1"/>
                </a:solidFill>
                <a:latin typeface="Monotype Corsiva" pitchFamily="66" charset="0"/>
                <a:ea typeface="HGP創英角ｺﾞｼｯｸUB" pitchFamily="50" charset="-128"/>
              </a:rPr>
              <a:t>Inc.</a:t>
            </a:r>
            <a:r>
              <a:rPr lang="ja-JP" altLang="en-US" sz="1138" b="1" dirty="0">
                <a:solidFill>
                  <a:schemeClr val="bg1"/>
                </a:solidFill>
                <a:latin typeface="Monotype Corsiva" pitchFamily="66" charset="0"/>
                <a:ea typeface="HGP創英角ｺﾞｼｯｸUB" pitchFamily="50" charset="-128"/>
              </a:rPr>
              <a:t>）</a:t>
            </a:r>
            <a:endParaRPr lang="en-US" altLang="ja-JP" sz="1138" b="1" dirty="0">
              <a:solidFill>
                <a:schemeClr val="bg1"/>
              </a:solidFill>
              <a:latin typeface="Monotype Corsiva" pitchFamily="66" charset="0"/>
              <a:ea typeface="HGP創英角ｺﾞｼｯｸUB" pitchFamily="50" charset="-128"/>
            </a:endParaRPr>
          </a:p>
        </p:txBody>
      </p:sp>
      <p:sp>
        <p:nvSpPr>
          <p:cNvPr id="12" name="スライド番号プレースホルダー 11"/>
          <p:cNvSpPr>
            <a:spLocks noGrp="1"/>
          </p:cNvSpPr>
          <p:nvPr>
            <p:ph type="sldNum" sz="quarter" idx="12"/>
          </p:nvPr>
        </p:nvSpPr>
        <p:spPr>
          <a:xfrm>
            <a:off x="7677150" y="6551360"/>
            <a:ext cx="2228850" cy="365125"/>
          </a:xfrm>
        </p:spPr>
        <p:txBody>
          <a:bodyPr/>
          <a:lstStyle>
            <a:lvl1pPr>
              <a:defRPr sz="1300" b="1">
                <a:solidFill>
                  <a:schemeClr val="bg1"/>
                </a:solidFill>
              </a:defRPr>
            </a:lvl1pPr>
          </a:lstStyle>
          <a:p>
            <a:fld id="{85FC83C8-0BB2-4721-BA19-3C9CC69276E3}" type="slidenum">
              <a:rPr lang="ja-JP" altLang="en-US" smtClean="0"/>
              <a:pPr/>
              <a:t>‹#›</a:t>
            </a:fld>
            <a:endParaRPr lang="ja-JP" altLang="en-US"/>
          </a:p>
        </p:txBody>
      </p:sp>
      <p:sp>
        <p:nvSpPr>
          <p:cNvPr id="22" name="楕円 21"/>
          <p:cNvSpPr/>
          <p:nvPr userDrawn="1"/>
        </p:nvSpPr>
        <p:spPr>
          <a:xfrm>
            <a:off x="-2244328" y="-788766"/>
            <a:ext cx="14437221" cy="1759809"/>
          </a:xfrm>
          <a:prstGeom prst="ellipse">
            <a:avLst/>
          </a:prstGeom>
          <a:solidFill>
            <a:srgbClr val="8B945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24" name="タイトル 1"/>
          <p:cNvSpPr>
            <a:spLocks noGrp="1"/>
          </p:cNvSpPr>
          <p:nvPr>
            <p:ph type="title"/>
          </p:nvPr>
        </p:nvSpPr>
        <p:spPr>
          <a:xfrm>
            <a:off x="255770" y="245205"/>
            <a:ext cx="9378221" cy="605918"/>
          </a:xfrm>
        </p:spPr>
        <p:txBody>
          <a:bodyPr>
            <a:noAutofit/>
          </a:bodyPr>
          <a:lstStyle>
            <a:lvl1pPr algn="ctr">
              <a:defRPr sz="3900" b="1">
                <a:solidFill>
                  <a:schemeClr val="bg1"/>
                </a:solidFill>
              </a:defRPr>
            </a:lvl1pPr>
          </a:lstStyle>
          <a:p>
            <a:r>
              <a:rPr kumimoji="1" lang="ja-JP" altLang="en-US" dirty="0"/>
              <a:t>マスター タイトルの書式設定</a:t>
            </a:r>
          </a:p>
        </p:txBody>
      </p:sp>
      <p:sp>
        <p:nvSpPr>
          <p:cNvPr id="36" name="正方形/長方形 35"/>
          <p:cNvSpPr/>
          <p:nvPr userDrawn="1"/>
        </p:nvSpPr>
        <p:spPr>
          <a:xfrm>
            <a:off x="-2650779" y="-1508644"/>
            <a:ext cx="2642953" cy="3507698"/>
          </a:xfrm>
          <a:prstGeom prst="rect">
            <a:avLst/>
          </a:prstGeom>
          <a:solidFill>
            <a:srgbClr val="E6E6E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37" name="正方形/長方形 36"/>
          <p:cNvSpPr/>
          <p:nvPr userDrawn="1"/>
        </p:nvSpPr>
        <p:spPr>
          <a:xfrm>
            <a:off x="-200669" y="-3521490"/>
            <a:ext cx="11734663" cy="3507698"/>
          </a:xfrm>
          <a:prstGeom prst="rect">
            <a:avLst/>
          </a:prstGeom>
          <a:solidFill>
            <a:srgbClr val="E6E6E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38" name="正方形/長方形 37"/>
          <p:cNvSpPr/>
          <p:nvPr userDrawn="1"/>
        </p:nvSpPr>
        <p:spPr>
          <a:xfrm>
            <a:off x="9918180" y="-2387723"/>
            <a:ext cx="2642953" cy="3507698"/>
          </a:xfrm>
          <a:prstGeom prst="rect">
            <a:avLst/>
          </a:prstGeom>
          <a:solidFill>
            <a:srgbClr val="E6E6E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27" name="楕円 26"/>
          <p:cNvSpPr/>
          <p:nvPr userDrawn="1"/>
        </p:nvSpPr>
        <p:spPr>
          <a:xfrm>
            <a:off x="10081668" y="4975630"/>
            <a:ext cx="340519" cy="417363"/>
          </a:xfrm>
          <a:prstGeom prst="ellipse">
            <a:avLst/>
          </a:prstGeom>
          <a:solidFill>
            <a:srgbClr val="8B945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28" name="楕円 27"/>
          <p:cNvSpPr/>
          <p:nvPr userDrawn="1"/>
        </p:nvSpPr>
        <p:spPr>
          <a:xfrm>
            <a:off x="10081668" y="3641505"/>
            <a:ext cx="340519" cy="417363"/>
          </a:xfrm>
          <a:prstGeom prst="ellipse">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29" name="楕円 28"/>
          <p:cNvSpPr/>
          <p:nvPr userDrawn="1"/>
        </p:nvSpPr>
        <p:spPr>
          <a:xfrm>
            <a:off x="10081668" y="2307380"/>
            <a:ext cx="340519" cy="417363"/>
          </a:xfrm>
          <a:prstGeom prst="ellipse">
            <a:avLst/>
          </a:prstGeom>
          <a:solidFill>
            <a:schemeClr val="bg2">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30" name="楕円 29"/>
          <p:cNvSpPr/>
          <p:nvPr userDrawn="1"/>
        </p:nvSpPr>
        <p:spPr>
          <a:xfrm>
            <a:off x="10081668" y="973255"/>
            <a:ext cx="340519" cy="417363"/>
          </a:xfrm>
          <a:prstGeom prst="ellipse">
            <a:avLst/>
          </a:prstGeom>
          <a:solidFill>
            <a:schemeClr val="bg2">
              <a:lumMod val="2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31" name="四角形吹き出し 30"/>
          <p:cNvSpPr/>
          <p:nvPr userDrawn="1"/>
        </p:nvSpPr>
        <p:spPr>
          <a:xfrm>
            <a:off x="10657068" y="419727"/>
            <a:ext cx="1438387" cy="970890"/>
          </a:xfrm>
          <a:prstGeom prst="wedgeRectCallout">
            <a:avLst>
              <a:gd name="adj1" fmla="val -61477"/>
              <a:gd name="adj2" fmla="val 23901"/>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文字の色</a:t>
            </a:r>
          </a:p>
        </p:txBody>
      </p:sp>
      <p:sp>
        <p:nvSpPr>
          <p:cNvPr id="32" name="四角形吹き出し 31"/>
          <p:cNvSpPr/>
          <p:nvPr userDrawn="1"/>
        </p:nvSpPr>
        <p:spPr>
          <a:xfrm>
            <a:off x="10657068" y="1821934"/>
            <a:ext cx="1438387" cy="970890"/>
          </a:xfrm>
          <a:prstGeom prst="wedgeRectCallout">
            <a:avLst>
              <a:gd name="adj1" fmla="val -61477"/>
              <a:gd name="adj2" fmla="val 23901"/>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やじるしなどの図形の色</a:t>
            </a:r>
          </a:p>
        </p:txBody>
      </p:sp>
      <p:sp>
        <p:nvSpPr>
          <p:cNvPr id="33" name="四角形吹き出し 32"/>
          <p:cNvSpPr/>
          <p:nvPr userDrawn="1"/>
        </p:nvSpPr>
        <p:spPr>
          <a:xfrm>
            <a:off x="10657068" y="4490184"/>
            <a:ext cx="1438387" cy="970890"/>
          </a:xfrm>
          <a:prstGeom prst="wedgeRectCallout">
            <a:avLst>
              <a:gd name="adj1" fmla="val -61477"/>
              <a:gd name="adj2" fmla="val 23901"/>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ベースの色</a:t>
            </a:r>
          </a:p>
        </p:txBody>
      </p:sp>
      <p:sp>
        <p:nvSpPr>
          <p:cNvPr id="34" name="四角形吹き出し 33"/>
          <p:cNvSpPr/>
          <p:nvPr userDrawn="1"/>
        </p:nvSpPr>
        <p:spPr>
          <a:xfrm>
            <a:off x="10657068" y="3156059"/>
            <a:ext cx="1438387" cy="970890"/>
          </a:xfrm>
          <a:prstGeom prst="wedgeRectCallout">
            <a:avLst>
              <a:gd name="adj1" fmla="val -61477"/>
              <a:gd name="adj2" fmla="val 23901"/>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強調の色</a:t>
            </a:r>
          </a:p>
        </p:txBody>
      </p:sp>
      <p:sp>
        <p:nvSpPr>
          <p:cNvPr id="39" name="四角形吹き出し 38"/>
          <p:cNvSpPr/>
          <p:nvPr userDrawn="1"/>
        </p:nvSpPr>
        <p:spPr>
          <a:xfrm>
            <a:off x="-2959618" y="-919028"/>
            <a:ext cx="2448136" cy="1838056"/>
          </a:xfrm>
          <a:prstGeom prst="wedgeRectCallout">
            <a:avLst>
              <a:gd name="adj1" fmla="val 68120"/>
              <a:gd name="adj2" fmla="val 16336"/>
            </a:avLst>
          </a:prstGeom>
          <a:solidFill>
            <a:srgbClr val="07628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タイトル（目次と対応させてください。）</a:t>
            </a:r>
            <a:endParaRPr kumimoji="1" lang="en-US" altLang="ja-JP" sz="1463" dirty="0"/>
          </a:p>
          <a:p>
            <a:pPr algn="ctr"/>
            <a:r>
              <a:rPr kumimoji="1" lang="ja-JP" altLang="en-US" sz="1463" dirty="0"/>
              <a:t>フォント：メイリオ見出し</a:t>
            </a:r>
            <a:endParaRPr kumimoji="1" lang="en-US" altLang="ja-JP" sz="1463" dirty="0"/>
          </a:p>
          <a:p>
            <a:pPr algn="ctr"/>
            <a:r>
              <a:rPr lang="ja-JP" altLang="en-US" sz="1463" dirty="0"/>
              <a:t>サイズ：</a:t>
            </a:r>
            <a:r>
              <a:rPr lang="en-US" altLang="ja-JP" sz="1463" dirty="0"/>
              <a:t>48</a:t>
            </a:r>
          </a:p>
          <a:p>
            <a:pPr algn="ctr"/>
            <a:r>
              <a:rPr lang="ja-JP" altLang="en-US" sz="1463" dirty="0"/>
              <a:t>ボールド</a:t>
            </a:r>
            <a:endParaRPr lang="en-US" altLang="ja-JP" sz="1463" dirty="0"/>
          </a:p>
          <a:p>
            <a:pPr algn="ctr"/>
            <a:r>
              <a:rPr lang="ja-JP" altLang="en-US" sz="1463" dirty="0"/>
              <a:t>真ん中寄せ</a:t>
            </a:r>
            <a:endParaRPr kumimoji="1" lang="en-US" altLang="ja-JP" sz="1463" dirty="0"/>
          </a:p>
        </p:txBody>
      </p:sp>
      <p:sp>
        <p:nvSpPr>
          <p:cNvPr id="45" name="四角形吹き出し 44"/>
          <p:cNvSpPr/>
          <p:nvPr userDrawn="1"/>
        </p:nvSpPr>
        <p:spPr>
          <a:xfrm>
            <a:off x="-2933551" y="2899809"/>
            <a:ext cx="2448136" cy="1838056"/>
          </a:xfrm>
          <a:prstGeom prst="wedgeRectCallout">
            <a:avLst>
              <a:gd name="adj1" fmla="val 68120"/>
              <a:gd name="adj2" fmla="val 16336"/>
            </a:avLst>
          </a:prstGeom>
          <a:solidFill>
            <a:srgbClr val="07628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小見出し</a:t>
            </a:r>
            <a:endParaRPr kumimoji="1" lang="en-US" altLang="ja-JP" sz="1463" dirty="0"/>
          </a:p>
          <a:p>
            <a:pPr algn="ctr"/>
            <a:r>
              <a:rPr kumimoji="1" lang="ja-JP" altLang="en-US" sz="1463" dirty="0"/>
              <a:t>フォント：メイリオ本文</a:t>
            </a:r>
            <a:endParaRPr kumimoji="1" lang="en-US" altLang="ja-JP" sz="1463" dirty="0"/>
          </a:p>
          <a:p>
            <a:pPr algn="ctr"/>
            <a:r>
              <a:rPr lang="ja-JP" altLang="en-US" sz="1463" dirty="0"/>
              <a:t>サイズ：</a:t>
            </a:r>
            <a:r>
              <a:rPr lang="en-US" altLang="ja-JP" sz="1463" dirty="0"/>
              <a:t>32</a:t>
            </a:r>
          </a:p>
          <a:p>
            <a:pPr algn="ctr"/>
            <a:r>
              <a:rPr lang="ja-JP" altLang="en-US" sz="1463" dirty="0"/>
              <a:t>ボールド</a:t>
            </a:r>
            <a:endParaRPr lang="en-US" altLang="ja-JP" sz="1463" dirty="0"/>
          </a:p>
          <a:p>
            <a:pPr algn="ctr"/>
            <a:r>
              <a:rPr kumimoji="1" lang="ja-JP" altLang="en-US" sz="1463" dirty="0"/>
              <a:t>左寄せ</a:t>
            </a:r>
            <a:endParaRPr kumimoji="1" lang="en-US" altLang="ja-JP" sz="1463" dirty="0"/>
          </a:p>
        </p:txBody>
      </p:sp>
      <p:sp>
        <p:nvSpPr>
          <p:cNvPr id="46" name="四角形吹き出し 45"/>
          <p:cNvSpPr/>
          <p:nvPr userDrawn="1"/>
        </p:nvSpPr>
        <p:spPr>
          <a:xfrm>
            <a:off x="-2933551" y="4895865"/>
            <a:ext cx="2448136" cy="1838056"/>
          </a:xfrm>
          <a:prstGeom prst="wedgeRectCallout">
            <a:avLst>
              <a:gd name="adj1" fmla="val 68617"/>
              <a:gd name="adj2" fmla="val -24441"/>
            </a:avLst>
          </a:prstGeom>
          <a:solidFill>
            <a:srgbClr val="07628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本文</a:t>
            </a:r>
            <a:endParaRPr kumimoji="1" lang="en-US" altLang="ja-JP" sz="1463" dirty="0"/>
          </a:p>
          <a:p>
            <a:pPr algn="ctr"/>
            <a:r>
              <a:rPr kumimoji="1" lang="ja-JP" altLang="en-US" sz="1463" dirty="0"/>
              <a:t>フォント：メイリオ本文</a:t>
            </a:r>
            <a:endParaRPr kumimoji="1" lang="en-US" altLang="ja-JP" sz="1463" dirty="0"/>
          </a:p>
          <a:p>
            <a:pPr algn="ctr"/>
            <a:r>
              <a:rPr lang="ja-JP" altLang="en-US" sz="1463" dirty="0"/>
              <a:t>サイズ：</a:t>
            </a:r>
            <a:r>
              <a:rPr lang="en-US" altLang="ja-JP" sz="1463" dirty="0"/>
              <a:t>18</a:t>
            </a:r>
          </a:p>
          <a:p>
            <a:pPr algn="ctr"/>
            <a:r>
              <a:rPr kumimoji="1" lang="ja-JP" altLang="en-US" sz="1463" dirty="0"/>
              <a:t>左寄せ</a:t>
            </a:r>
            <a:endParaRPr kumimoji="1" lang="en-US" altLang="ja-JP" sz="1463" dirty="0"/>
          </a:p>
        </p:txBody>
      </p:sp>
      <p:sp>
        <p:nvSpPr>
          <p:cNvPr id="23" name="四角形吹き出し 22"/>
          <p:cNvSpPr/>
          <p:nvPr userDrawn="1"/>
        </p:nvSpPr>
        <p:spPr>
          <a:xfrm>
            <a:off x="10657068" y="5752795"/>
            <a:ext cx="1645113" cy="970890"/>
          </a:xfrm>
          <a:prstGeom prst="wedgeRectCallout">
            <a:avLst>
              <a:gd name="adj1" fmla="val -62408"/>
              <a:gd name="adj2" fmla="val 9477"/>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この赤ガイド線内に収まるように作成してください</a:t>
            </a:r>
          </a:p>
        </p:txBody>
      </p:sp>
    </p:spTree>
    <p:extLst>
      <p:ext uri="{BB962C8B-B14F-4D97-AF65-F5344CB8AC3E}">
        <p14:creationId xmlns:p14="http://schemas.microsoft.com/office/powerpoint/2010/main" val="3421679331"/>
      </p:ext>
    </p:extLst>
  </p:cSld>
  <p:clrMapOvr>
    <a:masterClrMapping/>
  </p:clrMapOvr>
  <p:hf hdr="0" ftr="0" dt="0"/>
  <p:extLst>
    <p:ext uri="{DCECCB84-F9BA-43D5-87BE-67443E8EF086}">
      <p15:sldGuideLst xmlns:p15="http://schemas.microsoft.com/office/powerpoint/2012/main">
        <p15:guide id="1" orient="horz" pos="2160">
          <p15:clr>
            <a:srgbClr val="000000"/>
          </p15:clr>
        </p15:guide>
        <p15:guide id="2" pos="3840">
          <p15:clr>
            <a:srgbClr val="000000"/>
          </p15:clr>
        </p15:guide>
      </p15:sldGuideLst>
    </p:ext>
  </p:extLst>
</p:sldLayout>
</file>

<file path=ppt/slideLayouts/slideLayout27.xml><?xml version="1.0" encoding="utf-8"?>
<p:sldLayout xmlns:a="http://schemas.openxmlformats.org/drawingml/2006/main" xmlns:r="http://schemas.openxmlformats.org/officeDocument/2006/relationships" xmlns:p="http://schemas.openxmlformats.org/presentationml/2006/main" userDrawn="1">
  <p:cSld name="15_タイトルとコンテンツ">
    <p:spTree>
      <p:nvGrpSpPr>
        <p:cNvPr id="1" name=""/>
        <p:cNvGrpSpPr/>
        <p:nvPr/>
      </p:nvGrpSpPr>
      <p:grpSpPr>
        <a:xfrm>
          <a:off x="0" y="0"/>
          <a:ext cx="0" cy="0"/>
          <a:chOff x="0" y="0"/>
          <a:chExt cx="0" cy="0"/>
        </a:xfrm>
      </p:grpSpPr>
      <p:graphicFrame>
        <p:nvGraphicFramePr>
          <p:cNvPr id="26" name="表 25"/>
          <p:cNvGraphicFramePr>
            <a:graphicFrameLocks noGrp="1"/>
          </p:cNvGraphicFramePr>
          <p:nvPr userDrawn="1"/>
        </p:nvGraphicFramePr>
        <p:xfrm>
          <a:off x="0" y="727606"/>
          <a:ext cx="438463" cy="5882490"/>
        </p:xfrm>
        <a:graphic>
          <a:graphicData uri="http://schemas.openxmlformats.org/drawingml/2006/table">
            <a:tbl>
              <a:tblPr firstRow="1" bandRow="1">
                <a:tableStyleId>{5C22544A-7EE6-4342-B048-85BDC9FD1C3A}</a:tableStyleId>
              </a:tblPr>
              <a:tblGrid>
                <a:gridCol w="438463">
                  <a:extLst>
                    <a:ext uri="{9D8B030D-6E8A-4147-A177-3AD203B41FA5}">
                      <a16:colId xmlns:a16="http://schemas.microsoft.com/office/drawing/2014/main" val="2456847792"/>
                    </a:ext>
                  </a:extLst>
                </a:gridCol>
              </a:tblGrid>
              <a:tr h="980415">
                <a:tc>
                  <a:txBody>
                    <a:bodyPr/>
                    <a:lstStyle/>
                    <a:p>
                      <a:pPr algn="ctr"/>
                      <a:r>
                        <a:rPr kumimoji="1" lang="ja-JP" altLang="en-US" sz="1100" b="1" dirty="0">
                          <a:solidFill>
                            <a:schemeClr val="bg1"/>
                          </a:solidFill>
                        </a:rPr>
                        <a:t>①タイトル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1512206185"/>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②タイトル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2631667891"/>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③タイトル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627911894"/>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④タイトル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2091809632"/>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⑤タイトル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1750606519"/>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⑥タイトル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149417652"/>
                  </a:ext>
                </a:extLst>
              </a:tr>
            </a:tbl>
          </a:graphicData>
        </a:graphic>
      </p:graphicFrame>
      <p:sp>
        <p:nvSpPr>
          <p:cNvPr id="35" name="正方形/長方形 34"/>
          <p:cNvSpPr/>
          <p:nvPr userDrawn="1"/>
        </p:nvSpPr>
        <p:spPr>
          <a:xfrm>
            <a:off x="85255" y="1119975"/>
            <a:ext cx="267950" cy="5341188"/>
          </a:xfrm>
          <a:prstGeom prst="rect">
            <a:avLst/>
          </a:prstGeom>
          <a:solidFill>
            <a:srgbClr val="FF00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vert="eaVert" rtlCol="0" anchor="ctr"/>
          <a:lstStyle/>
          <a:p>
            <a:pPr algn="ctr"/>
            <a:r>
              <a:rPr kumimoji="1" lang="ja-JP" altLang="en-US" sz="1463" dirty="0"/>
              <a:t>こちらで変更します。</a:t>
            </a:r>
          </a:p>
        </p:txBody>
      </p:sp>
      <p:sp>
        <p:nvSpPr>
          <p:cNvPr id="8" name="正方形/長方形 7"/>
          <p:cNvSpPr/>
          <p:nvPr userDrawn="1"/>
        </p:nvSpPr>
        <p:spPr>
          <a:xfrm>
            <a:off x="0" y="6610097"/>
            <a:ext cx="9906000" cy="24765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7" name="Text Box 31"/>
          <p:cNvSpPr txBox="1">
            <a:spLocks noChangeArrowheads="1"/>
          </p:cNvSpPr>
          <p:nvPr userDrawn="1"/>
        </p:nvSpPr>
        <p:spPr bwMode="auto">
          <a:xfrm>
            <a:off x="42215" y="6580034"/>
            <a:ext cx="4206531" cy="267446"/>
          </a:xfrm>
          <a:prstGeom prst="rect">
            <a:avLst/>
          </a:prstGeom>
          <a:noFill/>
          <a:ln w="9525">
            <a:noFill/>
            <a:miter lim="800000"/>
            <a:headEnd/>
            <a:tailEnd/>
          </a:ln>
          <a:effectLst/>
        </p:spPr>
        <p:txBody>
          <a:bodyPr wrap="square">
            <a:spAutoFit/>
          </a:bodyPr>
          <a:lstStyle/>
          <a:p>
            <a:pPr>
              <a:defRPr/>
            </a:pPr>
            <a:r>
              <a:rPr lang="en-US" altLang="ja-JP" sz="1138" b="1" dirty="0" err="1">
                <a:solidFill>
                  <a:schemeClr val="bg1"/>
                </a:solidFill>
                <a:latin typeface="Monotype Corsiva" pitchFamily="66" charset="0"/>
                <a:ea typeface="HGP創英角ｺﾞｼｯｸUB" pitchFamily="50" charset="-128"/>
              </a:rPr>
              <a:t>Copyright©Funai</a:t>
            </a:r>
            <a:r>
              <a:rPr lang="en-US" altLang="ja-JP" sz="1138" b="1" dirty="0">
                <a:solidFill>
                  <a:schemeClr val="bg1"/>
                </a:solidFill>
                <a:latin typeface="Monotype Corsiva" pitchFamily="66" charset="0"/>
                <a:ea typeface="HGP創英角ｺﾞｼｯｸUB" pitchFamily="50" charset="-128"/>
              </a:rPr>
              <a:t> Consulting Incorporated </a:t>
            </a:r>
            <a:r>
              <a:rPr lang="ja-JP" altLang="en-US" sz="1138" b="1" dirty="0">
                <a:solidFill>
                  <a:schemeClr val="bg1"/>
                </a:solidFill>
                <a:latin typeface="Monotype Corsiva" pitchFamily="66" charset="0"/>
                <a:ea typeface="HGP創英角ｺﾞｼｯｸUB" pitchFamily="50" charset="-128"/>
              </a:rPr>
              <a:t>　　（</a:t>
            </a:r>
            <a:r>
              <a:rPr lang="en-US" altLang="ja-JP" sz="1138" b="1" dirty="0" err="1">
                <a:solidFill>
                  <a:schemeClr val="bg1"/>
                </a:solidFill>
                <a:latin typeface="Monotype Corsiva" pitchFamily="66" charset="0"/>
                <a:ea typeface="HGP創英角ｺﾞｼｯｸUB" pitchFamily="50" charset="-128"/>
              </a:rPr>
              <a:t>Funai</a:t>
            </a:r>
            <a:r>
              <a:rPr lang="en-US" altLang="ja-JP" sz="1138" b="1" dirty="0">
                <a:solidFill>
                  <a:schemeClr val="bg1"/>
                </a:solidFill>
                <a:latin typeface="Monotype Corsiva" pitchFamily="66" charset="0"/>
                <a:ea typeface="HGP創英角ｺﾞｼｯｸUB" pitchFamily="50" charset="-128"/>
              </a:rPr>
              <a:t> Consulting</a:t>
            </a:r>
            <a:r>
              <a:rPr lang="ja-JP" altLang="en-US" sz="1138" b="1" dirty="0">
                <a:solidFill>
                  <a:schemeClr val="bg1"/>
                </a:solidFill>
                <a:latin typeface="Monotype Corsiva" pitchFamily="66" charset="0"/>
                <a:ea typeface="HGP創英角ｺﾞｼｯｸUB" pitchFamily="50" charset="-128"/>
              </a:rPr>
              <a:t> </a:t>
            </a:r>
            <a:r>
              <a:rPr lang="en-US" altLang="ja-JP" sz="1138" b="1" dirty="0">
                <a:solidFill>
                  <a:schemeClr val="bg1"/>
                </a:solidFill>
                <a:latin typeface="Monotype Corsiva" pitchFamily="66" charset="0"/>
                <a:ea typeface="HGP創英角ｺﾞｼｯｸUB" pitchFamily="50" charset="-128"/>
              </a:rPr>
              <a:t>Inc.</a:t>
            </a:r>
            <a:r>
              <a:rPr lang="ja-JP" altLang="en-US" sz="1138" b="1" dirty="0">
                <a:solidFill>
                  <a:schemeClr val="bg1"/>
                </a:solidFill>
                <a:latin typeface="Monotype Corsiva" pitchFamily="66" charset="0"/>
                <a:ea typeface="HGP創英角ｺﾞｼｯｸUB" pitchFamily="50" charset="-128"/>
              </a:rPr>
              <a:t>）</a:t>
            </a:r>
            <a:endParaRPr lang="en-US" altLang="ja-JP" sz="1138" b="1" dirty="0">
              <a:solidFill>
                <a:schemeClr val="bg1"/>
              </a:solidFill>
              <a:latin typeface="Monotype Corsiva" pitchFamily="66" charset="0"/>
              <a:ea typeface="HGP創英角ｺﾞｼｯｸUB" pitchFamily="50" charset="-128"/>
            </a:endParaRPr>
          </a:p>
        </p:txBody>
      </p:sp>
      <p:sp>
        <p:nvSpPr>
          <p:cNvPr id="12" name="スライド番号プレースホルダー 11"/>
          <p:cNvSpPr>
            <a:spLocks noGrp="1"/>
          </p:cNvSpPr>
          <p:nvPr>
            <p:ph type="sldNum" sz="quarter" idx="12"/>
          </p:nvPr>
        </p:nvSpPr>
        <p:spPr>
          <a:xfrm>
            <a:off x="7677150" y="6551360"/>
            <a:ext cx="2228850" cy="365125"/>
          </a:xfrm>
        </p:spPr>
        <p:txBody>
          <a:bodyPr/>
          <a:lstStyle>
            <a:lvl1pPr>
              <a:defRPr sz="1300" b="1">
                <a:solidFill>
                  <a:schemeClr val="bg1"/>
                </a:solidFill>
              </a:defRPr>
            </a:lvl1pPr>
          </a:lstStyle>
          <a:p>
            <a:fld id="{85FC83C8-0BB2-4721-BA19-3C9CC69276E3}" type="slidenum">
              <a:rPr lang="ja-JP" altLang="en-US" smtClean="0"/>
              <a:pPr/>
              <a:t>‹#›</a:t>
            </a:fld>
            <a:endParaRPr lang="ja-JP" altLang="en-US"/>
          </a:p>
        </p:txBody>
      </p:sp>
      <p:sp>
        <p:nvSpPr>
          <p:cNvPr id="22" name="楕円 21"/>
          <p:cNvSpPr/>
          <p:nvPr userDrawn="1"/>
        </p:nvSpPr>
        <p:spPr>
          <a:xfrm>
            <a:off x="-2244328" y="-788766"/>
            <a:ext cx="14437221" cy="1759809"/>
          </a:xfrm>
          <a:prstGeom prst="ellipse">
            <a:avLst/>
          </a:prstGeom>
          <a:solidFill>
            <a:srgbClr val="8B945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24" name="タイトル 1"/>
          <p:cNvSpPr>
            <a:spLocks noGrp="1"/>
          </p:cNvSpPr>
          <p:nvPr>
            <p:ph type="title"/>
          </p:nvPr>
        </p:nvSpPr>
        <p:spPr>
          <a:xfrm>
            <a:off x="255770" y="245205"/>
            <a:ext cx="9378221" cy="605918"/>
          </a:xfrm>
        </p:spPr>
        <p:txBody>
          <a:bodyPr>
            <a:noAutofit/>
          </a:bodyPr>
          <a:lstStyle>
            <a:lvl1pPr algn="ctr">
              <a:defRPr sz="3900" b="1">
                <a:solidFill>
                  <a:schemeClr val="bg1"/>
                </a:solidFill>
              </a:defRPr>
            </a:lvl1pPr>
          </a:lstStyle>
          <a:p>
            <a:r>
              <a:rPr kumimoji="1" lang="ja-JP" altLang="en-US" dirty="0"/>
              <a:t>マスター タイトルの書式設定</a:t>
            </a:r>
          </a:p>
        </p:txBody>
      </p:sp>
      <p:sp>
        <p:nvSpPr>
          <p:cNvPr id="36" name="正方形/長方形 35"/>
          <p:cNvSpPr/>
          <p:nvPr userDrawn="1"/>
        </p:nvSpPr>
        <p:spPr>
          <a:xfrm>
            <a:off x="-2650779" y="-1508644"/>
            <a:ext cx="2642953" cy="3507698"/>
          </a:xfrm>
          <a:prstGeom prst="rect">
            <a:avLst/>
          </a:prstGeom>
          <a:solidFill>
            <a:srgbClr val="E6E6E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37" name="正方形/長方形 36"/>
          <p:cNvSpPr/>
          <p:nvPr userDrawn="1"/>
        </p:nvSpPr>
        <p:spPr>
          <a:xfrm>
            <a:off x="-200669" y="-3521490"/>
            <a:ext cx="11734663" cy="3507698"/>
          </a:xfrm>
          <a:prstGeom prst="rect">
            <a:avLst/>
          </a:prstGeom>
          <a:solidFill>
            <a:srgbClr val="E6E6E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38" name="正方形/長方形 37"/>
          <p:cNvSpPr/>
          <p:nvPr userDrawn="1"/>
        </p:nvSpPr>
        <p:spPr>
          <a:xfrm>
            <a:off x="9918180" y="-2387723"/>
            <a:ext cx="2642953" cy="3507698"/>
          </a:xfrm>
          <a:prstGeom prst="rect">
            <a:avLst/>
          </a:prstGeom>
          <a:solidFill>
            <a:srgbClr val="E6E6E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27" name="楕円 26"/>
          <p:cNvSpPr/>
          <p:nvPr userDrawn="1"/>
        </p:nvSpPr>
        <p:spPr>
          <a:xfrm>
            <a:off x="10081668" y="4975630"/>
            <a:ext cx="340519" cy="417363"/>
          </a:xfrm>
          <a:prstGeom prst="ellipse">
            <a:avLst/>
          </a:prstGeom>
          <a:solidFill>
            <a:srgbClr val="8B945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28" name="楕円 27"/>
          <p:cNvSpPr/>
          <p:nvPr userDrawn="1"/>
        </p:nvSpPr>
        <p:spPr>
          <a:xfrm>
            <a:off x="10081668" y="3641505"/>
            <a:ext cx="340519" cy="417363"/>
          </a:xfrm>
          <a:prstGeom prst="ellipse">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29" name="楕円 28"/>
          <p:cNvSpPr/>
          <p:nvPr userDrawn="1"/>
        </p:nvSpPr>
        <p:spPr>
          <a:xfrm>
            <a:off x="10081668" y="2307380"/>
            <a:ext cx="340519" cy="417363"/>
          </a:xfrm>
          <a:prstGeom prst="ellipse">
            <a:avLst/>
          </a:prstGeom>
          <a:solidFill>
            <a:schemeClr val="bg2">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30" name="楕円 29"/>
          <p:cNvSpPr/>
          <p:nvPr userDrawn="1"/>
        </p:nvSpPr>
        <p:spPr>
          <a:xfrm>
            <a:off x="10081668" y="973255"/>
            <a:ext cx="340519" cy="417363"/>
          </a:xfrm>
          <a:prstGeom prst="ellipse">
            <a:avLst/>
          </a:prstGeom>
          <a:solidFill>
            <a:schemeClr val="bg2">
              <a:lumMod val="2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31" name="四角形吹き出し 30"/>
          <p:cNvSpPr/>
          <p:nvPr userDrawn="1"/>
        </p:nvSpPr>
        <p:spPr>
          <a:xfrm>
            <a:off x="10657068" y="419727"/>
            <a:ext cx="1438387" cy="970890"/>
          </a:xfrm>
          <a:prstGeom prst="wedgeRectCallout">
            <a:avLst>
              <a:gd name="adj1" fmla="val -61477"/>
              <a:gd name="adj2" fmla="val 23901"/>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文字の色</a:t>
            </a:r>
          </a:p>
        </p:txBody>
      </p:sp>
      <p:sp>
        <p:nvSpPr>
          <p:cNvPr id="32" name="四角形吹き出し 31"/>
          <p:cNvSpPr/>
          <p:nvPr userDrawn="1"/>
        </p:nvSpPr>
        <p:spPr>
          <a:xfrm>
            <a:off x="10657068" y="1821934"/>
            <a:ext cx="1438387" cy="970890"/>
          </a:xfrm>
          <a:prstGeom prst="wedgeRectCallout">
            <a:avLst>
              <a:gd name="adj1" fmla="val -61477"/>
              <a:gd name="adj2" fmla="val 23901"/>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やじるしなどの図形の色</a:t>
            </a:r>
          </a:p>
        </p:txBody>
      </p:sp>
      <p:sp>
        <p:nvSpPr>
          <p:cNvPr id="33" name="四角形吹き出し 32"/>
          <p:cNvSpPr/>
          <p:nvPr userDrawn="1"/>
        </p:nvSpPr>
        <p:spPr>
          <a:xfrm>
            <a:off x="10657068" y="4490184"/>
            <a:ext cx="1438387" cy="970890"/>
          </a:xfrm>
          <a:prstGeom prst="wedgeRectCallout">
            <a:avLst>
              <a:gd name="adj1" fmla="val -61477"/>
              <a:gd name="adj2" fmla="val 23901"/>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ベースの色</a:t>
            </a:r>
          </a:p>
        </p:txBody>
      </p:sp>
      <p:sp>
        <p:nvSpPr>
          <p:cNvPr id="34" name="四角形吹き出し 33"/>
          <p:cNvSpPr/>
          <p:nvPr userDrawn="1"/>
        </p:nvSpPr>
        <p:spPr>
          <a:xfrm>
            <a:off x="10657068" y="3156059"/>
            <a:ext cx="1438387" cy="970890"/>
          </a:xfrm>
          <a:prstGeom prst="wedgeRectCallout">
            <a:avLst>
              <a:gd name="adj1" fmla="val -61477"/>
              <a:gd name="adj2" fmla="val 23901"/>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強調の色</a:t>
            </a:r>
          </a:p>
        </p:txBody>
      </p:sp>
      <p:sp>
        <p:nvSpPr>
          <p:cNvPr id="39" name="四角形吹き出し 38"/>
          <p:cNvSpPr/>
          <p:nvPr userDrawn="1"/>
        </p:nvSpPr>
        <p:spPr>
          <a:xfrm>
            <a:off x="-2959618" y="-919028"/>
            <a:ext cx="2448136" cy="1838056"/>
          </a:xfrm>
          <a:prstGeom prst="wedgeRectCallout">
            <a:avLst>
              <a:gd name="adj1" fmla="val 68120"/>
              <a:gd name="adj2" fmla="val 16336"/>
            </a:avLst>
          </a:prstGeom>
          <a:solidFill>
            <a:srgbClr val="07628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タイトル（目次と対応させてください。）</a:t>
            </a:r>
            <a:endParaRPr kumimoji="1" lang="en-US" altLang="ja-JP" sz="1463" dirty="0"/>
          </a:p>
          <a:p>
            <a:pPr algn="ctr"/>
            <a:r>
              <a:rPr kumimoji="1" lang="ja-JP" altLang="en-US" sz="1463" dirty="0"/>
              <a:t>フォント：メイリオ見出し</a:t>
            </a:r>
            <a:endParaRPr kumimoji="1" lang="en-US" altLang="ja-JP" sz="1463" dirty="0"/>
          </a:p>
          <a:p>
            <a:pPr algn="ctr"/>
            <a:r>
              <a:rPr lang="ja-JP" altLang="en-US" sz="1463" dirty="0"/>
              <a:t>サイズ：</a:t>
            </a:r>
            <a:r>
              <a:rPr lang="en-US" altLang="ja-JP" sz="1463" dirty="0"/>
              <a:t>48</a:t>
            </a:r>
          </a:p>
          <a:p>
            <a:pPr algn="ctr"/>
            <a:r>
              <a:rPr lang="ja-JP" altLang="en-US" sz="1463" dirty="0"/>
              <a:t>ボールド</a:t>
            </a:r>
            <a:endParaRPr lang="en-US" altLang="ja-JP" sz="1463" dirty="0"/>
          </a:p>
          <a:p>
            <a:pPr algn="ctr"/>
            <a:r>
              <a:rPr lang="ja-JP" altLang="en-US" sz="1463" dirty="0"/>
              <a:t>真ん中寄せ</a:t>
            </a:r>
            <a:endParaRPr kumimoji="1" lang="en-US" altLang="ja-JP" sz="1463" dirty="0"/>
          </a:p>
        </p:txBody>
      </p:sp>
      <p:sp>
        <p:nvSpPr>
          <p:cNvPr id="45" name="四角形吹き出し 44"/>
          <p:cNvSpPr/>
          <p:nvPr userDrawn="1"/>
        </p:nvSpPr>
        <p:spPr>
          <a:xfrm>
            <a:off x="-2933551" y="2899809"/>
            <a:ext cx="2448136" cy="1838056"/>
          </a:xfrm>
          <a:prstGeom prst="wedgeRectCallout">
            <a:avLst>
              <a:gd name="adj1" fmla="val 68120"/>
              <a:gd name="adj2" fmla="val 16336"/>
            </a:avLst>
          </a:prstGeom>
          <a:solidFill>
            <a:srgbClr val="07628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小見出し</a:t>
            </a:r>
            <a:endParaRPr kumimoji="1" lang="en-US" altLang="ja-JP" sz="1463" dirty="0"/>
          </a:p>
          <a:p>
            <a:pPr algn="ctr"/>
            <a:r>
              <a:rPr kumimoji="1" lang="ja-JP" altLang="en-US" sz="1463" dirty="0"/>
              <a:t>フォント：メイリオ本文</a:t>
            </a:r>
            <a:endParaRPr kumimoji="1" lang="en-US" altLang="ja-JP" sz="1463" dirty="0"/>
          </a:p>
          <a:p>
            <a:pPr algn="ctr"/>
            <a:r>
              <a:rPr lang="ja-JP" altLang="en-US" sz="1463" dirty="0"/>
              <a:t>サイズ：</a:t>
            </a:r>
            <a:r>
              <a:rPr lang="en-US" altLang="ja-JP" sz="1463" dirty="0"/>
              <a:t>32</a:t>
            </a:r>
          </a:p>
          <a:p>
            <a:pPr algn="ctr"/>
            <a:r>
              <a:rPr lang="ja-JP" altLang="en-US" sz="1463" dirty="0"/>
              <a:t>ボールド</a:t>
            </a:r>
            <a:endParaRPr lang="en-US" altLang="ja-JP" sz="1463" dirty="0"/>
          </a:p>
          <a:p>
            <a:pPr algn="ctr"/>
            <a:r>
              <a:rPr kumimoji="1" lang="ja-JP" altLang="en-US" sz="1463" dirty="0"/>
              <a:t>左寄せ</a:t>
            </a:r>
            <a:endParaRPr kumimoji="1" lang="en-US" altLang="ja-JP" sz="1463" dirty="0"/>
          </a:p>
        </p:txBody>
      </p:sp>
      <p:sp>
        <p:nvSpPr>
          <p:cNvPr id="46" name="四角形吹き出し 45"/>
          <p:cNvSpPr/>
          <p:nvPr userDrawn="1"/>
        </p:nvSpPr>
        <p:spPr>
          <a:xfrm>
            <a:off x="-2933551" y="4895865"/>
            <a:ext cx="2448136" cy="1838056"/>
          </a:xfrm>
          <a:prstGeom prst="wedgeRectCallout">
            <a:avLst>
              <a:gd name="adj1" fmla="val 68617"/>
              <a:gd name="adj2" fmla="val -24441"/>
            </a:avLst>
          </a:prstGeom>
          <a:solidFill>
            <a:srgbClr val="07628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本文</a:t>
            </a:r>
            <a:endParaRPr kumimoji="1" lang="en-US" altLang="ja-JP" sz="1463" dirty="0"/>
          </a:p>
          <a:p>
            <a:pPr algn="ctr"/>
            <a:r>
              <a:rPr kumimoji="1" lang="ja-JP" altLang="en-US" sz="1463" dirty="0"/>
              <a:t>フォント：メイリオ本文</a:t>
            </a:r>
            <a:endParaRPr kumimoji="1" lang="en-US" altLang="ja-JP" sz="1463" dirty="0"/>
          </a:p>
          <a:p>
            <a:pPr algn="ctr"/>
            <a:r>
              <a:rPr lang="ja-JP" altLang="en-US" sz="1463" dirty="0"/>
              <a:t>サイズ：</a:t>
            </a:r>
            <a:r>
              <a:rPr lang="en-US" altLang="ja-JP" sz="1463" dirty="0"/>
              <a:t>18</a:t>
            </a:r>
          </a:p>
          <a:p>
            <a:pPr algn="ctr"/>
            <a:r>
              <a:rPr kumimoji="1" lang="ja-JP" altLang="en-US" sz="1463" dirty="0"/>
              <a:t>左寄せ</a:t>
            </a:r>
            <a:endParaRPr kumimoji="1" lang="en-US" altLang="ja-JP" sz="1463" dirty="0"/>
          </a:p>
        </p:txBody>
      </p:sp>
      <p:sp>
        <p:nvSpPr>
          <p:cNvPr id="23" name="四角形吹き出し 22"/>
          <p:cNvSpPr/>
          <p:nvPr userDrawn="1"/>
        </p:nvSpPr>
        <p:spPr>
          <a:xfrm>
            <a:off x="10657068" y="5752795"/>
            <a:ext cx="1645113" cy="970890"/>
          </a:xfrm>
          <a:prstGeom prst="wedgeRectCallout">
            <a:avLst>
              <a:gd name="adj1" fmla="val -62408"/>
              <a:gd name="adj2" fmla="val 9477"/>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この赤ガイド線内に収まるように作成してください</a:t>
            </a:r>
          </a:p>
        </p:txBody>
      </p:sp>
    </p:spTree>
    <p:extLst>
      <p:ext uri="{BB962C8B-B14F-4D97-AF65-F5344CB8AC3E}">
        <p14:creationId xmlns:p14="http://schemas.microsoft.com/office/powerpoint/2010/main" val="1263009164"/>
      </p:ext>
    </p:extLst>
  </p:cSld>
  <p:clrMapOvr>
    <a:masterClrMapping/>
  </p:clrMapOvr>
  <p:hf hdr="0" ftr="0" dt="0"/>
  <p:extLst>
    <p:ext uri="{DCECCB84-F9BA-43D5-87BE-67443E8EF086}">
      <p15:sldGuideLst xmlns:p15="http://schemas.microsoft.com/office/powerpoint/2012/main">
        <p15:guide id="1" orient="horz" pos="2160">
          <p15:clr>
            <a:srgbClr val="000000"/>
          </p15:clr>
        </p15:guide>
        <p15:guide id="2" pos="3840">
          <p15:clr>
            <a:srgbClr val="000000"/>
          </p15:clr>
        </p15:guide>
      </p15:sldGuideLst>
    </p:ext>
  </p:extLst>
</p:sldLayout>
</file>

<file path=ppt/slideLayouts/slideLayout28.xml><?xml version="1.0" encoding="utf-8"?>
<p:sldLayout xmlns:a="http://schemas.openxmlformats.org/drawingml/2006/main" xmlns:r="http://schemas.openxmlformats.org/officeDocument/2006/relationships" xmlns:p="http://schemas.openxmlformats.org/presentationml/2006/main" userDrawn="1">
  <p:cSld name="16_タイトルとコンテンツ">
    <p:spTree>
      <p:nvGrpSpPr>
        <p:cNvPr id="1" name=""/>
        <p:cNvGrpSpPr/>
        <p:nvPr/>
      </p:nvGrpSpPr>
      <p:grpSpPr>
        <a:xfrm>
          <a:off x="0" y="0"/>
          <a:ext cx="0" cy="0"/>
          <a:chOff x="0" y="0"/>
          <a:chExt cx="0" cy="0"/>
        </a:xfrm>
      </p:grpSpPr>
      <p:graphicFrame>
        <p:nvGraphicFramePr>
          <p:cNvPr id="26" name="表 25"/>
          <p:cNvGraphicFramePr>
            <a:graphicFrameLocks noGrp="1"/>
          </p:cNvGraphicFramePr>
          <p:nvPr userDrawn="1"/>
        </p:nvGraphicFramePr>
        <p:xfrm>
          <a:off x="0" y="727606"/>
          <a:ext cx="438463" cy="5882490"/>
        </p:xfrm>
        <a:graphic>
          <a:graphicData uri="http://schemas.openxmlformats.org/drawingml/2006/table">
            <a:tbl>
              <a:tblPr firstRow="1" bandRow="1">
                <a:tableStyleId>{5C22544A-7EE6-4342-B048-85BDC9FD1C3A}</a:tableStyleId>
              </a:tblPr>
              <a:tblGrid>
                <a:gridCol w="438463">
                  <a:extLst>
                    <a:ext uri="{9D8B030D-6E8A-4147-A177-3AD203B41FA5}">
                      <a16:colId xmlns:a16="http://schemas.microsoft.com/office/drawing/2014/main" val="2456847792"/>
                    </a:ext>
                  </a:extLst>
                </a:gridCol>
              </a:tblGrid>
              <a:tr h="980415">
                <a:tc>
                  <a:txBody>
                    <a:bodyPr/>
                    <a:lstStyle/>
                    <a:p>
                      <a:pPr algn="ctr"/>
                      <a:r>
                        <a:rPr kumimoji="1" lang="ja-JP" altLang="en-US" sz="1100" b="1" dirty="0">
                          <a:solidFill>
                            <a:schemeClr val="bg1"/>
                          </a:solidFill>
                        </a:rPr>
                        <a:t>①タイトル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1512206185"/>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②タイトル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2631667891"/>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③タイトル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627911894"/>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④タイトル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2091809632"/>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⑤タイトル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1750606519"/>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⑥タイトル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149417652"/>
                  </a:ext>
                </a:extLst>
              </a:tr>
            </a:tbl>
          </a:graphicData>
        </a:graphic>
      </p:graphicFrame>
      <p:sp>
        <p:nvSpPr>
          <p:cNvPr id="35" name="正方形/長方形 34"/>
          <p:cNvSpPr/>
          <p:nvPr userDrawn="1"/>
        </p:nvSpPr>
        <p:spPr>
          <a:xfrm>
            <a:off x="85255" y="1119975"/>
            <a:ext cx="267950" cy="5341188"/>
          </a:xfrm>
          <a:prstGeom prst="rect">
            <a:avLst/>
          </a:prstGeom>
          <a:solidFill>
            <a:srgbClr val="FF00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vert="eaVert" rtlCol="0" anchor="ctr"/>
          <a:lstStyle/>
          <a:p>
            <a:pPr algn="ctr"/>
            <a:r>
              <a:rPr kumimoji="1" lang="ja-JP" altLang="en-US" sz="1463" dirty="0"/>
              <a:t>こちらで変更します。</a:t>
            </a:r>
          </a:p>
        </p:txBody>
      </p:sp>
      <p:sp>
        <p:nvSpPr>
          <p:cNvPr id="8" name="正方形/長方形 7"/>
          <p:cNvSpPr/>
          <p:nvPr userDrawn="1"/>
        </p:nvSpPr>
        <p:spPr>
          <a:xfrm>
            <a:off x="0" y="6610097"/>
            <a:ext cx="9906000" cy="24765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7" name="Text Box 31"/>
          <p:cNvSpPr txBox="1">
            <a:spLocks noChangeArrowheads="1"/>
          </p:cNvSpPr>
          <p:nvPr userDrawn="1"/>
        </p:nvSpPr>
        <p:spPr bwMode="auto">
          <a:xfrm>
            <a:off x="42215" y="6580034"/>
            <a:ext cx="4206531" cy="267446"/>
          </a:xfrm>
          <a:prstGeom prst="rect">
            <a:avLst/>
          </a:prstGeom>
          <a:noFill/>
          <a:ln w="9525">
            <a:noFill/>
            <a:miter lim="800000"/>
            <a:headEnd/>
            <a:tailEnd/>
          </a:ln>
          <a:effectLst/>
        </p:spPr>
        <p:txBody>
          <a:bodyPr wrap="square">
            <a:spAutoFit/>
          </a:bodyPr>
          <a:lstStyle/>
          <a:p>
            <a:pPr>
              <a:defRPr/>
            </a:pPr>
            <a:r>
              <a:rPr lang="en-US" altLang="ja-JP" sz="1138" b="1" dirty="0" err="1">
                <a:solidFill>
                  <a:schemeClr val="bg1"/>
                </a:solidFill>
                <a:latin typeface="Monotype Corsiva" pitchFamily="66" charset="0"/>
                <a:ea typeface="HGP創英角ｺﾞｼｯｸUB" pitchFamily="50" charset="-128"/>
              </a:rPr>
              <a:t>Copyright©Funai</a:t>
            </a:r>
            <a:r>
              <a:rPr lang="en-US" altLang="ja-JP" sz="1138" b="1" dirty="0">
                <a:solidFill>
                  <a:schemeClr val="bg1"/>
                </a:solidFill>
                <a:latin typeface="Monotype Corsiva" pitchFamily="66" charset="0"/>
                <a:ea typeface="HGP創英角ｺﾞｼｯｸUB" pitchFamily="50" charset="-128"/>
              </a:rPr>
              <a:t> Consulting Incorporated </a:t>
            </a:r>
            <a:r>
              <a:rPr lang="ja-JP" altLang="en-US" sz="1138" b="1" dirty="0">
                <a:solidFill>
                  <a:schemeClr val="bg1"/>
                </a:solidFill>
                <a:latin typeface="Monotype Corsiva" pitchFamily="66" charset="0"/>
                <a:ea typeface="HGP創英角ｺﾞｼｯｸUB" pitchFamily="50" charset="-128"/>
              </a:rPr>
              <a:t>　　（</a:t>
            </a:r>
            <a:r>
              <a:rPr lang="en-US" altLang="ja-JP" sz="1138" b="1" dirty="0" err="1">
                <a:solidFill>
                  <a:schemeClr val="bg1"/>
                </a:solidFill>
                <a:latin typeface="Monotype Corsiva" pitchFamily="66" charset="0"/>
                <a:ea typeface="HGP創英角ｺﾞｼｯｸUB" pitchFamily="50" charset="-128"/>
              </a:rPr>
              <a:t>Funai</a:t>
            </a:r>
            <a:r>
              <a:rPr lang="en-US" altLang="ja-JP" sz="1138" b="1" dirty="0">
                <a:solidFill>
                  <a:schemeClr val="bg1"/>
                </a:solidFill>
                <a:latin typeface="Monotype Corsiva" pitchFamily="66" charset="0"/>
                <a:ea typeface="HGP創英角ｺﾞｼｯｸUB" pitchFamily="50" charset="-128"/>
              </a:rPr>
              <a:t> Consulting</a:t>
            </a:r>
            <a:r>
              <a:rPr lang="ja-JP" altLang="en-US" sz="1138" b="1" dirty="0">
                <a:solidFill>
                  <a:schemeClr val="bg1"/>
                </a:solidFill>
                <a:latin typeface="Monotype Corsiva" pitchFamily="66" charset="0"/>
                <a:ea typeface="HGP創英角ｺﾞｼｯｸUB" pitchFamily="50" charset="-128"/>
              </a:rPr>
              <a:t> </a:t>
            </a:r>
            <a:r>
              <a:rPr lang="en-US" altLang="ja-JP" sz="1138" b="1" dirty="0">
                <a:solidFill>
                  <a:schemeClr val="bg1"/>
                </a:solidFill>
                <a:latin typeface="Monotype Corsiva" pitchFamily="66" charset="0"/>
                <a:ea typeface="HGP創英角ｺﾞｼｯｸUB" pitchFamily="50" charset="-128"/>
              </a:rPr>
              <a:t>Inc.</a:t>
            </a:r>
            <a:r>
              <a:rPr lang="ja-JP" altLang="en-US" sz="1138" b="1" dirty="0">
                <a:solidFill>
                  <a:schemeClr val="bg1"/>
                </a:solidFill>
                <a:latin typeface="Monotype Corsiva" pitchFamily="66" charset="0"/>
                <a:ea typeface="HGP創英角ｺﾞｼｯｸUB" pitchFamily="50" charset="-128"/>
              </a:rPr>
              <a:t>）</a:t>
            </a:r>
            <a:endParaRPr lang="en-US" altLang="ja-JP" sz="1138" b="1" dirty="0">
              <a:solidFill>
                <a:schemeClr val="bg1"/>
              </a:solidFill>
              <a:latin typeface="Monotype Corsiva" pitchFamily="66" charset="0"/>
              <a:ea typeface="HGP創英角ｺﾞｼｯｸUB" pitchFamily="50" charset="-128"/>
            </a:endParaRPr>
          </a:p>
        </p:txBody>
      </p:sp>
      <p:sp>
        <p:nvSpPr>
          <p:cNvPr id="12" name="スライド番号プレースホルダー 11"/>
          <p:cNvSpPr>
            <a:spLocks noGrp="1"/>
          </p:cNvSpPr>
          <p:nvPr>
            <p:ph type="sldNum" sz="quarter" idx="12"/>
          </p:nvPr>
        </p:nvSpPr>
        <p:spPr>
          <a:xfrm>
            <a:off x="7677150" y="6551360"/>
            <a:ext cx="2228850" cy="365125"/>
          </a:xfrm>
        </p:spPr>
        <p:txBody>
          <a:bodyPr/>
          <a:lstStyle>
            <a:lvl1pPr>
              <a:defRPr sz="1300" b="1">
                <a:solidFill>
                  <a:schemeClr val="bg1"/>
                </a:solidFill>
              </a:defRPr>
            </a:lvl1pPr>
          </a:lstStyle>
          <a:p>
            <a:fld id="{85FC83C8-0BB2-4721-BA19-3C9CC69276E3}" type="slidenum">
              <a:rPr lang="ja-JP" altLang="en-US" smtClean="0"/>
              <a:pPr/>
              <a:t>‹#›</a:t>
            </a:fld>
            <a:endParaRPr lang="ja-JP" altLang="en-US"/>
          </a:p>
        </p:txBody>
      </p:sp>
      <p:sp>
        <p:nvSpPr>
          <p:cNvPr id="22" name="楕円 21"/>
          <p:cNvSpPr/>
          <p:nvPr userDrawn="1"/>
        </p:nvSpPr>
        <p:spPr>
          <a:xfrm>
            <a:off x="-2244328" y="-788766"/>
            <a:ext cx="14437221" cy="1759809"/>
          </a:xfrm>
          <a:prstGeom prst="ellipse">
            <a:avLst/>
          </a:prstGeom>
          <a:solidFill>
            <a:srgbClr val="8B945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24" name="タイトル 1"/>
          <p:cNvSpPr>
            <a:spLocks noGrp="1"/>
          </p:cNvSpPr>
          <p:nvPr>
            <p:ph type="title"/>
          </p:nvPr>
        </p:nvSpPr>
        <p:spPr>
          <a:xfrm>
            <a:off x="255770" y="245205"/>
            <a:ext cx="9378221" cy="605918"/>
          </a:xfrm>
        </p:spPr>
        <p:txBody>
          <a:bodyPr>
            <a:noAutofit/>
          </a:bodyPr>
          <a:lstStyle>
            <a:lvl1pPr algn="ctr">
              <a:defRPr sz="3900" b="1">
                <a:solidFill>
                  <a:schemeClr val="bg1"/>
                </a:solidFill>
              </a:defRPr>
            </a:lvl1pPr>
          </a:lstStyle>
          <a:p>
            <a:r>
              <a:rPr kumimoji="1" lang="ja-JP" altLang="en-US" dirty="0"/>
              <a:t>マスター タイトルの書式設定</a:t>
            </a:r>
          </a:p>
        </p:txBody>
      </p:sp>
      <p:sp>
        <p:nvSpPr>
          <p:cNvPr id="36" name="正方形/長方形 35"/>
          <p:cNvSpPr/>
          <p:nvPr userDrawn="1"/>
        </p:nvSpPr>
        <p:spPr>
          <a:xfrm>
            <a:off x="-2650779" y="-1508644"/>
            <a:ext cx="2642953" cy="3507698"/>
          </a:xfrm>
          <a:prstGeom prst="rect">
            <a:avLst/>
          </a:prstGeom>
          <a:solidFill>
            <a:srgbClr val="E6E6E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37" name="正方形/長方形 36"/>
          <p:cNvSpPr/>
          <p:nvPr userDrawn="1"/>
        </p:nvSpPr>
        <p:spPr>
          <a:xfrm>
            <a:off x="-200669" y="-3521490"/>
            <a:ext cx="11734663" cy="3507698"/>
          </a:xfrm>
          <a:prstGeom prst="rect">
            <a:avLst/>
          </a:prstGeom>
          <a:solidFill>
            <a:srgbClr val="E6E6E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38" name="正方形/長方形 37"/>
          <p:cNvSpPr/>
          <p:nvPr userDrawn="1"/>
        </p:nvSpPr>
        <p:spPr>
          <a:xfrm>
            <a:off x="9918180" y="-2387723"/>
            <a:ext cx="2642953" cy="3507698"/>
          </a:xfrm>
          <a:prstGeom prst="rect">
            <a:avLst/>
          </a:prstGeom>
          <a:solidFill>
            <a:srgbClr val="E6E6E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27" name="楕円 26"/>
          <p:cNvSpPr/>
          <p:nvPr userDrawn="1"/>
        </p:nvSpPr>
        <p:spPr>
          <a:xfrm>
            <a:off x="10081668" y="4975630"/>
            <a:ext cx="340519" cy="417363"/>
          </a:xfrm>
          <a:prstGeom prst="ellipse">
            <a:avLst/>
          </a:prstGeom>
          <a:solidFill>
            <a:srgbClr val="8B945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28" name="楕円 27"/>
          <p:cNvSpPr/>
          <p:nvPr userDrawn="1"/>
        </p:nvSpPr>
        <p:spPr>
          <a:xfrm>
            <a:off x="10081668" y="3641505"/>
            <a:ext cx="340519" cy="417363"/>
          </a:xfrm>
          <a:prstGeom prst="ellipse">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29" name="楕円 28"/>
          <p:cNvSpPr/>
          <p:nvPr userDrawn="1"/>
        </p:nvSpPr>
        <p:spPr>
          <a:xfrm>
            <a:off x="10081668" y="2307380"/>
            <a:ext cx="340519" cy="417363"/>
          </a:xfrm>
          <a:prstGeom prst="ellipse">
            <a:avLst/>
          </a:prstGeom>
          <a:solidFill>
            <a:schemeClr val="bg2">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30" name="楕円 29"/>
          <p:cNvSpPr/>
          <p:nvPr userDrawn="1"/>
        </p:nvSpPr>
        <p:spPr>
          <a:xfrm>
            <a:off x="10081668" y="973255"/>
            <a:ext cx="340519" cy="417363"/>
          </a:xfrm>
          <a:prstGeom prst="ellipse">
            <a:avLst/>
          </a:prstGeom>
          <a:solidFill>
            <a:schemeClr val="bg2">
              <a:lumMod val="2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31" name="四角形吹き出し 30"/>
          <p:cNvSpPr/>
          <p:nvPr userDrawn="1"/>
        </p:nvSpPr>
        <p:spPr>
          <a:xfrm>
            <a:off x="10657068" y="419727"/>
            <a:ext cx="1438387" cy="970890"/>
          </a:xfrm>
          <a:prstGeom prst="wedgeRectCallout">
            <a:avLst>
              <a:gd name="adj1" fmla="val -61477"/>
              <a:gd name="adj2" fmla="val 23901"/>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文字の色</a:t>
            </a:r>
          </a:p>
        </p:txBody>
      </p:sp>
      <p:sp>
        <p:nvSpPr>
          <p:cNvPr id="32" name="四角形吹き出し 31"/>
          <p:cNvSpPr/>
          <p:nvPr userDrawn="1"/>
        </p:nvSpPr>
        <p:spPr>
          <a:xfrm>
            <a:off x="10657068" y="1821934"/>
            <a:ext cx="1438387" cy="970890"/>
          </a:xfrm>
          <a:prstGeom prst="wedgeRectCallout">
            <a:avLst>
              <a:gd name="adj1" fmla="val -61477"/>
              <a:gd name="adj2" fmla="val 23901"/>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やじるしなどの図形の色</a:t>
            </a:r>
          </a:p>
        </p:txBody>
      </p:sp>
      <p:sp>
        <p:nvSpPr>
          <p:cNvPr id="33" name="四角形吹き出し 32"/>
          <p:cNvSpPr/>
          <p:nvPr userDrawn="1"/>
        </p:nvSpPr>
        <p:spPr>
          <a:xfrm>
            <a:off x="10657068" y="4490184"/>
            <a:ext cx="1438387" cy="970890"/>
          </a:xfrm>
          <a:prstGeom prst="wedgeRectCallout">
            <a:avLst>
              <a:gd name="adj1" fmla="val -61477"/>
              <a:gd name="adj2" fmla="val 23901"/>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ベースの色</a:t>
            </a:r>
          </a:p>
        </p:txBody>
      </p:sp>
      <p:sp>
        <p:nvSpPr>
          <p:cNvPr id="34" name="四角形吹き出し 33"/>
          <p:cNvSpPr/>
          <p:nvPr userDrawn="1"/>
        </p:nvSpPr>
        <p:spPr>
          <a:xfrm>
            <a:off x="10657068" y="3156059"/>
            <a:ext cx="1438387" cy="970890"/>
          </a:xfrm>
          <a:prstGeom prst="wedgeRectCallout">
            <a:avLst>
              <a:gd name="adj1" fmla="val -61477"/>
              <a:gd name="adj2" fmla="val 23901"/>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強調の色</a:t>
            </a:r>
          </a:p>
        </p:txBody>
      </p:sp>
      <p:sp>
        <p:nvSpPr>
          <p:cNvPr id="39" name="四角形吹き出し 38"/>
          <p:cNvSpPr/>
          <p:nvPr userDrawn="1"/>
        </p:nvSpPr>
        <p:spPr>
          <a:xfrm>
            <a:off x="-2959618" y="-919028"/>
            <a:ext cx="2448136" cy="1838056"/>
          </a:xfrm>
          <a:prstGeom prst="wedgeRectCallout">
            <a:avLst>
              <a:gd name="adj1" fmla="val 68120"/>
              <a:gd name="adj2" fmla="val 16336"/>
            </a:avLst>
          </a:prstGeom>
          <a:solidFill>
            <a:srgbClr val="07628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タイトル（目次と対応させてください。）</a:t>
            </a:r>
            <a:endParaRPr kumimoji="1" lang="en-US" altLang="ja-JP" sz="1463" dirty="0"/>
          </a:p>
          <a:p>
            <a:pPr algn="ctr"/>
            <a:r>
              <a:rPr kumimoji="1" lang="ja-JP" altLang="en-US" sz="1463" dirty="0"/>
              <a:t>フォント：メイリオ見出し</a:t>
            </a:r>
            <a:endParaRPr kumimoji="1" lang="en-US" altLang="ja-JP" sz="1463" dirty="0"/>
          </a:p>
          <a:p>
            <a:pPr algn="ctr"/>
            <a:r>
              <a:rPr lang="ja-JP" altLang="en-US" sz="1463" dirty="0"/>
              <a:t>サイズ：</a:t>
            </a:r>
            <a:r>
              <a:rPr lang="en-US" altLang="ja-JP" sz="1463" dirty="0"/>
              <a:t>48</a:t>
            </a:r>
          </a:p>
          <a:p>
            <a:pPr algn="ctr"/>
            <a:r>
              <a:rPr lang="ja-JP" altLang="en-US" sz="1463" dirty="0"/>
              <a:t>ボールド</a:t>
            </a:r>
            <a:endParaRPr lang="en-US" altLang="ja-JP" sz="1463" dirty="0"/>
          </a:p>
          <a:p>
            <a:pPr algn="ctr"/>
            <a:r>
              <a:rPr lang="ja-JP" altLang="en-US" sz="1463" dirty="0"/>
              <a:t>真ん中寄せ</a:t>
            </a:r>
            <a:endParaRPr kumimoji="1" lang="en-US" altLang="ja-JP" sz="1463" dirty="0"/>
          </a:p>
        </p:txBody>
      </p:sp>
      <p:sp>
        <p:nvSpPr>
          <p:cNvPr id="45" name="四角形吹き出し 44"/>
          <p:cNvSpPr/>
          <p:nvPr userDrawn="1"/>
        </p:nvSpPr>
        <p:spPr>
          <a:xfrm>
            <a:off x="-2933551" y="2899809"/>
            <a:ext cx="2448136" cy="1838056"/>
          </a:xfrm>
          <a:prstGeom prst="wedgeRectCallout">
            <a:avLst>
              <a:gd name="adj1" fmla="val 68120"/>
              <a:gd name="adj2" fmla="val 16336"/>
            </a:avLst>
          </a:prstGeom>
          <a:solidFill>
            <a:srgbClr val="07628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小見出し</a:t>
            </a:r>
            <a:endParaRPr kumimoji="1" lang="en-US" altLang="ja-JP" sz="1463" dirty="0"/>
          </a:p>
          <a:p>
            <a:pPr algn="ctr"/>
            <a:r>
              <a:rPr kumimoji="1" lang="ja-JP" altLang="en-US" sz="1463" dirty="0"/>
              <a:t>フォント：メイリオ本文</a:t>
            </a:r>
            <a:endParaRPr kumimoji="1" lang="en-US" altLang="ja-JP" sz="1463" dirty="0"/>
          </a:p>
          <a:p>
            <a:pPr algn="ctr"/>
            <a:r>
              <a:rPr lang="ja-JP" altLang="en-US" sz="1463" dirty="0"/>
              <a:t>サイズ：</a:t>
            </a:r>
            <a:r>
              <a:rPr lang="en-US" altLang="ja-JP" sz="1463" dirty="0"/>
              <a:t>32</a:t>
            </a:r>
          </a:p>
          <a:p>
            <a:pPr algn="ctr"/>
            <a:r>
              <a:rPr lang="ja-JP" altLang="en-US" sz="1463" dirty="0"/>
              <a:t>ボールド</a:t>
            </a:r>
            <a:endParaRPr lang="en-US" altLang="ja-JP" sz="1463" dirty="0"/>
          </a:p>
          <a:p>
            <a:pPr algn="ctr"/>
            <a:r>
              <a:rPr kumimoji="1" lang="ja-JP" altLang="en-US" sz="1463" dirty="0"/>
              <a:t>左寄せ</a:t>
            </a:r>
            <a:endParaRPr kumimoji="1" lang="en-US" altLang="ja-JP" sz="1463" dirty="0"/>
          </a:p>
        </p:txBody>
      </p:sp>
      <p:sp>
        <p:nvSpPr>
          <p:cNvPr id="46" name="四角形吹き出し 45"/>
          <p:cNvSpPr/>
          <p:nvPr userDrawn="1"/>
        </p:nvSpPr>
        <p:spPr>
          <a:xfrm>
            <a:off x="-2933551" y="4895865"/>
            <a:ext cx="2448136" cy="1838056"/>
          </a:xfrm>
          <a:prstGeom prst="wedgeRectCallout">
            <a:avLst>
              <a:gd name="adj1" fmla="val 68617"/>
              <a:gd name="adj2" fmla="val -24441"/>
            </a:avLst>
          </a:prstGeom>
          <a:solidFill>
            <a:srgbClr val="07628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本文</a:t>
            </a:r>
            <a:endParaRPr kumimoji="1" lang="en-US" altLang="ja-JP" sz="1463" dirty="0"/>
          </a:p>
          <a:p>
            <a:pPr algn="ctr"/>
            <a:r>
              <a:rPr kumimoji="1" lang="ja-JP" altLang="en-US" sz="1463" dirty="0"/>
              <a:t>フォント：メイリオ本文</a:t>
            </a:r>
            <a:endParaRPr kumimoji="1" lang="en-US" altLang="ja-JP" sz="1463" dirty="0"/>
          </a:p>
          <a:p>
            <a:pPr algn="ctr"/>
            <a:r>
              <a:rPr lang="ja-JP" altLang="en-US" sz="1463" dirty="0"/>
              <a:t>サイズ：</a:t>
            </a:r>
            <a:r>
              <a:rPr lang="en-US" altLang="ja-JP" sz="1463" dirty="0"/>
              <a:t>18</a:t>
            </a:r>
          </a:p>
          <a:p>
            <a:pPr algn="ctr"/>
            <a:r>
              <a:rPr kumimoji="1" lang="ja-JP" altLang="en-US" sz="1463" dirty="0"/>
              <a:t>左寄せ</a:t>
            </a:r>
            <a:endParaRPr kumimoji="1" lang="en-US" altLang="ja-JP" sz="1463" dirty="0"/>
          </a:p>
        </p:txBody>
      </p:sp>
      <p:sp>
        <p:nvSpPr>
          <p:cNvPr id="23" name="四角形吹き出し 22"/>
          <p:cNvSpPr/>
          <p:nvPr userDrawn="1"/>
        </p:nvSpPr>
        <p:spPr>
          <a:xfrm>
            <a:off x="10657068" y="5752795"/>
            <a:ext cx="1645113" cy="970890"/>
          </a:xfrm>
          <a:prstGeom prst="wedgeRectCallout">
            <a:avLst>
              <a:gd name="adj1" fmla="val -62408"/>
              <a:gd name="adj2" fmla="val 9477"/>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この赤ガイド線内に収まるように作成してください</a:t>
            </a:r>
          </a:p>
        </p:txBody>
      </p:sp>
    </p:spTree>
    <p:extLst>
      <p:ext uri="{BB962C8B-B14F-4D97-AF65-F5344CB8AC3E}">
        <p14:creationId xmlns:p14="http://schemas.microsoft.com/office/powerpoint/2010/main" val="2970722344"/>
      </p:ext>
    </p:extLst>
  </p:cSld>
  <p:clrMapOvr>
    <a:masterClrMapping/>
  </p:clrMapOvr>
  <p:hf hdr="0" ftr="0" dt="0"/>
  <p:extLst>
    <p:ext uri="{DCECCB84-F9BA-43D5-87BE-67443E8EF086}">
      <p15:sldGuideLst xmlns:p15="http://schemas.microsoft.com/office/powerpoint/2012/main">
        <p15:guide id="1" orient="horz" pos="2160">
          <p15:clr>
            <a:srgbClr val="000000"/>
          </p15:clr>
        </p15:guide>
        <p15:guide id="2" pos="3840">
          <p15:clr>
            <a:srgbClr val="000000"/>
          </p15:clr>
        </p15:guide>
      </p15:sldGuideLst>
    </p:ext>
  </p:extLst>
</p:sldLayout>
</file>

<file path=ppt/slideLayouts/slideLayout29.xml><?xml version="1.0" encoding="utf-8"?>
<p:sldLayout xmlns:a="http://schemas.openxmlformats.org/drawingml/2006/main" xmlns:r="http://schemas.openxmlformats.org/officeDocument/2006/relationships" xmlns:p="http://schemas.openxmlformats.org/presentationml/2006/main" userDrawn="1">
  <p:cSld name="17_タイトルとコンテンツ">
    <p:spTree>
      <p:nvGrpSpPr>
        <p:cNvPr id="1" name=""/>
        <p:cNvGrpSpPr/>
        <p:nvPr/>
      </p:nvGrpSpPr>
      <p:grpSpPr>
        <a:xfrm>
          <a:off x="0" y="0"/>
          <a:ext cx="0" cy="0"/>
          <a:chOff x="0" y="0"/>
          <a:chExt cx="0" cy="0"/>
        </a:xfrm>
      </p:grpSpPr>
      <p:graphicFrame>
        <p:nvGraphicFramePr>
          <p:cNvPr id="26" name="表 25"/>
          <p:cNvGraphicFramePr>
            <a:graphicFrameLocks noGrp="1"/>
          </p:cNvGraphicFramePr>
          <p:nvPr userDrawn="1"/>
        </p:nvGraphicFramePr>
        <p:xfrm>
          <a:off x="0" y="727606"/>
          <a:ext cx="438463" cy="5882490"/>
        </p:xfrm>
        <a:graphic>
          <a:graphicData uri="http://schemas.openxmlformats.org/drawingml/2006/table">
            <a:tbl>
              <a:tblPr firstRow="1" bandRow="1">
                <a:tableStyleId>{5C22544A-7EE6-4342-B048-85BDC9FD1C3A}</a:tableStyleId>
              </a:tblPr>
              <a:tblGrid>
                <a:gridCol w="438463">
                  <a:extLst>
                    <a:ext uri="{9D8B030D-6E8A-4147-A177-3AD203B41FA5}">
                      <a16:colId xmlns:a16="http://schemas.microsoft.com/office/drawing/2014/main" val="2456847792"/>
                    </a:ext>
                  </a:extLst>
                </a:gridCol>
              </a:tblGrid>
              <a:tr h="980415">
                <a:tc>
                  <a:txBody>
                    <a:bodyPr/>
                    <a:lstStyle/>
                    <a:p>
                      <a:pPr algn="ctr"/>
                      <a:r>
                        <a:rPr kumimoji="1" lang="ja-JP" altLang="en-US" sz="1100" b="1" dirty="0">
                          <a:solidFill>
                            <a:schemeClr val="bg1"/>
                          </a:solidFill>
                        </a:rPr>
                        <a:t>①タイトル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1512206185"/>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②タイトル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2631667891"/>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③タイトル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627911894"/>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④タイトル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2091809632"/>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⑤タイトル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1750606519"/>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⑥タイトル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149417652"/>
                  </a:ext>
                </a:extLst>
              </a:tr>
            </a:tbl>
          </a:graphicData>
        </a:graphic>
      </p:graphicFrame>
      <p:sp>
        <p:nvSpPr>
          <p:cNvPr id="35" name="正方形/長方形 34"/>
          <p:cNvSpPr/>
          <p:nvPr userDrawn="1"/>
        </p:nvSpPr>
        <p:spPr>
          <a:xfrm>
            <a:off x="85255" y="1119975"/>
            <a:ext cx="267950" cy="5341188"/>
          </a:xfrm>
          <a:prstGeom prst="rect">
            <a:avLst/>
          </a:prstGeom>
          <a:solidFill>
            <a:srgbClr val="FF00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vert="eaVert" rtlCol="0" anchor="ctr"/>
          <a:lstStyle/>
          <a:p>
            <a:pPr algn="ctr"/>
            <a:r>
              <a:rPr kumimoji="1" lang="ja-JP" altLang="en-US" sz="1463" dirty="0"/>
              <a:t>こちらで変更します。</a:t>
            </a:r>
          </a:p>
        </p:txBody>
      </p:sp>
      <p:sp>
        <p:nvSpPr>
          <p:cNvPr id="8" name="正方形/長方形 7"/>
          <p:cNvSpPr/>
          <p:nvPr userDrawn="1"/>
        </p:nvSpPr>
        <p:spPr>
          <a:xfrm>
            <a:off x="0" y="6610097"/>
            <a:ext cx="9906000" cy="24765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7" name="Text Box 31"/>
          <p:cNvSpPr txBox="1">
            <a:spLocks noChangeArrowheads="1"/>
          </p:cNvSpPr>
          <p:nvPr userDrawn="1"/>
        </p:nvSpPr>
        <p:spPr bwMode="auto">
          <a:xfrm>
            <a:off x="42215" y="6580034"/>
            <a:ext cx="4206531" cy="267446"/>
          </a:xfrm>
          <a:prstGeom prst="rect">
            <a:avLst/>
          </a:prstGeom>
          <a:noFill/>
          <a:ln w="9525">
            <a:noFill/>
            <a:miter lim="800000"/>
            <a:headEnd/>
            <a:tailEnd/>
          </a:ln>
          <a:effectLst/>
        </p:spPr>
        <p:txBody>
          <a:bodyPr wrap="square">
            <a:spAutoFit/>
          </a:bodyPr>
          <a:lstStyle/>
          <a:p>
            <a:pPr>
              <a:defRPr/>
            </a:pPr>
            <a:r>
              <a:rPr lang="en-US" altLang="ja-JP" sz="1138" b="1" dirty="0" err="1">
                <a:solidFill>
                  <a:schemeClr val="bg1"/>
                </a:solidFill>
                <a:latin typeface="Monotype Corsiva" pitchFamily="66" charset="0"/>
                <a:ea typeface="HGP創英角ｺﾞｼｯｸUB" pitchFamily="50" charset="-128"/>
              </a:rPr>
              <a:t>Copyright©Funai</a:t>
            </a:r>
            <a:r>
              <a:rPr lang="en-US" altLang="ja-JP" sz="1138" b="1" dirty="0">
                <a:solidFill>
                  <a:schemeClr val="bg1"/>
                </a:solidFill>
                <a:latin typeface="Monotype Corsiva" pitchFamily="66" charset="0"/>
                <a:ea typeface="HGP創英角ｺﾞｼｯｸUB" pitchFamily="50" charset="-128"/>
              </a:rPr>
              <a:t> Consulting Incorporated </a:t>
            </a:r>
            <a:r>
              <a:rPr lang="ja-JP" altLang="en-US" sz="1138" b="1" dirty="0">
                <a:solidFill>
                  <a:schemeClr val="bg1"/>
                </a:solidFill>
                <a:latin typeface="Monotype Corsiva" pitchFamily="66" charset="0"/>
                <a:ea typeface="HGP創英角ｺﾞｼｯｸUB" pitchFamily="50" charset="-128"/>
              </a:rPr>
              <a:t>　　（</a:t>
            </a:r>
            <a:r>
              <a:rPr lang="en-US" altLang="ja-JP" sz="1138" b="1" dirty="0" err="1">
                <a:solidFill>
                  <a:schemeClr val="bg1"/>
                </a:solidFill>
                <a:latin typeface="Monotype Corsiva" pitchFamily="66" charset="0"/>
                <a:ea typeface="HGP創英角ｺﾞｼｯｸUB" pitchFamily="50" charset="-128"/>
              </a:rPr>
              <a:t>Funai</a:t>
            </a:r>
            <a:r>
              <a:rPr lang="en-US" altLang="ja-JP" sz="1138" b="1" dirty="0">
                <a:solidFill>
                  <a:schemeClr val="bg1"/>
                </a:solidFill>
                <a:latin typeface="Monotype Corsiva" pitchFamily="66" charset="0"/>
                <a:ea typeface="HGP創英角ｺﾞｼｯｸUB" pitchFamily="50" charset="-128"/>
              </a:rPr>
              <a:t> Consulting</a:t>
            </a:r>
            <a:r>
              <a:rPr lang="ja-JP" altLang="en-US" sz="1138" b="1" dirty="0">
                <a:solidFill>
                  <a:schemeClr val="bg1"/>
                </a:solidFill>
                <a:latin typeface="Monotype Corsiva" pitchFamily="66" charset="0"/>
                <a:ea typeface="HGP創英角ｺﾞｼｯｸUB" pitchFamily="50" charset="-128"/>
              </a:rPr>
              <a:t> </a:t>
            </a:r>
            <a:r>
              <a:rPr lang="en-US" altLang="ja-JP" sz="1138" b="1" dirty="0">
                <a:solidFill>
                  <a:schemeClr val="bg1"/>
                </a:solidFill>
                <a:latin typeface="Monotype Corsiva" pitchFamily="66" charset="0"/>
                <a:ea typeface="HGP創英角ｺﾞｼｯｸUB" pitchFamily="50" charset="-128"/>
              </a:rPr>
              <a:t>Inc.</a:t>
            </a:r>
            <a:r>
              <a:rPr lang="ja-JP" altLang="en-US" sz="1138" b="1" dirty="0">
                <a:solidFill>
                  <a:schemeClr val="bg1"/>
                </a:solidFill>
                <a:latin typeface="Monotype Corsiva" pitchFamily="66" charset="0"/>
                <a:ea typeface="HGP創英角ｺﾞｼｯｸUB" pitchFamily="50" charset="-128"/>
              </a:rPr>
              <a:t>）</a:t>
            </a:r>
            <a:endParaRPr lang="en-US" altLang="ja-JP" sz="1138" b="1" dirty="0">
              <a:solidFill>
                <a:schemeClr val="bg1"/>
              </a:solidFill>
              <a:latin typeface="Monotype Corsiva" pitchFamily="66" charset="0"/>
              <a:ea typeface="HGP創英角ｺﾞｼｯｸUB" pitchFamily="50" charset="-128"/>
            </a:endParaRPr>
          </a:p>
        </p:txBody>
      </p:sp>
      <p:sp>
        <p:nvSpPr>
          <p:cNvPr id="12" name="スライド番号プレースホルダー 11"/>
          <p:cNvSpPr>
            <a:spLocks noGrp="1"/>
          </p:cNvSpPr>
          <p:nvPr>
            <p:ph type="sldNum" sz="quarter" idx="12"/>
          </p:nvPr>
        </p:nvSpPr>
        <p:spPr>
          <a:xfrm>
            <a:off x="7677150" y="6551360"/>
            <a:ext cx="2228850" cy="365125"/>
          </a:xfrm>
        </p:spPr>
        <p:txBody>
          <a:bodyPr/>
          <a:lstStyle>
            <a:lvl1pPr>
              <a:defRPr sz="1300" b="1">
                <a:solidFill>
                  <a:schemeClr val="bg1"/>
                </a:solidFill>
              </a:defRPr>
            </a:lvl1pPr>
          </a:lstStyle>
          <a:p>
            <a:fld id="{85FC83C8-0BB2-4721-BA19-3C9CC69276E3}" type="slidenum">
              <a:rPr lang="ja-JP" altLang="en-US" smtClean="0"/>
              <a:pPr/>
              <a:t>‹#›</a:t>
            </a:fld>
            <a:endParaRPr lang="ja-JP" altLang="en-US"/>
          </a:p>
        </p:txBody>
      </p:sp>
      <p:sp>
        <p:nvSpPr>
          <p:cNvPr id="22" name="楕円 21"/>
          <p:cNvSpPr/>
          <p:nvPr userDrawn="1"/>
        </p:nvSpPr>
        <p:spPr>
          <a:xfrm>
            <a:off x="-2244328" y="-788766"/>
            <a:ext cx="14437221" cy="1759809"/>
          </a:xfrm>
          <a:prstGeom prst="ellipse">
            <a:avLst/>
          </a:prstGeom>
          <a:solidFill>
            <a:srgbClr val="8B945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24" name="タイトル 1"/>
          <p:cNvSpPr>
            <a:spLocks noGrp="1"/>
          </p:cNvSpPr>
          <p:nvPr>
            <p:ph type="title"/>
          </p:nvPr>
        </p:nvSpPr>
        <p:spPr>
          <a:xfrm>
            <a:off x="255770" y="245205"/>
            <a:ext cx="9378221" cy="605918"/>
          </a:xfrm>
        </p:spPr>
        <p:txBody>
          <a:bodyPr>
            <a:noAutofit/>
          </a:bodyPr>
          <a:lstStyle>
            <a:lvl1pPr algn="ctr">
              <a:defRPr sz="3900" b="1">
                <a:solidFill>
                  <a:schemeClr val="bg1"/>
                </a:solidFill>
              </a:defRPr>
            </a:lvl1pPr>
          </a:lstStyle>
          <a:p>
            <a:r>
              <a:rPr kumimoji="1" lang="ja-JP" altLang="en-US" dirty="0"/>
              <a:t>マスター タイトルの書式設定</a:t>
            </a:r>
          </a:p>
        </p:txBody>
      </p:sp>
      <p:sp>
        <p:nvSpPr>
          <p:cNvPr id="36" name="正方形/長方形 35"/>
          <p:cNvSpPr/>
          <p:nvPr userDrawn="1"/>
        </p:nvSpPr>
        <p:spPr>
          <a:xfrm>
            <a:off x="-2650779" y="-1508644"/>
            <a:ext cx="2642953" cy="3507698"/>
          </a:xfrm>
          <a:prstGeom prst="rect">
            <a:avLst/>
          </a:prstGeom>
          <a:solidFill>
            <a:srgbClr val="E6E6E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37" name="正方形/長方形 36"/>
          <p:cNvSpPr/>
          <p:nvPr userDrawn="1"/>
        </p:nvSpPr>
        <p:spPr>
          <a:xfrm>
            <a:off x="-200669" y="-3521490"/>
            <a:ext cx="11734663" cy="3507698"/>
          </a:xfrm>
          <a:prstGeom prst="rect">
            <a:avLst/>
          </a:prstGeom>
          <a:solidFill>
            <a:srgbClr val="E6E6E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38" name="正方形/長方形 37"/>
          <p:cNvSpPr/>
          <p:nvPr userDrawn="1"/>
        </p:nvSpPr>
        <p:spPr>
          <a:xfrm>
            <a:off x="9918180" y="-2387723"/>
            <a:ext cx="2642953" cy="3507698"/>
          </a:xfrm>
          <a:prstGeom prst="rect">
            <a:avLst/>
          </a:prstGeom>
          <a:solidFill>
            <a:srgbClr val="E6E6E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27" name="楕円 26"/>
          <p:cNvSpPr/>
          <p:nvPr userDrawn="1"/>
        </p:nvSpPr>
        <p:spPr>
          <a:xfrm>
            <a:off x="10081668" y="4975630"/>
            <a:ext cx="340519" cy="417363"/>
          </a:xfrm>
          <a:prstGeom prst="ellipse">
            <a:avLst/>
          </a:prstGeom>
          <a:solidFill>
            <a:srgbClr val="8B945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28" name="楕円 27"/>
          <p:cNvSpPr/>
          <p:nvPr userDrawn="1"/>
        </p:nvSpPr>
        <p:spPr>
          <a:xfrm>
            <a:off x="10081668" y="3641505"/>
            <a:ext cx="340519" cy="417363"/>
          </a:xfrm>
          <a:prstGeom prst="ellipse">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29" name="楕円 28"/>
          <p:cNvSpPr/>
          <p:nvPr userDrawn="1"/>
        </p:nvSpPr>
        <p:spPr>
          <a:xfrm>
            <a:off x="10081668" y="2307380"/>
            <a:ext cx="340519" cy="417363"/>
          </a:xfrm>
          <a:prstGeom prst="ellipse">
            <a:avLst/>
          </a:prstGeom>
          <a:solidFill>
            <a:schemeClr val="bg2">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30" name="楕円 29"/>
          <p:cNvSpPr/>
          <p:nvPr userDrawn="1"/>
        </p:nvSpPr>
        <p:spPr>
          <a:xfrm>
            <a:off x="10081668" y="973255"/>
            <a:ext cx="340519" cy="417363"/>
          </a:xfrm>
          <a:prstGeom prst="ellipse">
            <a:avLst/>
          </a:prstGeom>
          <a:solidFill>
            <a:schemeClr val="bg2">
              <a:lumMod val="2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31" name="四角形吹き出し 30"/>
          <p:cNvSpPr/>
          <p:nvPr userDrawn="1"/>
        </p:nvSpPr>
        <p:spPr>
          <a:xfrm>
            <a:off x="10657068" y="419727"/>
            <a:ext cx="1438387" cy="970890"/>
          </a:xfrm>
          <a:prstGeom prst="wedgeRectCallout">
            <a:avLst>
              <a:gd name="adj1" fmla="val -61477"/>
              <a:gd name="adj2" fmla="val 23901"/>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文字の色</a:t>
            </a:r>
          </a:p>
        </p:txBody>
      </p:sp>
      <p:sp>
        <p:nvSpPr>
          <p:cNvPr id="32" name="四角形吹き出し 31"/>
          <p:cNvSpPr/>
          <p:nvPr userDrawn="1"/>
        </p:nvSpPr>
        <p:spPr>
          <a:xfrm>
            <a:off x="10657068" y="1821934"/>
            <a:ext cx="1438387" cy="970890"/>
          </a:xfrm>
          <a:prstGeom prst="wedgeRectCallout">
            <a:avLst>
              <a:gd name="adj1" fmla="val -61477"/>
              <a:gd name="adj2" fmla="val 23901"/>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やじるしなどの図形の色</a:t>
            </a:r>
          </a:p>
        </p:txBody>
      </p:sp>
      <p:sp>
        <p:nvSpPr>
          <p:cNvPr id="33" name="四角形吹き出し 32"/>
          <p:cNvSpPr/>
          <p:nvPr userDrawn="1"/>
        </p:nvSpPr>
        <p:spPr>
          <a:xfrm>
            <a:off x="10657068" y="4490184"/>
            <a:ext cx="1438387" cy="970890"/>
          </a:xfrm>
          <a:prstGeom prst="wedgeRectCallout">
            <a:avLst>
              <a:gd name="adj1" fmla="val -61477"/>
              <a:gd name="adj2" fmla="val 23901"/>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ベースの色</a:t>
            </a:r>
          </a:p>
        </p:txBody>
      </p:sp>
      <p:sp>
        <p:nvSpPr>
          <p:cNvPr id="34" name="四角形吹き出し 33"/>
          <p:cNvSpPr/>
          <p:nvPr userDrawn="1"/>
        </p:nvSpPr>
        <p:spPr>
          <a:xfrm>
            <a:off x="10657068" y="3156059"/>
            <a:ext cx="1438387" cy="970890"/>
          </a:xfrm>
          <a:prstGeom prst="wedgeRectCallout">
            <a:avLst>
              <a:gd name="adj1" fmla="val -61477"/>
              <a:gd name="adj2" fmla="val 23901"/>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強調の色</a:t>
            </a:r>
          </a:p>
        </p:txBody>
      </p:sp>
      <p:sp>
        <p:nvSpPr>
          <p:cNvPr id="39" name="四角形吹き出し 38"/>
          <p:cNvSpPr/>
          <p:nvPr userDrawn="1"/>
        </p:nvSpPr>
        <p:spPr>
          <a:xfrm>
            <a:off x="-2959618" y="-919028"/>
            <a:ext cx="2448136" cy="1838056"/>
          </a:xfrm>
          <a:prstGeom prst="wedgeRectCallout">
            <a:avLst>
              <a:gd name="adj1" fmla="val 68120"/>
              <a:gd name="adj2" fmla="val 16336"/>
            </a:avLst>
          </a:prstGeom>
          <a:solidFill>
            <a:srgbClr val="07628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タイトル（目次と対応させてください。）</a:t>
            </a:r>
            <a:endParaRPr kumimoji="1" lang="en-US" altLang="ja-JP" sz="1463" dirty="0"/>
          </a:p>
          <a:p>
            <a:pPr algn="ctr"/>
            <a:r>
              <a:rPr kumimoji="1" lang="ja-JP" altLang="en-US" sz="1463" dirty="0"/>
              <a:t>フォント：メイリオ見出し</a:t>
            </a:r>
            <a:endParaRPr kumimoji="1" lang="en-US" altLang="ja-JP" sz="1463" dirty="0"/>
          </a:p>
          <a:p>
            <a:pPr algn="ctr"/>
            <a:r>
              <a:rPr lang="ja-JP" altLang="en-US" sz="1463" dirty="0"/>
              <a:t>サイズ：</a:t>
            </a:r>
            <a:r>
              <a:rPr lang="en-US" altLang="ja-JP" sz="1463" dirty="0"/>
              <a:t>48</a:t>
            </a:r>
          </a:p>
          <a:p>
            <a:pPr algn="ctr"/>
            <a:r>
              <a:rPr lang="ja-JP" altLang="en-US" sz="1463" dirty="0"/>
              <a:t>ボールド</a:t>
            </a:r>
            <a:endParaRPr lang="en-US" altLang="ja-JP" sz="1463" dirty="0"/>
          </a:p>
          <a:p>
            <a:pPr algn="ctr"/>
            <a:r>
              <a:rPr lang="ja-JP" altLang="en-US" sz="1463" dirty="0"/>
              <a:t>真ん中寄せ</a:t>
            </a:r>
            <a:endParaRPr kumimoji="1" lang="en-US" altLang="ja-JP" sz="1463" dirty="0"/>
          </a:p>
        </p:txBody>
      </p:sp>
      <p:sp>
        <p:nvSpPr>
          <p:cNvPr id="45" name="四角形吹き出し 44"/>
          <p:cNvSpPr/>
          <p:nvPr userDrawn="1"/>
        </p:nvSpPr>
        <p:spPr>
          <a:xfrm>
            <a:off x="-2933551" y="2899809"/>
            <a:ext cx="2448136" cy="1838056"/>
          </a:xfrm>
          <a:prstGeom prst="wedgeRectCallout">
            <a:avLst>
              <a:gd name="adj1" fmla="val 68120"/>
              <a:gd name="adj2" fmla="val 16336"/>
            </a:avLst>
          </a:prstGeom>
          <a:solidFill>
            <a:srgbClr val="07628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小見出し</a:t>
            </a:r>
            <a:endParaRPr kumimoji="1" lang="en-US" altLang="ja-JP" sz="1463" dirty="0"/>
          </a:p>
          <a:p>
            <a:pPr algn="ctr"/>
            <a:r>
              <a:rPr kumimoji="1" lang="ja-JP" altLang="en-US" sz="1463" dirty="0"/>
              <a:t>フォント：メイリオ本文</a:t>
            </a:r>
            <a:endParaRPr kumimoji="1" lang="en-US" altLang="ja-JP" sz="1463" dirty="0"/>
          </a:p>
          <a:p>
            <a:pPr algn="ctr"/>
            <a:r>
              <a:rPr lang="ja-JP" altLang="en-US" sz="1463" dirty="0"/>
              <a:t>サイズ：</a:t>
            </a:r>
            <a:r>
              <a:rPr lang="en-US" altLang="ja-JP" sz="1463" dirty="0"/>
              <a:t>32</a:t>
            </a:r>
          </a:p>
          <a:p>
            <a:pPr algn="ctr"/>
            <a:r>
              <a:rPr lang="ja-JP" altLang="en-US" sz="1463" dirty="0"/>
              <a:t>ボールド</a:t>
            </a:r>
            <a:endParaRPr lang="en-US" altLang="ja-JP" sz="1463" dirty="0"/>
          </a:p>
          <a:p>
            <a:pPr algn="ctr"/>
            <a:r>
              <a:rPr kumimoji="1" lang="ja-JP" altLang="en-US" sz="1463" dirty="0"/>
              <a:t>左寄せ</a:t>
            </a:r>
            <a:endParaRPr kumimoji="1" lang="en-US" altLang="ja-JP" sz="1463" dirty="0"/>
          </a:p>
        </p:txBody>
      </p:sp>
      <p:sp>
        <p:nvSpPr>
          <p:cNvPr id="46" name="四角形吹き出し 45"/>
          <p:cNvSpPr/>
          <p:nvPr userDrawn="1"/>
        </p:nvSpPr>
        <p:spPr>
          <a:xfrm>
            <a:off x="-2933551" y="4895865"/>
            <a:ext cx="2448136" cy="1838056"/>
          </a:xfrm>
          <a:prstGeom prst="wedgeRectCallout">
            <a:avLst>
              <a:gd name="adj1" fmla="val 68617"/>
              <a:gd name="adj2" fmla="val -24441"/>
            </a:avLst>
          </a:prstGeom>
          <a:solidFill>
            <a:srgbClr val="07628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本文</a:t>
            </a:r>
            <a:endParaRPr kumimoji="1" lang="en-US" altLang="ja-JP" sz="1463" dirty="0"/>
          </a:p>
          <a:p>
            <a:pPr algn="ctr"/>
            <a:r>
              <a:rPr kumimoji="1" lang="ja-JP" altLang="en-US" sz="1463" dirty="0"/>
              <a:t>フォント：メイリオ本文</a:t>
            </a:r>
            <a:endParaRPr kumimoji="1" lang="en-US" altLang="ja-JP" sz="1463" dirty="0"/>
          </a:p>
          <a:p>
            <a:pPr algn="ctr"/>
            <a:r>
              <a:rPr lang="ja-JP" altLang="en-US" sz="1463" dirty="0"/>
              <a:t>サイズ：</a:t>
            </a:r>
            <a:r>
              <a:rPr lang="en-US" altLang="ja-JP" sz="1463" dirty="0"/>
              <a:t>18</a:t>
            </a:r>
          </a:p>
          <a:p>
            <a:pPr algn="ctr"/>
            <a:r>
              <a:rPr kumimoji="1" lang="ja-JP" altLang="en-US" sz="1463" dirty="0"/>
              <a:t>左寄せ</a:t>
            </a:r>
            <a:endParaRPr kumimoji="1" lang="en-US" altLang="ja-JP" sz="1463" dirty="0"/>
          </a:p>
        </p:txBody>
      </p:sp>
      <p:sp>
        <p:nvSpPr>
          <p:cNvPr id="23" name="四角形吹き出し 22"/>
          <p:cNvSpPr/>
          <p:nvPr userDrawn="1"/>
        </p:nvSpPr>
        <p:spPr>
          <a:xfrm>
            <a:off x="10657068" y="5752795"/>
            <a:ext cx="1645113" cy="970890"/>
          </a:xfrm>
          <a:prstGeom prst="wedgeRectCallout">
            <a:avLst>
              <a:gd name="adj1" fmla="val -62408"/>
              <a:gd name="adj2" fmla="val 9477"/>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この赤ガイド線内に収まるように作成してください</a:t>
            </a:r>
          </a:p>
        </p:txBody>
      </p:sp>
    </p:spTree>
    <p:extLst>
      <p:ext uri="{BB962C8B-B14F-4D97-AF65-F5344CB8AC3E}">
        <p14:creationId xmlns:p14="http://schemas.microsoft.com/office/powerpoint/2010/main" val="2225032254"/>
      </p:ext>
    </p:extLst>
  </p:cSld>
  <p:clrMapOvr>
    <a:masterClrMapping/>
  </p:clrMapOvr>
  <p:hf hdr="0" ftr="0" dt="0"/>
  <p:extLst>
    <p:ext uri="{DCECCB84-F9BA-43D5-87BE-67443E8EF086}">
      <p15:sldGuideLst xmlns:p15="http://schemas.microsoft.com/office/powerpoint/2012/main">
        <p15:guide id="1" orient="horz" pos="2160">
          <p15:clr>
            <a:srgbClr val="000000"/>
          </p15:clr>
        </p15:guide>
        <p15:guide id="2" pos="3840">
          <p15:clr>
            <a:srgbClr val="000000"/>
          </p15:clr>
        </p15:guide>
      </p15:sldGuideLst>
    </p:ext>
  </p:extLst>
</p:sldLayout>
</file>

<file path=ppt/slideLayouts/slideLayout30.xml><?xml version="1.0" encoding="utf-8"?>
<p:sldLayout xmlns:a="http://schemas.openxmlformats.org/drawingml/2006/main" xmlns:r="http://schemas.openxmlformats.org/officeDocument/2006/relationships" xmlns:p="http://schemas.openxmlformats.org/presentationml/2006/main" userDrawn="1">
  <p:cSld name="18_タイトルとコンテンツ">
    <p:spTree>
      <p:nvGrpSpPr>
        <p:cNvPr id="1" name=""/>
        <p:cNvGrpSpPr/>
        <p:nvPr/>
      </p:nvGrpSpPr>
      <p:grpSpPr>
        <a:xfrm>
          <a:off x="0" y="0"/>
          <a:ext cx="0" cy="0"/>
          <a:chOff x="0" y="0"/>
          <a:chExt cx="0" cy="0"/>
        </a:xfrm>
      </p:grpSpPr>
      <p:graphicFrame>
        <p:nvGraphicFramePr>
          <p:cNvPr id="26" name="表 25"/>
          <p:cNvGraphicFramePr>
            <a:graphicFrameLocks noGrp="1"/>
          </p:cNvGraphicFramePr>
          <p:nvPr userDrawn="1"/>
        </p:nvGraphicFramePr>
        <p:xfrm>
          <a:off x="0" y="727606"/>
          <a:ext cx="438463" cy="5882490"/>
        </p:xfrm>
        <a:graphic>
          <a:graphicData uri="http://schemas.openxmlformats.org/drawingml/2006/table">
            <a:tbl>
              <a:tblPr firstRow="1" bandRow="1">
                <a:tableStyleId>{5C22544A-7EE6-4342-B048-85BDC9FD1C3A}</a:tableStyleId>
              </a:tblPr>
              <a:tblGrid>
                <a:gridCol w="438463">
                  <a:extLst>
                    <a:ext uri="{9D8B030D-6E8A-4147-A177-3AD203B41FA5}">
                      <a16:colId xmlns:a16="http://schemas.microsoft.com/office/drawing/2014/main" val="2456847792"/>
                    </a:ext>
                  </a:extLst>
                </a:gridCol>
              </a:tblGrid>
              <a:tr h="980415">
                <a:tc>
                  <a:txBody>
                    <a:bodyPr/>
                    <a:lstStyle/>
                    <a:p>
                      <a:pPr algn="ctr"/>
                      <a:r>
                        <a:rPr kumimoji="1" lang="ja-JP" altLang="en-US" sz="1100" b="1" dirty="0">
                          <a:solidFill>
                            <a:schemeClr val="bg1"/>
                          </a:solidFill>
                        </a:rPr>
                        <a:t>①タイトル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1512206185"/>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②タイトル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2631667891"/>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③タイトル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627911894"/>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④タイトル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2091809632"/>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⑤タイトル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1750606519"/>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⑥タイトル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149417652"/>
                  </a:ext>
                </a:extLst>
              </a:tr>
            </a:tbl>
          </a:graphicData>
        </a:graphic>
      </p:graphicFrame>
      <p:sp>
        <p:nvSpPr>
          <p:cNvPr id="35" name="正方形/長方形 34"/>
          <p:cNvSpPr/>
          <p:nvPr userDrawn="1"/>
        </p:nvSpPr>
        <p:spPr>
          <a:xfrm>
            <a:off x="85255" y="1119975"/>
            <a:ext cx="267950" cy="5341188"/>
          </a:xfrm>
          <a:prstGeom prst="rect">
            <a:avLst/>
          </a:prstGeom>
          <a:solidFill>
            <a:srgbClr val="FF00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vert="eaVert" rtlCol="0" anchor="ctr"/>
          <a:lstStyle/>
          <a:p>
            <a:pPr algn="ctr"/>
            <a:r>
              <a:rPr kumimoji="1" lang="ja-JP" altLang="en-US" sz="1463" dirty="0"/>
              <a:t>こちらで変更します。</a:t>
            </a:r>
          </a:p>
        </p:txBody>
      </p:sp>
      <p:sp>
        <p:nvSpPr>
          <p:cNvPr id="8" name="正方形/長方形 7"/>
          <p:cNvSpPr/>
          <p:nvPr userDrawn="1"/>
        </p:nvSpPr>
        <p:spPr>
          <a:xfrm>
            <a:off x="0" y="6610097"/>
            <a:ext cx="9906000" cy="24765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7" name="Text Box 31"/>
          <p:cNvSpPr txBox="1">
            <a:spLocks noChangeArrowheads="1"/>
          </p:cNvSpPr>
          <p:nvPr userDrawn="1"/>
        </p:nvSpPr>
        <p:spPr bwMode="auto">
          <a:xfrm>
            <a:off x="42215" y="6580034"/>
            <a:ext cx="4206531" cy="267446"/>
          </a:xfrm>
          <a:prstGeom prst="rect">
            <a:avLst/>
          </a:prstGeom>
          <a:noFill/>
          <a:ln w="9525">
            <a:noFill/>
            <a:miter lim="800000"/>
            <a:headEnd/>
            <a:tailEnd/>
          </a:ln>
          <a:effectLst/>
        </p:spPr>
        <p:txBody>
          <a:bodyPr wrap="square">
            <a:spAutoFit/>
          </a:bodyPr>
          <a:lstStyle/>
          <a:p>
            <a:pPr>
              <a:defRPr/>
            </a:pPr>
            <a:r>
              <a:rPr lang="en-US" altLang="ja-JP" sz="1138" b="1" dirty="0" err="1">
                <a:solidFill>
                  <a:schemeClr val="bg1"/>
                </a:solidFill>
                <a:latin typeface="Monotype Corsiva" pitchFamily="66" charset="0"/>
                <a:ea typeface="HGP創英角ｺﾞｼｯｸUB" pitchFamily="50" charset="-128"/>
              </a:rPr>
              <a:t>Copyright©Funai</a:t>
            </a:r>
            <a:r>
              <a:rPr lang="en-US" altLang="ja-JP" sz="1138" b="1" dirty="0">
                <a:solidFill>
                  <a:schemeClr val="bg1"/>
                </a:solidFill>
                <a:latin typeface="Monotype Corsiva" pitchFamily="66" charset="0"/>
                <a:ea typeface="HGP創英角ｺﾞｼｯｸUB" pitchFamily="50" charset="-128"/>
              </a:rPr>
              <a:t> Consulting Incorporated </a:t>
            </a:r>
            <a:r>
              <a:rPr lang="ja-JP" altLang="en-US" sz="1138" b="1" dirty="0">
                <a:solidFill>
                  <a:schemeClr val="bg1"/>
                </a:solidFill>
                <a:latin typeface="Monotype Corsiva" pitchFamily="66" charset="0"/>
                <a:ea typeface="HGP創英角ｺﾞｼｯｸUB" pitchFamily="50" charset="-128"/>
              </a:rPr>
              <a:t>　　（</a:t>
            </a:r>
            <a:r>
              <a:rPr lang="en-US" altLang="ja-JP" sz="1138" b="1" dirty="0" err="1">
                <a:solidFill>
                  <a:schemeClr val="bg1"/>
                </a:solidFill>
                <a:latin typeface="Monotype Corsiva" pitchFamily="66" charset="0"/>
                <a:ea typeface="HGP創英角ｺﾞｼｯｸUB" pitchFamily="50" charset="-128"/>
              </a:rPr>
              <a:t>Funai</a:t>
            </a:r>
            <a:r>
              <a:rPr lang="en-US" altLang="ja-JP" sz="1138" b="1" dirty="0">
                <a:solidFill>
                  <a:schemeClr val="bg1"/>
                </a:solidFill>
                <a:latin typeface="Monotype Corsiva" pitchFamily="66" charset="0"/>
                <a:ea typeface="HGP創英角ｺﾞｼｯｸUB" pitchFamily="50" charset="-128"/>
              </a:rPr>
              <a:t> Consulting</a:t>
            </a:r>
            <a:r>
              <a:rPr lang="ja-JP" altLang="en-US" sz="1138" b="1" dirty="0">
                <a:solidFill>
                  <a:schemeClr val="bg1"/>
                </a:solidFill>
                <a:latin typeface="Monotype Corsiva" pitchFamily="66" charset="0"/>
                <a:ea typeface="HGP創英角ｺﾞｼｯｸUB" pitchFamily="50" charset="-128"/>
              </a:rPr>
              <a:t> </a:t>
            </a:r>
            <a:r>
              <a:rPr lang="en-US" altLang="ja-JP" sz="1138" b="1" dirty="0">
                <a:solidFill>
                  <a:schemeClr val="bg1"/>
                </a:solidFill>
                <a:latin typeface="Monotype Corsiva" pitchFamily="66" charset="0"/>
                <a:ea typeface="HGP創英角ｺﾞｼｯｸUB" pitchFamily="50" charset="-128"/>
              </a:rPr>
              <a:t>Inc.</a:t>
            </a:r>
            <a:r>
              <a:rPr lang="ja-JP" altLang="en-US" sz="1138" b="1" dirty="0">
                <a:solidFill>
                  <a:schemeClr val="bg1"/>
                </a:solidFill>
                <a:latin typeface="Monotype Corsiva" pitchFamily="66" charset="0"/>
                <a:ea typeface="HGP創英角ｺﾞｼｯｸUB" pitchFamily="50" charset="-128"/>
              </a:rPr>
              <a:t>）</a:t>
            </a:r>
            <a:endParaRPr lang="en-US" altLang="ja-JP" sz="1138" b="1" dirty="0">
              <a:solidFill>
                <a:schemeClr val="bg1"/>
              </a:solidFill>
              <a:latin typeface="Monotype Corsiva" pitchFamily="66" charset="0"/>
              <a:ea typeface="HGP創英角ｺﾞｼｯｸUB" pitchFamily="50" charset="-128"/>
            </a:endParaRPr>
          </a:p>
        </p:txBody>
      </p:sp>
      <p:sp>
        <p:nvSpPr>
          <p:cNvPr id="12" name="スライド番号プレースホルダー 11"/>
          <p:cNvSpPr>
            <a:spLocks noGrp="1"/>
          </p:cNvSpPr>
          <p:nvPr>
            <p:ph type="sldNum" sz="quarter" idx="12"/>
          </p:nvPr>
        </p:nvSpPr>
        <p:spPr>
          <a:xfrm>
            <a:off x="7677150" y="6551360"/>
            <a:ext cx="2228850" cy="365125"/>
          </a:xfrm>
        </p:spPr>
        <p:txBody>
          <a:bodyPr/>
          <a:lstStyle>
            <a:lvl1pPr>
              <a:defRPr sz="1300" b="1">
                <a:solidFill>
                  <a:schemeClr val="bg1"/>
                </a:solidFill>
              </a:defRPr>
            </a:lvl1pPr>
          </a:lstStyle>
          <a:p>
            <a:fld id="{85FC83C8-0BB2-4721-BA19-3C9CC69276E3}" type="slidenum">
              <a:rPr lang="ja-JP" altLang="en-US" smtClean="0"/>
              <a:pPr/>
              <a:t>‹#›</a:t>
            </a:fld>
            <a:endParaRPr lang="ja-JP" altLang="en-US"/>
          </a:p>
        </p:txBody>
      </p:sp>
      <p:sp>
        <p:nvSpPr>
          <p:cNvPr id="22" name="楕円 21"/>
          <p:cNvSpPr/>
          <p:nvPr userDrawn="1"/>
        </p:nvSpPr>
        <p:spPr>
          <a:xfrm>
            <a:off x="-2244328" y="-788766"/>
            <a:ext cx="14437221" cy="1759809"/>
          </a:xfrm>
          <a:prstGeom prst="ellipse">
            <a:avLst/>
          </a:prstGeom>
          <a:solidFill>
            <a:srgbClr val="8B945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24" name="タイトル 1"/>
          <p:cNvSpPr>
            <a:spLocks noGrp="1"/>
          </p:cNvSpPr>
          <p:nvPr>
            <p:ph type="title"/>
          </p:nvPr>
        </p:nvSpPr>
        <p:spPr>
          <a:xfrm>
            <a:off x="255770" y="245205"/>
            <a:ext cx="9378221" cy="605918"/>
          </a:xfrm>
        </p:spPr>
        <p:txBody>
          <a:bodyPr>
            <a:noAutofit/>
          </a:bodyPr>
          <a:lstStyle>
            <a:lvl1pPr algn="ctr">
              <a:defRPr sz="3900" b="1">
                <a:solidFill>
                  <a:schemeClr val="bg1"/>
                </a:solidFill>
              </a:defRPr>
            </a:lvl1pPr>
          </a:lstStyle>
          <a:p>
            <a:r>
              <a:rPr kumimoji="1" lang="ja-JP" altLang="en-US" dirty="0"/>
              <a:t>マスター タイトルの書式設定</a:t>
            </a:r>
          </a:p>
        </p:txBody>
      </p:sp>
      <p:sp>
        <p:nvSpPr>
          <p:cNvPr id="36" name="正方形/長方形 35"/>
          <p:cNvSpPr/>
          <p:nvPr userDrawn="1"/>
        </p:nvSpPr>
        <p:spPr>
          <a:xfrm>
            <a:off x="-2650779" y="-1508644"/>
            <a:ext cx="2642953" cy="3507698"/>
          </a:xfrm>
          <a:prstGeom prst="rect">
            <a:avLst/>
          </a:prstGeom>
          <a:solidFill>
            <a:srgbClr val="E6E6E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37" name="正方形/長方形 36"/>
          <p:cNvSpPr/>
          <p:nvPr userDrawn="1"/>
        </p:nvSpPr>
        <p:spPr>
          <a:xfrm>
            <a:off x="-200669" y="-3521490"/>
            <a:ext cx="11734663" cy="3507698"/>
          </a:xfrm>
          <a:prstGeom prst="rect">
            <a:avLst/>
          </a:prstGeom>
          <a:solidFill>
            <a:srgbClr val="E6E6E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38" name="正方形/長方形 37"/>
          <p:cNvSpPr/>
          <p:nvPr userDrawn="1"/>
        </p:nvSpPr>
        <p:spPr>
          <a:xfrm>
            <a:off x="9918180" y="-2387723"/>
            <a:ext cx="2642953" cy="3507698"/>
          </a:xfrm>
          <a:prstGeom prst="rect">
            <a:avLst/>
          </a:prstGeom>
          <a:solidFill>
            <a:srgbClr val="E6E6E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27" name="楕円 26"/>
          <p:cNvSpPr/>
          <p:nvPr userDrawn="1"/>
        </p:nvSpPr>
        <p:spPr>
          <a:xfrm>
            <a:off x="10081668" y="4975630"/>
            <a:ext cx="340519" cy="417363"/>
          </a:xfrm>
          <a:prstGeom prst="ellipse">
            <a:avLst/>
          </a:prstGeom>
          <a:solidFill>
            <a:srgbClr val="8B945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28" name="楕円 27"/>
          <p:cNvSpPr/>
          <p:nvPr userDrawn="1"/>
        </p:nvSpPr>
        <p:spPr>
          <a:xfrm>
            <a:off x="10081668" y="3641505"/>
            <a:ext cx="340519" cy="417363"/>
          </a:xfrm>
          <a:prstGeom prst="ellipse">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29" name="楕円 28"/>
          <p:cNvSpPr/>
          <p:nvPr userDrawn="1"/>
        </p:nvSpPr>
        <p:spPr>
          <a:xfrm>
            <a:off x="10081668" y="2307380"/>
            <a:ext cx="340519" cy="417363"/>
          </a:xfrm>
          <a:prstGeom prst="ellipse">
            <a:avLst/>
          </a:prstGeom>
          <a:solidFill>
            <a:schemeClr val="bg2">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30" name="楕円 29"/>
          <p:cNvSpPr/>
          <p:nvPr userDrawn="1"/>
        </p:nvSpPr>
        <p:spPr>
          <a:xfrm>
            <a:off x="10081668" y="973255"/>
            <a:ext cx="340519" cy="417363"/>
          </a:xfrm>
          <a:prstGeom prst="ellipse">
            <a:avLst/>
          </a:prstGeom>
          <a:solidFill>
            <a:schemeClr val="bg2">
              <a:lumMod val="2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31" name="四角形吹き出し 30"/>
          <p:cNvSpPr/>
          <p:nvPr userDrawn="1"/>
        </p:nvSpPr>
        <p:spPr>
          <a:xfrm>
            <a:off x="10657068" y="419727"/>
            <a:ext cx="1438387" cy="970890"/>
          </a:xfrm>
          <a:prstGeom prst="wedgeRectCallout">
            <a:avLst>
              <a:gd name="adj1" fmla="val -61477"/>
              <a:gd name="adj2" fmla="val 23901"/>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文字の色</a:t>
            </a:r>
          </a:p>
        </p:txBody>
      </p:sp>
      <p:sp>
        <p:nvSpPr>
          <p:cNvPr id="32" name="四角形吹き出し 31"/>
          <p:cNvSpPr/>
          <p:nvPr userDrawn="1"/>
        </p:nvSpPr>
        <p:spPr>
          <a:xfrm>
            <a:off x="10657068" y="1821934"/>
            <a:ext cx="1438387" cy="970890"/>
          </a:xfrm>
          <a:prstGeom prst="wedgeRectCallout">
            <a:avLst>
              <a:gd name="adj1" fmla="val -61477"/>
              <a:gd name="adj2" fmla="val 23901"/>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やじるしなどの図形の色</a:t>
            </a:r>
          </a:p>
        </p:txBody>
      </p:sp>
      <p:sp>
        <p:nvSpPr>
          <p:cNvPr id="33" name="四角形吹き出し 32"/>
          <p:cNvSpPr/>
          <p:nvPr userDrawn="1"/>
        </p:nvSpPr>
        <p:spPr>
          <a:xfrm>
            <a:off x="10657068" y="4490184"/>
            <a:ext cx="1438387" cy="970890"/>
          </a:xfrm>
          <a:prstGeom prst="wedgeRectCallout">
            <a:avLst>
              <a:gd name="adj1" fmla="val -61477"/>
              <a:gd name="adj2" fmla="val 23901"/>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ベースの色</a:t>
            </a:r>
          </a:p>
        </p:txBody>
      </p:sp>
      <p:sp>
        <p:nvSpPr>
          <p:cNvPr id="34" name="四角形吹き出し 33"/>
          <p:cNvSpPr/>
          <p:nvPr userDrawn="1"/>
        </p:nvSpPr>
        <p:spPr>
          <a:xfrm>
            <a:off x="10657068" y="3156059"/>
            <a:ext cx="1438387" cy="970890"/>
          </a:xfrm>
          <a:prstGeom prst="wedgeRectCallout">
            <a:avLst>
              <a:gd name="adj1" fmla="val -61477"/>
              <a:gd name="adj2" fmla="val 23901"/>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強調の色</a:t>
            </a:r>
          </a:p>
        </p:txBody>
      </p:sp>
      <p:sp>
        <p:nvSpPr>
          <p:cNvPr id="39" name="四角形吹き出し 38"/>
          <p:cNvSpPr/>
          <p:nvPr userDrawn="1"/>
        </p:nvSpPr>
        <p:spPr>
          <a:xfrm>
            <a:off x="-2959618" y="-919028"/>
            <a:ext cx="2448136" cy="1838056"/>
          </a:xfrm>
          <a:prstGeom prst="wedgeRectCallout">
            <a:avLst>
              <a:gd name="adj1" fmla="val 68120"/>
              <a:gd name="adj2" fmla="val 16336"/>
            </a:avLst>
          </a:prstGeom>
          <a:solidFill>
            <a:srgbClr val="07628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タイトル（目次と対応させてください。）</a:t>
            </a:r>
            <a:endParaRPr kumimoji="1" lang="en-US" altLang="ja-JP" sz="1463" dirty="0"/>
          </a:p>
          <a:p>
            <a:pPr algn="ctr"/>
            <a:r>
              <a:rPr kumimoji="1" lang="ja-JP" altLang="en-US" sz="1463" dirty="0"/>
              <a:t>フォント：メイリオ見出し</a:t>
            </a:r>
            <a:endParaRPr kumimoji="1" lang="en-US" altLang="ja-JP" sz="1463" dirty="0"/>
          </a:p>
          <a:p>
            <a:pPr algn="ctr"/>
            <a:r>
              <a:rPr lang="ja-JP" altLang="en-US" sz="1463" dirty="0"/>
              <a:t>サイズ：</a:t>
            </a:r>
            <a:r>
              <a:rPr lang="en-US" altLang="ja-JP" sz="1463" dirty="0"/>
              <a:t>48</a:t>
            </a:r>
          </a:p>
          <a:p>
            <a:pPr algn="ctr"/>
            <a:r>
              <a:rPr lang="ja-JP" altLang="en-US" sz="1463" dirty="0"/>
              <a:t>ボールド</a:t>
            </a:r>
            <a:endParaRPr lang="en-US" altLang="ja-JP" sz="1463" dirty="0"/>
          </a:p>
          <a:p>
            <a:pPr algn="ctr"/>
            <a:r>
              <a:rPr lang="ja-JP" altLang="en-US" sz="1463" dirty="0"/>
              <a:t>真ん中寄せ</a:t>
            </a:r>
            <a:endParaRPr kumimoji="1" lang="en-US" altLang="ja-JP" sz="1463" dirty="0"/>
          </a:p>
        </p:txBody>
      </p:sp>
      <p:sp>
        <p:nvSpPr>
          <p:cNvPr id="45" name="四角形吹き出し 44"/>
          <p:cNvSpPr/>
          <p:nvPr userDrawn="1"/>
        </p:nvSpPr>
        <p:spPr>
          <a:xfrm>
            <a:off x="-2933551" y="2899809"/>
            <a:ext cx="2448136" cy="1838056"/>
          </a:xfrm>
          <a:prstGeom prst="wedgeRectCallout">
            <a:avLst>
              <a:gd name="adj1" fmla="val 68120"/>
              <a:gd name="adj2" fmla="val 16336"/>
            </a:avLst>
          </a:prstGeom>
          <a:solidFill>
            <a:srgbClr val="07628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小見出し</a:t>
            </a:r>
            <a:endParaRPr kumimoji="1" lang="en-US" altLang="ja-JP" sz="1463" dirty="0"/>
          </a:p>
          <a:p>
            <a:pPr algn="ctr"/>
            <a:r>
              <a:rPr kumimoji="1" lang="ja-JP" altLang="en-US" sz="1463" dirty="0"/>
              <a:t>フォント：メイリオ本文</a:t>
            </a:r>
            <a:endParaRPr kumimoji="1" lang="en-US" altLang="ja-JP" sz="1463" dirty="0"/>
          </a:p>
          <a:p>
            <a:pPr algn="ctr"/>
            <a:r>
              <a:rPr lang="ja-JP" altLang="en-US" sz="1463" dirty="0"/>
              <a:t>サイズ：</a:t>
            </a:r>
            <a:r>
              <a:rPr lang="en-US" altLang="ja-JP" sz="1463" dirty="0"/>
              <a:t>32</a:t>
            </a:r>
          </a:p>
          <a:p>
            <a:pPr algn="ctr"/>
            <a:r>
              <a:rPr lang="ja-JP" altLang="en-US" sz="1463" dirty="0"/>
              <a:t>ボールド</a:t>
            </a:r>
            <a:endParaRPr lang="en-US" altLang="ja-JP" sz="1463" dirty="0"/>
          </a:p>
          <a:p>
            <a:pPr algn="ctr"/>
            <a:r>
              <a:rPr kumimoji="1" lang="ja-JP" altLang="en-US" sz="1463" dirty="0"/>
              <a:t>左寄せ</a:t>
            </a:r>
            <a:endParaRPr kumimoji="1" lang="en-US" altLang="ja-JP" sz="1463" dirty="0"/>
          </a:p>
        </p:txBody>
      </p:sp>
      <p:sp>
        <p:nvSpPr>
          <p:cNvPr id="46" name="四角形吹き出し 45"/>
          <p:cNvSpPr/>
          <p:nvPr userDrawn="1"/>
        </p:nvSpPr>
        <p:spPr>
          <a:xfrm>
            <a:off x="-2933551" y="4895865"/>
            <a:ext cx="2448136" cy="1838056"/>
          </a:xfrm>
          <a:prstGeom prst="wedgeRectCallout">
            <a:avLst>
              <a:gd name="adj1" fmla="val 68617"/>
              <a:gd name="adj2" fmla="val -24441"/>
            </a:avLst>
          </a:prstGeom>
          <a:solidFill>
            <a:srgbClr val="07628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本文</a:t>
            </a:r>
            <a:endParaRPr kumimoji="1" lang="en-US" altLang="ja-JP" sz="1463" dirty="0"/>
          </a:p>
          <a:p>
            <a:pPr algn="ctr"/>
            <a:r>
              <a:rPr kumimoji="1" lang="ja-JP" altLang="en-US" sz="1463" dirty="0"/>
              <a:t>フォント：メイリオ本文</a:t>
            </a:r>
            <a:endParaRPr kumimoji="1" lang="en-US" altLang="ja-JP" sz="1463" dirty="0"/>
          </a:p>
          <a:p>
            <a:pPr algn="ctr"/>
            <a:r>
              <a:rPr lang="ja-JP" altLang="en-US" sz="1463" dirty="0"/>
              <a:t>サイズ：</a:t>
            </a:r>
            <a:r>
              <a:rPr lang="en-US" altLang="ja-JP" sz="1463" dirty="0"/>
              <a:t>18</a:t>
            </a:r>
          </a:p>
          <a:p>
            <a:pPr algn="ctr"/>
            <a:r>
              <a:rPr kumimoji="1" lang="ja-JP" altLang="en-US" sz="1463" dirty="0"/>
              <a:t>左寄せ</a:t>
            </a:r>
            <a:endParaRPr kumimoji="1" lang="en-US" altLang="ja-JP" sz="1463" dirty="0"/>
          </a:p>
        </p:txBody>
      </p:sp>
      <p:sp>
        <p:nvSpPr>
          <p:cNvPr id="23" name="四角形吹き出し 22"/>
          <p:cNvSpPr/>
          <p:nvPr userDrawn="1"/>
        </p:nvSpPr>
        <p:spPr>
          <a:xfrm>
            <a:off x="10657068" y="5752795"/>
            <a:ext cx="1645113" cy="970890"/>
          </a:xfrm>
          <a:prstGeom prst="wedgeRectCallout">
            <a:avLst>
              <a:gd name="adj1" fmla="val -62408"/>
              <a:gd name="adj2" fmla="val 9477"/>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この赤ガイド線内に収まるように作成してください</a:t>
            </a:r>
          </a:p>
        </p:txBody>
      </p:sp>
    </p:spTree>
    <p:extLst>
      <p:ext uri="{BB962C8B-B14F-4D97-AF65-F5344CB8AC3E}">
        <p14:creationId xmlns:p14="http://schemas.microsoft.com/office/powerpoint/2010/main" val="3778730266"/>
      </p:ext>
    </p:extLst>
  </p:cSld>
  <p:clrMapOvr>
    <a:masterClrMapping/>
  </p:clrMapOvr>
  <p:hf hdr="0" ftr="0" dt="0"/>
  <p:extLst>
    <p:ext uri="{DCECCB84-F9BA-43D5-87BE-67443E8EF086}">
      <p15:sldGuideLst xmlns:p15="http://schemas.microsoft.com/office/powerpoint/2012/main">
        <p15:guide id="1" orient="horz" pos="2160">
          <p15:clr>
            <a:srgbClr val="000000"/>
          </p15:clr>
        </p15:guide>
        <p15:guide id="2" pos="3840">
          <p15:clr>
            <a:srgbClr val="000000"/>
          </p15:clr>
        </p15:guide>
      </p15:sldGuideLst>
    </p:ext>
  </p:extLst>
</p:sldLayout>
</file>

<file path=ppt/slideLayouts/slideLayout31.xml><?xml version="1.0" encoding="utf-8"?>
<p:sldLayout xmlns:a="http://schemas.openxmlformats.org/drawingml/2006/main" xmlns:r="http://schemas.openxmlformats.org/officeDocument/2006/relationships" xmlns:p="http://schemas.openxmlformats.org/presentationml/2006/main" userDrawn="1">
  <p:cSld name="19_タイトルとコンテンツ">
    <p:spTree>
      <p:nvGrpSpPr>
        <p:cNvPr id="1" name=""/>
        <p:cNvGrpSpPr/>
        <p:nvPr/>
      </p:nvGrpSpPr>
      <p:grpSpPr>
        <a:xfrm>
          <a:off x="0" y="0"/>
          <a:ext cx="0" cy="0"/>
          <a:chOff x="0" y="0"/>
          <a:chExt cx="0" cy="0"/>
        </a:xfrm>
      </p:grpSpPr>
      <p:graphicFrame>
        <p:nvGraphicFramePr>
          <p:cNvPr id="26" name="表 25"/>
          <p:cNvGraphicFramePr>
            <a:graphicFrameLocks noGrp="1"/>
          </p:cNvGraphicFramePr>
          <p:nvPr userDrawn="1"/>
        </p:nvGraphicFramePr>
        <p:xfrm>
          <a:off x="0" y="727606"/>
          <a:ext cx="438463" cy="5882490"/>
        </p:xfrm>
        <a:graphic>
          <a:graphicData uri="http://schemas.openxmlformats.org/drawingml/2006/table">
            <a:tbl>
              <a:tblPr firstRow="1" bandRow="1">
                <a:tableStyleId>{5C22544A-7EE6-4342-B048-85BDC9FD1C3A}</a:tableStyleId>
              </a:tblPr>
              <a:tblGrid>
                <a:gridCol w="438463">
                  <a:extLst>
                    <a:ext uri="{9D8B030D-6E8A-4147-A177-3AD203B41FA5}">
                      <a16:colId xmlns:a16="http://schemas.microsoft.com/office/drawing/2014/main" val="2456847792"/>
                    </a:ext>
                  </a:extLst>
                </a:gridCol>
              </a:tblGrid>
              <a:tr h="980415">
                <a:tc>
                  <a:txBody>
                    <a:bodyPr/>
                    <a:lstStyle/>
                    <a:p>
                      <a:pPr algn="ctr"/>
                      <a:r>
                        <a:rPr kumimoji="1" lang="ja-JP" altLang="en-US" sz="1100" b="1" dirty="0">
                          <a:solidFill>
                            <a:schemeClr val="bg1"/>
                          </a:solidFill>
                        </a:rPr>
                        <a:t>①タイトル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1512206185"/>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②タイトル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2631667891"/>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③タイトル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627911894"/>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④タイトル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2091809632"/>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⑤タイトル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1750606519"/>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⑥タイトル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149417652"/>
                  </a:ext>
                </a:extLst>
              </a:tr>
            </a:tbl>
          </a:graphicData>
        </a:graphic>
      </p:graphicFrame>
      <p:sp>
        <p:nvSpPr>
          <p:cNvPr id="35" name="正方形/長方形 34"/>
          <p:cNvSpPr/>
          <p:nvPr userDrawn="1"/>
        </p:nvSpPr>
        <p:spPr>
          <a:xfrm>
            <a:off x="85255" y="1119975"/>
            <a:ext cx="267950" cy="5341188"/>
          </a:xfrm>
          <a:prstGeom prst="rect">
            <a:avLst/>
          </a:prstGeom>
          <a:solidFill>
            <a:srgbClr val="FF00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vert="eaVert" rtlCol="0" anchor="ctr"/>
          <a:lstStyle/>
          <a:p>
            <a:pPr algn="ctr"/>
            <a:r>
              <a:rPr kumimoji="1" lang="ja-JP" altLang="en-US" sz="1463" dirty="0"/>
              <a:t>こちらで変更します。</a:t>
            </a:r>
          </a:p>
        </p:txBody>
      </p:sp>
      <p:sp>
        <p:nvSpPr>
          <p:cNvPr id="8" name="正方形/長方形 7"/>
          <p:cNvSpPr/>
          <p:nvPr userDrawn="1"/>
        </p:nvSpPr>
        <p:spPr>
          <a:xfrm>
            <a:off x="0" y="6610097"/>
            <a:ext cx="9906000" cy="24765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7" name="Text Box 31"/>
          <p:cNvSpPr txBox="1">
            <a:spLocks noChangeArrowheads="1"/>
          </p:cNvSpPr>
          <p:nvPr userDrawn="1"/>
        </p:nvSpPr>
        <p:spPr bwMode="auto">
          <a:xfrm>
            <a:off x="42215" y="6580034"/>
            <a:ext cx="4206531" cy="267446"/>
          </a:xfrm>
          <a:prstGeom prst="rect">
            <a:avLst/>
          </a:prstGeom>
          <a:noFill/>
          <a:ln w="9525">
            <a:noFill/>
            <a:miter lim="800000"/>
            <a:headEnd/>
            <a:tailEnd/>
          </a:ln>
          <a:effectLst/>
        </p:spPr>
        <p:txBody>
          <a:bodyPr wrap="square">
            <a:spAutoFit/>
          </a:bodyPr>
          <a:lstStyle/>
          <a:p>
            <a:pPr>
              <a:defRPr/>
            </a:pPr>
            <a:r>
              <a:rPr lang="en-US" altLang="ja-JP" sz="1138" b="1" dirty="0" err="1">
                <a:solidFill>
                  <a:schemeClr val="bg1"/>
                </a:solidFill>
                <a:latin typeface="Monotype Corsiva" pitchFamily="66" charset="0"/>
                <a:ea typeface="HGP創英角ｺﾞｼｯｸUB" pitchFamily="50" charset="-128"/>
              </a:rPr>
              <a:t>Copyright©Funai</a:t>
            </a:r>
            <a:r>
              <a:rPr lang="en-US" altLang="ja-JP" sz="1138" b="1" dirty="0">
                <a:solidFill>
                  <a:schemeClr val="bg1"/>
                </a:solidFill>
                <a:latin typeface="Monotype Corsiva" pitchFamily="66" charset="0"/>
                <a:ea typeface="HGP創英角ｺﾞｼｯｸUB" pitchFamily="50" charset="-128"/>
              </a:rPr>
              <a:t> Consulting Incorporated </a:t>
            </a:r>
            <a:r>
              <a:rPr lang="ja-JP" altLang="en-US" sz="1138" b="1" dirty="0">
                <a:solidFill>
                  <a:schemeClr val="bg1"/>
                </a:solidFill>
                <a:latin typeface="Monotype Corsiva" pitchFamily="66" charset="0"/>
                <a:ea typeface="HGP創英角ｺﾞｼｯｸUB" pitchFamily="50" charset="-128"/>
              </a:rPr>
              <a:t>　　（</a:t>
            </a:r>
            <a:r>
              <a:rPr lang="en-US" altLang="ja-JP" sz="1138" b="1" dirty="0" err="1">
                <a:solidFill>
                  <a:schemeClr val="bg1"/>
                </a:solidFill>
                <a:latin typeface="Monotype Corsiva" pitchFamily="66" charset="0"/>
                <a:ea typeface="HGP創英角ｺﾞｼｯｸUB" pitchFamily="50" charset="-128"/>
              </a:rPr>
              <a:t>Funai</a:t>
            </a:r>
            <a:r>
              <a:rPr lang="en-US" altLang="ja-JP" sz="1138" b="1" dirty="0">
                <a:solidFill>
                  <a:schemeClr val="bg1"/>
                </a:solidFill>
                <a:latin typeface="Monotype Corsiva" pitchFamily="66" charset="0"/>
                <a:ea typeface="HGP創英角ｺﾞｼｯｸUB" pitchFamily="50" charset="-128"/>
              </a:rPr>
              <a:t> Consulting</a:t>
            </a:r>
            <a:r>
              <a:rPr lang="ja-JP" altLang="en-US" sz="1138" b="1" dirty="0">
                <a:solidFill>
                  <a:schemeClr val="bg1"/>
                </a:solidFill>
                <a:latin typeface="Monotype Corsiva" pitchFamily="66" charset="0"/>
                <a:ea typeface="HGP創英角ｺﾞｼｯｸUB" pitchFamily="50" charset="-128"/>
              </a:rPr>
              <a:t> </a:t>
            </a:r>
            <a:r>
              <a:rPr lang="en-US" altLang="ja-JP" sz="1138" b="1" dirty="0">
                <a:solidFill>
                  <a:schemeClr val="bg1"/>
                </a:solidFill>
                <a:latin typeface="Monotype Corsiva" pitchFamily="66" charset="0"/>
                <a:ea typeface="HGP創英角ｺﾞｼｯｸUB" pitchFamily="50" charset="-128"/>
              </a:rPr>
              <a:t>Inc.</a:t>
            </a:r>
            <a:r>
              <a:rPr lang="ja-JP" altLang="en-US" sz="1138" b="1" dirty="0">
                <a:solidFill>
                  <a:schemeClr val="bg1"/>
                </a:solidFill>
                <a:latin typeface="Monotype Corsiva" pitchFamily="66" charset="0"/>
                <a:ea typeface="HGP創英角ｺﾞｼｯｸUB" pitchFamily="50" charset="-128"/>
              </a:rPr>
              <a:t>）</a:t>
            </a:r>
            <a:endParaRPr lang="en-US" altLang="ja-JP" sz="1138" b="1" dirty="0">
              <a:solidFill>
                <a:schemeClr val="bg1"/>
              </a:solidFill>
              <a:latin typeface="Monotype Corsiva" pitchFamily="66" charset="0"/>
              <a:ea typeface="HGP創英角ｺﾞｼｯｸUB" pitchFamily="50" charset="-128"/>
            </a:endParaRPr>
          </a:p>
        </p:txBody>
      </p:sp>
      <p:sp>
        <p:nvSpPr>
          <p:cNvPr id="12" name="スライド番号プレースホルダー 11"/>
          <p:cNvSpPr>
            <a:spLocks noGrp="1"/>
          </p:cNvSpPr>
          <p:nvPr>
            <p:ph type="sldNum" sz="quarter" idx="12"/>
          </p:nvPr>
        </p:nvSpPr>
        <p:spPr>
          <a:xfrm>
            <a:off x="7677150" y="6551360"/>
            <a:ext cx="2228850" cy="365125"/>
          </a:xfrm>
        </p:spPr>
        <p:txBody>
          <a:bodyPr/>
          <a:lstStyle>
            <a:lvl1pPr>
              <a:defRPr sz="1300" b="1">
                <a:solidFill>
                  <a:schemeClr val="bg1"/>
                </a:solidFill>
              </a:defRPr>
            </a:lvl1pPr>
          </a:lstStyle>
          <a:p>
            <a:fld id="{85FC83C8-0BB2-4721-BA19-3C9CC69276E3}" type="slidenum">
              <a:rPr lang="ja-JP" altLang="en-US" smtClean="0"/>
              <a:pPr/>
              <a:t>‹#›</a:t>
            </a:fld>
            <a:endParaRPr lang="ja-JP" altLang="en-US"/>
          </a:p>
        </p:txBody>
      </p:sp>
      <p:sp>
        <p:nvSpPr>
          <p:cNvPr id="22" name="楕円 21"/>
          <p:cNvSpPr/>
          <p:nvPr userDrawn="1"/>
        </p:nvSpPr>
        <p:spPr>
          <a:xfrm>
            <a:off x="-2244328" y="-788766"/>
            <a:ext cx="14437221" cy="1759809"/>
          </a:xfrm>
          <a:prstGeom prst="ellipse">
            <a:avLst/>
          </a:prstGeom>
          <a:solidFill>
            <a:srgbClr val="8B945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24" name="タイトル 1"/>
          <p:cNvSpPr>
            <a:spLocks noGrp="1"/>
          </p:cNvSpPr>
          <p:nvPr>
            <p:ph type="title"/>
          </p:nvPr>
        </p:nvSpPr>
        <p:spPr>
          <a:xfrm>
            <a:off x="255770" y="245205"/>
            <a:ext cx="9378221" cy="605918"/>
          </a:xfrm>
        </p:spPr>
        <p:txBody>
          <a:bodyPr>
            <a:noAutofit/>
          </a:bodyPr>
          <a:lstStyle>
            <a:lvl1pPr algn="ctr">
              <a:defRPr sz="3900" b="1">
                <a:solidFill>
                  <a:schemeClr val="bg1"/>
                </a:solidFill>
              </a:defRPr>
            </a:lvl1pPr>
          </a:lstStyle>
          <a:p>
            <a:r>
              <a:rPr kumimoji="1" lang="ja-JP" altLang="en-US" dirty="0"/>
              <a:t>マスター タイトルの書式設定</a:t>
            </a:r>
          </a:p>
        </p:txBody>
      </p:sp>
      <p:sp>
        <p:nvSpPr>
          <p:cNvPr id="36" name="正方形/長方形 35"/>
          <p:cNvSpPr/>
          <p:nvPr userDrawn="1"/>
        </p:nvSpPr>
        <p:spPr>
          <a:xfrm>
            <a:off x="-2650779" y="-1508644"/>
            <a:ext cx="2642953" cy="3507698"/>
          </a:xfrm>
          <a:prstGeom prst="rect">
            <a:avLst/>
          </a:prstGeom>
          <a:solidFill>
            <a:srgbClr val="E6E6E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37" name="正方形/長方形 36"/>
          <p:cNvSpPr/>
          <p:nvPr userDrawn="1"/>
        </p:nvSpPr>
        <p:spPr>
          <a:xfrm>
            <a:off x="-200669" y="-3521490"/>
            <a:ext cx="11734663" cy="3507698"/>
          </a:xfrm>
          <a:prstGeom prst="rect">
            <a:avLst/>
          </a:prstGeom>
          <a:solidFill>
            <a:srgbClr val="E6E6E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38" name="正方形/長方形 37"/>
          <p:cNvSpPr/>
          <p:nvPr userDrawn="1"/>
        </p:nvSpPr>
        <p:spPr>
          <a:xfrm>
            <a:off x="9918180" y="-2387723"/>
            <a:ext cx="2642953" cy="3507698"/>
          </a:xfrm>
          <a:prstGeom prst="rect">
            <a:avLst/>
          </a:prstGeom>
          <a:solidFill>
            <a:srgbClr val="E6E6E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27" name="楕円 26"/>
          <p:cNvSpPr/>
          <p:nvPr userDrawn="1"/>
        </p:nvSpPr>
        <p:spPr>
          <a:xfrm>
            <a:off x="10081668" y="4975630"/>
            <a:ext cx="340519" cy="417363"/>
          </a:xfrm>
          <a:prstGeom prst="ellipse">
            <a:avLst/>
          </a:prstGeom>
          <a:solidFill>
            <a:srgbClr val="8B945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28" name="楕円 27"/>
          <p:cNvSpPr/>
          <p:nvPr userDrawn="1"/>
        </p:nvSpPr>
        <p:spPr>
          <a:xfrm>
            <a:off x="10081668" y="3641505"/>
            <a:ext cx="340519" cy="417363"/>
          </a:xfrm>
          <a:prstGeom prst="ellipse">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29" name="楕円 28"/>
          <p:cNvSpPr/>
          <p:nvPr userDrawn="1"/>
        </p:nvSpPr>
        <p:spPr>
          <a:xfrm>
            <a:off x="10081668" y="2307380"/>
            <a:ext cx="340519" cy="417363"/>
          </a:xfrm>
          <a:prstGeom prst="ellipse">
            <a:avLst/>
          </a:prstGeom>
          <a:solidFill>
            <a:schemeClr val="bg2">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30" name="楕円 29"/>
          <p:cNvSpPr/>
          <p:nvPr userDrawn="1"/>
        </p:nvSpPr>
        <p:spPr>
          <a:xfrm>
            <a:off x="10081668" y="973255"/>
            <a:ext cx="340519" cy="417363"/>
          </a:xfrm>
          <a:prstGeom prst="ellipse">
            <a:avLst/>
          </a:prstGeom>
          <a:solidFill>
            <a:schemeClr val="bg2">
              <a:lumMod val="2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31" name="四角形吹き出し 30"/>
          <p:cNvSpPr/>
          <p:nvPr userDrawn="1"/>
        </p:nvSpPr>
        <p:spPr>
          <a:xfrm>
            <a:off x="10657068" y="419727"/>
            <a:ext cx="1438387" cy="970890"/>
          </a:xfrm>
          <a:prstGeom prst="wedgeRectCallout">
            <a:avLst>
              <a:gd name="adj1" fmla="val -61477"/>
              <a:gd name="adj2" fmla="val 23901"/>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文字の色</a:t>
            </a:r>
          </a:p>
        </p:txBody>
      </p:sp>
      <p:sp>
        <p:nvSpPr>
          <p:cNvPr id="32" name="四角形吹き出し 31"/>
          <p:cNvSpPr/>
          <p:nvPr userDrawn="1"/>
        </p:nvSpPr>
        <p:spPr>
          <a:xfrm>
            <a:off x="10657068" y="1821934"/>
            <a:ext cx="1438387" cy="970890"/>
          </a:xfrm>
          <a:prstGeom prst="wedgeRectCallout">
            <a:avLst>
              <a:gd name="adj1" fmla="val -61477"/>
              <a:gd name="adj2" fmla="val 23901"/>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やじるしなどの図形の色</a:t>
            </a:r>
          </a:p>
        </p:txBody>
      </p:sp>
      <p:sp>
        <p:nvSpPr>
          <p:cNvPr id="33" name="四角形吹き出し 32"/>
          <p:cNvSpPr/>
          <p:nvPr userDrawn="1"/>
        </p:nvSpPr>
        <p:spPr>
          <a:xfrm>
            <a:off x="10657068" y="4490184"/>
            <a:ext cx="1438387" cy="970890"/>
          </a:xfrm>
          <a:prstGeom prst="wedgeRectCallout">
            <a:avLst>
              <a:gd name="adj1" fmla="val -61477"/>
              <a:gd name="adj2" fmla="val 23901"/>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ベースの色</a:t>
            </a:r>
          </a:p>
        </p:txBody>
      </p:sp>
      <p:sp>
        <p:nvSpPr>
          <p:cNvPr id="34" name="四角形吹き出し 33"/>
          <p:cNvSpPr/>
          <p:nvPr userDrawn="1"/>
        </p:nvSpPr>
        <p:spPr>
          <a:xfrm>
            <a:off x="10657068" y="3156059"/>
            <a:ext cx="1438387" cy="970890"/>
          </a:xfrm>
          <a:prstGeom prst="wedgeRectCallout">
            <a:avLst>
              <a:gd name="adj1" fmla="val -61477"/>
              <a:gd name="adj2" fmla="val 23901"/>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強調の色</a:t>
            </a:r>
          </a:p>
        </p:txBody>
      </p:sp>
      <p:sp>
        <p:nvSpPr>
          <p:cNvPr id="39" name="四角形吹き出し 38"/>
          <p:cNvSpPr/>
          <p:nvPr userDrawn="1"/>
        </p:nvSpPr>
        <p:spPr>
          <a:xfrm>
            <a:off x="-2959618" y="-919028"/>
            <a:ext cx="2448136" cy="1838056"/>
          </a:xfrm>
          <a:prstGeom prst="wedgeRectCallout">
            <a:avLst>
              <a:gd name="adj1" fmla="val 68120"/>
              <a:gd name="adj2" fmla="val 16336"/>
            </a:avLst>
          </a:prstGeom>
          <a:solidFill>
            <a:srgbClr val="07628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タイトル（目次と対応させてください。）</a:t>
            </a:r>
            <a:endParaRPr kumimoji="1" lang="en-US" altLang="ja-JP" sz="1463" dirty="0"/>
          </a:p>
          <a:p>
            <a:pPr algn="ctr"/>
            <a:r>
              <a:rPr kumimoji="1" lang="ja-JP" altLang="en-US" sz="1463" dirty="0"/>
              <a:t>フォント：メイリオ見出し</a:t>
            </a:r>
            <a:endParaRPr kumimoji="1" lang="en-US" altLang="ja-JP" sz="1463" dirty="0"/>
          </a:p>
          <a:p>
            <a:pPr algn="ctr"/>
            <a:r>
              <a:rPr lang="ja-JP" altLang="en-US" sz="1463" dirty="0"/>
              <a:t>サイズ：</a:t>
            </a:r>
            <a:r>
              <a:rPr lang="en-US" altLang="ja-JP" sz="1463" dirty="0"/>
              <a:t>48</a:t>
            </a:r>
          </a:p>
          <a:p>
            <a:pPr algn="ctr"/>
            <a:r>
              <a:rPr lang="ja-JP" altLang="en-US" sz="1463" dirty="0"/>
              <a:t>ボールド</a:t>
            </a:r>
            <a:endParaRPr lang="en-US" altLang="ja-JP" sz="1463" dirty="0"/>
          </a:p>
          <a:p>
            <a:pPr algn="ctr"/>
            <a:r>
              <a:rPr lang="ja-JP" altLang="en-US" sz="1463" dirty="0"/>
              <a:t>真ん中寄せ</a:t>
            </a:r>
            <a:endParaRPr kumimoji="1" lang="en-US" altLang="ja-JP" sz="1463" dirty="0"/>
          </a:p>
        </p:txBody>
      </p:sp>
      <p:sp>
        <p:nvSpPr>
          <p:cNvPr id="45" name="四角形吹き出し 44"/>
          <p:cNvSpPr/>
          <p:nvPr userDrawn="1"/>
        </p:nvSpPr>
        <p:spPr>
          <a:xfrm>
            <a:off x="-2933551" y="2899809"/>
            <a:ext cx="2448136" cy="1838056"/>
          </a:xfrm>
          <a:prstGeom prst="wedgeRectCallout">
            <a:avLst>
              <a:gd name="adj1" fmla="val 68120"/>
              <a:gd name="adj2" fmla="val 16336"/>
            </a:avLst>
          </a:prstGeom>
          <a:solidFill>
            <a:srgbClr val="07628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小見出し</a:t>
            </a:r>
            <a:endParaRPr kumimoji="1" lang="en-US" altLang="ja-JP" sz="1463" dirty="0"/>
          </a:p>
          <a:p>
            <a:pPr algn="ctr"/>
            <a:r>
              <a:rPr kumimoji="1" lang="ja-JP" altLang="en-US" sz="1463" dirty="0"/>
              <a:t>フォント：メイリオ本文</a:t>
            </a:r>
            <a:endParaRPr kumimoji="1" lang="en-US" altLang="ja-JP" sz="1463" dirty="0"/>
          </a:p>
          <a:p>
            <a:pPr algn="ctr"/>
            <a:r>
              <a:rPr lang="ja-JP" altLang="en-US" sz="1463" dirty="0"/>
              <a:t>サイズ：</a:t>
            </a:r>
            <a:r>
              <a:rPr lang="en-US" altLang="ja-JP" sz="1463" dirty="0"/>
              <a:t>32</a:t>
            </a:r>
          </a:p>
          <a:p>
            <a:pPr algn="ctr"/>
            <a:r>
              <a:rPr lang="ja-JP" altLang="en-US" sz="1463" dirty="0"/>
              <a:t>ボールド</a:t>
            </a:r>
            <a:endParaRPr lang="en-US" altLang="ja-JP" sz="1463" dirty="0"/>
          </a:p>
          <a:p>
            <a:pPr algn="ctr"/>
            <a:r>
              <a:rPr kumimoji="1" lang="ja-JP" altLang="en-US" sz="1463" dirty="0"/>
              <a:t>左寄せ</a:t>
            </a:r>
            <a:endParaRPr kumimoji="1" lang="en-US" altLang="ja-JP" sz="1463" dirty="0"/>
          </a:p>
        </p:txBody>
      </p:sp>
      <p:sp>
        <p:nvSpPr>
          <p:cNvPr id="46" name="四角形吹き出し 45"/>
          <p:cNvSpPr/>
          <p:nvPr userDrawn="1"/>
        </p:nvSpPr>
        <p:spPr>
          <a:xfrm>
            <a:off x="-2933551" y="4895865"/>
            <a:ext cx="2448136" cy="1838056"/>
          </a:xfrm>
          <a:prstGeom prst="wedgeRectCallout">
            <a:avLst>
              <a:gd name="adj1" fmla="val 68617"/>
              <a:gd name="adj2" fmla="val -24441"/>
            </a:avLst>
          </a:prstGeom>
          <a:solidFill>
            <a:srgbClr val="07628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本文</a:t>
            </a:r>
            <a:endParaRPr kumimoji="1" lang="en-US" altLang="ja-JP" sz="1463" dirty="0"/>
          </a:p>
          <a:p>
            <a:pPr algn="ctr"/>
            <a:r>
              <a:rPr kumimoji="1" lang="ja-JP" altLang="en-US" sz="1463" dirty="0"/>
              <a:t>フォント：メイリオ本文</a:t>
            </a:r>
            <a:endParaRPr kumimoji="1" lang="en-US" altLang="ja-JP" sz="1463" dirty="0"/>
          </a:p>
          <a:p>
            <a:pPr algn="ctr"/>
            <a:r>
              <a:rPr lang="ja-JP" altLang="en-US" sz="1463" dirty="0"/>
              <a:t>サイズ：</a:t>
            </a:r>
            <a:r>
              <a:rPr lang="en-US" altLang="ja-JP" sz="1463" dirty="0"/>
              <a:t>18</a:t>
            </a:r>
          </a:p>
          <a:p>
            <a:pPr algn="ctr"/>
            <a:r>
              <a:rPr kumimoji="1" lang="ja-JP" altLang="en-US" sz="1463" dirty="0"/>
              <a:t>左寄せ</a:t>
            </a:r>
            <a:endParaRPr kumimoji="1" lang="en-US" altLang="ja-JP" sz="1463" dirty="0"/>
          </a:p>
        </p:txBody>
      </p:sp>
      <p:sp>
        <p:nvSpPr>
          <p:cNvPr id="23" name="四角形吹き出し 22"/>
          <p:cNvSpPr/>
          <p:nvPr userDrawn="1"/>
        </p:nvSpPr>
        <p:spPr>
          <a:xfrm>
            <a:off x="10657068" y="5752795"/>
            <a:ext cx="1645113" cy="970890"/>
          </a:xfrm>
          <a:prstGeom prst="wedgeRectCallout">
            <a:avLst>
              <a:gd name="adj1" fmla="val -62408"/>
              <a:gd name="adj2" fmla="val 9477"/>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この赤ガイド線内に収まるように作成してください</a:t>
            </a:r>
          </a:p>
        </p:txBody>
      </p:sp>
    </p:spTree>
    <p:extLst>
      <p:ext uri="{BB962C8B-B14F-4D97-AF65-F5344CB8AC3E}">
        <p14:creationId xmlns:p14="http://schemas.microsoft.com/office/powerpoint/2010/main" val="3079826050"/>
      </p:ext>
    </p:extLst>
  </p:cSld>
  <p:clrMapOvr>
    <a:masterClrMapping/>
  </p:clrMapOvr>
  <p:hf hdr="0" ftr="0" dt="0"/>
  <p:extLst>
    <p:ext uri="{DCECCB84-F9BA-43D5-87BE-67443E8EF086}">
      <p15:sldGuideLst xmlns:p15="http://schemas.microsoft.com/office/powerpoint/2012/main">
        <p15:guide id="1" orient="horz" pos="2160">
          <p15:clr>
            <a:srgbClr val="000000"/>
          </p15:clr>
        </p15:guide>
        <p15:guide id="2" pos="3840">
          <p15:clr>
            <a:srgbClr val="000000"/>
          </p15:clr>
        </p15:guide>
      </p15:sldGuideLst>
    </p:ext>
  </p:extLst>
</p:sldLayout>
</file>

<file path=ppt/slideLayouts/slideLayout32.xml><?xml version="1.0" encoding="utf-8"?>
<p:sldLayout xmlns:a="http://schemas.openxmlformats.org/drawingml/2006/main" xmlns:r="http://schemas.openxmlformats.org/officeDocument/2006/relationships" xmlns:p="http://schemas.openxmlformats.org/presentationml/2006/main" userDrawn="1">
  <p:cSld name="20_タイトルとコンテンツ">
    <p:spTree>
      <p:nvGrpSpPr>
        <p:cNvPr id="1" name=""/>
        <p:cNvGrpSpPr/>
        <p:nvPr/>
      </p:nvGrpSpPr>
      <p:grpSpPr>
        <a:xfrm>
          <a:off x="0" y="0"/>
          <a:ext cx="0" cy="0"/>
          <a:chOff x="0" y="0"/>
          <a:chExt cx="0" cy="0"/>
        </a:xfrm>
      </p:grpSpPr>
      <p:graphicFrame>
        <p:nvGraphicFramePr>
          <p:cNvPr id="26" name="表 25"/>
          <p:cNvGraphicFramePr>
            <a:graphicFrameLocks noGrp="1"/>
          </p:cNvGraphicFramePr>
          <p:nvPr userDrawn="1"/>
        </p:nvGraphicFramePr>
        <p:xfrm>
          <a:off x="0" y="727606"/>
          <a:ext cx="438463" cy="5882490"/>
        </p:xfrm>
        <a:graphic>
          <a:graphicData uri="http://schemas.openxmlformats.org/drawingml/2006/table">
            <a:tbl>
              <a:tblPr firstRow="1" bandRow="1">
                <a:tableStyleId>{5C22544A-7EE6-4342-B048-85BDC9FD1C3A}</a:tableStyleId>
              </a:tblPr>
              <a:tblGrid>
                <a:gridCol w="438463">
                  <a:extLst>
                    <a:ext uri="{9D8B030D-6E8A-4147-A177-3AD203B41FA5}">
                      <a16:colId xmlns:a16="http://schemas.microsoft.com/office/drawing/2014/main" val="2456847792"/>
                    </a:ext>
                  </a:extLst>
                </a:gridCol>
              </a:tblGrid>
              <a:tr h="980415">
                <a:tc>
                  <a:txBody>
                    <a:bodyPr/>
                    <a:lstStyle/>
                    <a:p>
                      <a:pPr algn="ctr"/>
                      <a:r>
                        <a:rPr kumimoji="1" lang="ja-JP" altLang="en-US" sz="1100" b="1" dirty="0">
                          <a:solidFill>
                            <a:schemeClr val="bg1"/>
                          </a:solidFill>
                        </a:rPr>
                        <a:t>①タイトル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1512206185"/>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②タイトル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2631667891"/>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③タイトル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627911894"/>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④タイトル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2091809632"/>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⑤タイトル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1750606519"/>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⑥タイトル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149417652"/>
                  </a:ext>
                </a:extLst>
              </a:tr>
            </a:tbl>
          </a:graphicData>
        </a:graphic>
      </p:graphicFrame>
      <p:sp>
        <p:nvSpPr>
          <p:cNvPr id="35" name="正方形/長方形 34"/>
          <p:cNvSpPr/>
          <p:nvPr userDrawn="1"/>
        </p:nvSpPr>
        <p:spPr>
          <a:xfrm>
            <a:off x="85255" y="1119975"/>
            <a:ext cx="267950" cy="5341188"/>
          </a:xfrm>
          <a:prstGeom prst="rect">
            <a:avLst/>
          </a:prstGeom>
          <a:solidFill>
            <a:srgbClr val="FF00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vert="eaVert" rtlCol="0" anchor="ctr"/>
          <a:lstStyle/>
          <a:p>
            <a:pPr algn="ctr"/>
            <a:r>
              <a:rPr kumimoji="1" lang="ja-JP" altLang="en-US" sz="1463" dirty="0"/>
              <a:t>こちらで変更します。</a:t>
            </a:r>
          </a:p>
        </p:txBody>
      </p:sp>
      <p:sp>
        <p:nvSpPr>
          <p:cNvPr id="8" name="正方形/長方形 7"/>
          <p:cNvSpPr/>
          <p:nvPr userDrawn="1"/>
        </p:nvSpPr>
        <p:spPr>
          <a:xfrm>
            <a:off x="0" y="6610097"/>
            <a:ext cx="9906000" cy="24765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7" name="Text Box 31"/>
          <p:cNvSpPr txBox="1">
            <a:spLocks noChangeArrowheads="1"/>
          </p:cNvSpPr>
          <p:nvPr userDrawn="1"/>
        </p:nvSpPr>
        <p:spPr bwMode="auto">
          <a:xfrm>
            <a:off x="42215" y="6580034"/>
            <a:ext cx="4206531" cy="267446"/>
          </a:xfrm>
          <a:prstGeom prst="rect">
            <a:avLst/>
          </a:prstGeom>
          <a:noFill/>
          <a:ln w="9525">
            <a:noFill/>
            <a:miter lim="800000"/>
            <a:headEnd/>
            <a:tailEnd/>
          </a:ln>
          <a:effectLst/>
        </p:spPr>
        <p:txBody>
          <a:bodyPr wrap="square">
            <a:spAutoFit/>
          </a:bodyPr>
          <a:lstStyle/>
          <a:p>
            <a:pPr>
              <a:defRPr/>
            </a:pPr>
            <a:r>
              <a:rPr lang="en-US" altLang="ja-JP" sz="1138" b="1" dirty="0" err="1">
                <a:solidFill>
                  <a:schemeClr val="bg1"/>
                </a:solidFill>
                <a:latin typeface="Monotype Corsiva" pitchFamily="66" charset="0"/>
                <a:ea typeface="HGP創英角ｺﾞｼｯｸUB" pitchFamily="50" charset="-128"/>
              </a:rPr>
              <a:t>Copyright©Funai</a:t>
            </a:r>
            <a:r>
              <a:rPr lang="en-US" altLang="ja-JP" sz="1138" b="1" dirty="0">
                <a:solidFill>
                  <a:schemeClr val="bg1"/>
                </a:solidFill>
                <a:latin typeface="Monotype Corsiva" pitchFamily="66" charset="0"/>
                <a:ea typeface="HGP創英角ｺﾞｼｯｸUB" pitchFamily="50" charset="-128"/>
              </a:rPr>
              <a:t> Consulting Incorporated </a:t>
            </a:r>
            <a:r>
              <a:rPr lang="ja-JP" altLang="en-US" sz="1138" b="1" dirty="0">
                <a:solidFill>
                  <a:schemeClr val="bg1"/>
                </a:solidFill>
                <a:latin typeface="Monotype Corsiva" pitchFamily="66" charset="0"/>
                <a:ea typeface="HGP創英角ｺﾞｼｯｸUB" pitchFamily="50" charset="-128"/>
              </a:rPr>
              <a:t>　　（</a:t>
            </a:r>
            <a:r>
              <a:rPr lang="en-US" altLang="ja-JP" sz="1138" b="1" dirty="0" err="1">
                <a:solidFill>
                  <a:schemeClr val="bg1"/>
                </a:solidFill>
                <a:latin typeface="Monotype Corsiva" pitchFamily="66" charset="0"/>
                <a:ea typeface="HGP創英角ｺﾞｼｯｸUB" pitchFamily="50" charset="-128"/>
              </a:rPr>
              <a:t>Funai</a:t>
            </a:r>
            <a:r>
              <a:rPr lang="en-US" altLang="ja-JP" sz="1138" b="1" dirty="0">
                <a:solidFill>
                  <a:schemeClr val="bg1"/>
                </a:solidFill>
                <a:latin typeface="Monotype Corsiva" pitchFamily="66" charset="0"/>
                <a:ea typeface="HGP創英角ｺﾞｼｯｸUB" pitchFamily="50" charset="-128"/>
              </a:rPr>
              <a:t> Consulting</a:t>
            </a:r>
            <a:r>
              <a:rPr lang="ja-JP" altLang="en-US" sz="1138" b="1" dirty="0">
                <a:solidFill>
                  <a:schemeClr val="bg1"/>
                </a:solidFill>
                <a:latin typeface="Monotype Corsiva" pitchFamily="66" charset="0"/>
                <a:ea typeface="HGP創英角ｺﾞｼｯｸUB" pitchFamily="50" charset="-128"/>
              </a:rPr>
              <a:t> </a:t>
            </a:r>
            <a:r>
              <a:rPr lang="en-US" altLang="ja-JP" sz="1138" b="1" dirty="0">
                <a:solidFill>
                  <a:schemeClr val="bg1"/>
                </a:solidFill>
                <a:latin typeface="Monotype Corsiva" pitchFamily="66" charset="0"/>
                <a:ea typeface="HGP創英角ｺﾞｼｯｸUB" pitchFamily="50" charset="-128"/>
              </a:rPr>
              <a:t>Inc.</a:t>
            </a:r>
            <a:r>
              <a:rPr lang="ja-JP" altLang="en-US" sz="1138" b="1" dirty="0">
                <a:solidFill>
                  <a:schemeClr val="bg1"/>
                </a:solidFill>
                <a:latin typeface="Monotype Corsiva" pitchFamily="66" charset="0"/>
                <a:ea typeface="HGP創英角ｺﾞｼｯｸUB" pitchFamily="50" charset="-128"/>
              </a:rPr>
              <a:t>）</a:t>
            </a:r>
            <a:endParaRPr lang="en-US" altLang="ja-JP" sz="1138" b="1" dirty="0">
              <a:solidFill>
                <a:schemeClr val="bg1"/>
              </a:solidFill>
              <a:latin typeface="Monotype Corsiva" pitchFamily="66" charset="0"/>
              <a:ea typeface="HGP創英角ｺﾞｼｯｸUB" pitchFamily="50" charset="-128"/>
            </a:endParaRPr>
          </a:p>
        </p:txBody>
      </p:sp>
      <p:sp>
        <p:nvSpPr>
          <p:cNvPr id="12" name="スライド番号プレースホルダー 11"/>
          <p:cNvSpPr>
            <a:spLocks noGrp="1"/>
          </p:cNvSpPr>
          <p:nvPr>
            <p:ph type="sldNum" sz="quarter" idx="12"/>
          </p:nvPr>
        </p:nvSpPr>
        <p:spPr>
          <a:xfrm>
            <a:off x="7677150" y="6551360"/>
            <a:ext cx="2228850" cy="365125"/>
          </a:xfrm>
        </p:spPr>
        <p:txBody>
          <a:bodyPr/>
          <a:lstStyle>
            <a:lvl1pPr>
              <a:defRPr sz="1300" b="1">
                <a:solidFill>
                  <a:schemeClr val="bg1"/>
                </a:solidFill>
              </a:defRPr>
            </a:lvl1pPr>
          </a:lstStyle>
          <a:p>
            <a:fld id="{85FC83C8-0BB2-4721-BA19-3C9CC69276E3}" type="slidenum">
              <a:rPr lang="ja-JP" altLang="en-US" smtClean="0"/>
              <a:pPr/>
              <a:t>‹#›</a:t>
            </a:fld>
            <a:endParaRPr lang="ja-JP" altLang="en-US"/>
          </a:p>
        </p:txBody>
      </p:sp>
      <p:sp>
        <p:nvSpPr>
          <p:cNvPr id="22" name="楕円 21"/>
          <p:cNvSpPr/>
          <p:nvPr userDrawn="1"/>
        </p:nvSpPr>
        <p:spPr>
          <a:xfrm>
            <a:off x="-2244328" y="-788766"/>
            <a:ext cx="14437221" cy="1759809"/>
          </a:xfrm>
          <a:prstGeom prst="ellipse">
            <a:avLst/>
          </a:prstGeom>
          <a:solidFill>
            <a:srgbClr val="8B945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24" name="タイトル 1"/>
          <p:cNvSpPr>
            <a:spLocks noGrp="1"/>
          </p:cNvSpPr>
          <p:nvPr>
            <p:ph type="title"/>
          </p:nvPr>
        </p:nvSpPr>
        <p:spPr>
          <a:xfrm>
            <a:off x="255770" y="245205"/>
            <a:ext cx="9378221" cy="605918"/>
          </a:xfrm>
        </p:spPr>
        <p:txBody>
          <a:bodyPr>
            <a:noAutofit/>
          </a:bodyPr>
          <a:lstStyle>
            <a:lvl1pPr algn="ctr">
              <a:defRPr sz="3900" b="1">
                <a:solidFill>
                  <a:schemeClr val="bg1"/>
                </a:solidFill>
              </a:defRPr>
            </a:lvl1pPr>
          </a:lstStyle>
          <a:p>
            <a:r>
              <a:rPr kumimoji="1" lang="ja-JP" altLang="en-US" dirty="0"/>
              <a:t>マスター タイトルの書式設定</a:t>
            </a:r>
          </a:p>
        </p:txBody>
      </p:sp>
      <p:sp>
        <p:nvSpPr>
          <p:cNvPr id="36" name="正方形/長方形 35"/>
          <p:cNvSpPr/>
          <p:nvPr userDrawn="1"/>
        </p:nvSpPr>
        <p:spPr>
          <a:xfrm>
            <a:off x="-2650779" y="-1508644"/>
            <a:ext cx="2642953" cy="3507698"/>
          </a:xfrm>
          <a:prstGeom prst="rect">
            <a:avLst/>
          </a:prstGeom>
          <a:solidFill>
            <a:srgbClr val="E6E6E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37" name="正方形/長方形 36"/>
          <p:cNvSpPr/>
          <p:nvPr userDrawn="1"/>
        </p:nvSpPr>
        <p:spPr>
          <a:xfrm>
            <a:off x="-200669" y="-3521490"/>
            <a:ext cx="11734663" cy="3507698"/>
          </a:xfrm>
          <a:prstGeom prst="rect">
            <a:avLst/>
          </a:prstGeom>
          <a:solidFill>
            <a:srgbClr val="E6E6E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38" name="正方形/長方形 37"/>
          <p:cNvSpPr/>
          <p:nvPr userDrawn="1"/>
        </p:nvSpPr>
        <p:spPr>
          <a:xfrm>
            <a:off x="9918180" y="-2387723"/>
            <a:ext cx="2642953" cy="3507698"/>
          </a:xfrm>
          <a:prstGeom prst="rect">
            <a:avLst/>
          </a:prstGeom>
          <a:solidFill>
            <a:srgbClr val="E6E6E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27" name="楕円 26"/>
          <p:cNvSpPr/>
          <p:nvPr userDrawn="1"/>
        </p:nvSpPr>
        <p:spPr>
          <a:xfrm>
            <a:off x="10081668" y="4975630"/>
            <a:ext cx="340519" cy="417363"/>
          </a:xfrm>
          <a:prstGeom prst="ellipse">
            <a:avLst/>
          </a:prstGeom>
          <a:solidFill>
            <a:srgbClr val="8B945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28" name="楕円 27"/>
          <p:cNvSpPr/>
          <p:nvPr userDrawn="1"/>
        </p:nvSpPr>
        <p:spPr>
          <a:xfrm>
            <a:off x="10081668" y="3641505"/>
            <a:ext cx="340519" cy="417363"/>
          </a:xfrm>
          <a:prstGeom prst="ellipse">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29" name="楕円 28"/>
          <p:cNvSpPr/>
          <p:nvPr userDrawn="1"/>
        </p:nvSpPr>
        <p:spPr>
          <a:xfrm>
            <a:off x="10081668" y="2307380"/>
            <a:ext cx="340519" cy="417363"/>
          </a:xfrm>
          <a:prstGeom prst="ellipse">
            <a:avLst/>
          </a:prstGeom>
          <a:solidFill>
            <a:schemeClr val="bg2">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30" name="楕円 29"/>
          <p:cNvSpPr/>
          <p:nvPr userDrawn="1"/>
        </p:nvSpPr>
        <p:spPr>
          <a:xfrm>
            <a:off x="10081668" y="973255"/>
            <a:ext cx="340519" cy="417363"/>
          </a:xfrm>
          <a:prstGeom prst="ellipse">
            <a:avLst/>
          </a:prstGeom>
          <a:solidFill>
            <a:schemeClr val="bg2">
              <a:lumMod val="2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31" name="四角形吹き出し 30"/>
          <p:cNvSpPr/>
          <p:nvPr userDrawn="1"/>
        </p:nvSpPr>
        <p:spPr>
          <a:xfrm>
            <a:off x="10657068" y="419727"/>
            <a:ext cx="1438387" cy="970890"/>
          </a:xfrm>
          <a:prstGeom prst="wedgeRectCallout">
            <a:avLst>
              <a:gd name="adj1" fmla="val -61477"/>
              <a:gd name="adj2" fmla="val 23901"/>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文字の色</a:t>
            </a:r>
          </a:p>
        </p:txBody>
      </p:sp>
      <p:sp>
        <p:nvSpPr>
          <p:cNvPr id="32" name="四角形吹き出し 31"/>
          <p:cNvSpPr/>
          <p:nvPr userDrawn="1"/>
        </p:nvSpPr>
        <p:spPr>
          <a:xfrm>
            <a:off x="10657068" y="1821934"/>
            <a:ext cx="1438387" cy="970890"/>
          </a:xfrm>
          <a:prstGeom prst="wedgeRectCallout">
            <a:avLst>
              <a:gd name="adj1" fmla="val -61477"/>
              <a:gd name="adj2" fmla="val 23901"/>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やじるしなどの図形の色</a:t>
            </a:r>
          </a:p>
        </p:txBody>
      </p:sp>
      <p:sp>
        <p:nvSpPr>
          <p:cNvPr id="33" name="四角形吹き出し 32"/>
          <p:cNvSpPr/>
          <p:nvPr userDrawn="1"/>
        </p:nvSpPr>
        <p:spPr>
          <a:xfrm>
            <a:off x="10657068" y="4490184"/>
            <a:ext cx="1438387" cy="970890"/>
          </a:xfrm>
          <a:prstGeom prst="wedgeRectCallout">
            <a:avLst>
              <a:gd name="adj1" fmla="val -61477"/>
              <a:gd name="adj2" fmla="val 23901"/>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ベースの色</a:t>
            </a:r>
          </a:p>
        </p:txBody>
      </p:sp>
      <p:sp>
        <p:nvSpPr>
          <p:cNvPr id="34" name="四角形吹き出し 33"/>
          <p:cNvSpPr/>
          <p:nvPr userDrawn="1"/>
        </p:nvSpPr>
        <p:spPr>
          <a:xfrm>
            <a:off x="10657068" y="3156059"/>
            <a:ext cx="1438387" cy="970890"/>
          </a:xfrm>
          <a:prstGeom prst="wedgeRectCallout">
            <a:avLst>
              <a:gd name="adj1" fmla="val -61477"/>
              <a:gd name="adj2" fmla="val 23901"/>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強調の色</a:t>
            </a:r>
          </a:p>
        </p:txBody>
      </p:sp>
      <p:sp>
        <p:nvSpPr>
          <p:cNvPr id="39" name="四角形吹き出し 38"/>
          <p:cNvSpPr/>
          <p:nvPr userDrawn="1"/>
        </p:nvSpPr>
        <p:spPr>
          <a:xfrm>
            <a:off x="-2959618" y="-919028"/>
            <a:ext cx="2448136" cy="1838056"/>
          </a:xfrm>
          <a:prstGeom prst="wedgeRectCallout">
            <a:avLst>
              <a:gd name="adj1" fmla="val 68120"/>
              <a:gd name="adj2" fmla="val 16336"/>
            </a:avLst>
          </a:prstGeom>
          <a:solidFill>
            <a:srgbClr val="07628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タイトル（目次と対応させてください。）</a:t>
            </a:r>
            <a:endParaRPr kumimoji="1" lang="en-US" altLang="ja-JP" sz="1463" dirty="0"/>
          </a:p>
          <a:p>
            <a:pPr algn="ctr"/>
            <a:r>
              <a:rPr kumimoji="1" lang="ja-JP" altLang="en-US" sz="1463" dirty="0"/>
              <a:t>フォント：メイリオ見出し</a:t>
            </a:r>
            <a:endParaRPr kumimoji="1" lang="en-US" altLang="ja-JP" sz="1463" dirty="0"/>
          </a:p>
          <a:p>
            <a:pPr algn="ctr"/>
            <a:r>
              <a:rPr lang="ja-JP" altLang="en-US" sz="1463" dirty="0"/>
              <a:t>サイズ：</a:t>
            </a:r>
            <a:r>
              <a:rPr lang="en-US" altLang="ja-JP" sz="1463" dirty="0"/>
              <a:t>48</a:t>
            </a:r>
          </a:p>
          <a:p>
            <a:pPr algn="ctr"/>
            <a:r>
              <a:rPr lang="ja-JP" altLang="en-US" sz="1463" dirty="0"/>
              <a:t>ボールド</a:t>
            </a:r>
            <a:endParaRPr lang="en-US" altLang="ja-JP" sz="1463" dirty="0"/>
          </a:p>
          <a:p>
            <a:pPr algn="ctr"/>
            <a:r>
              <a:rPr lang="ja-JP" altLang="en-US" sz="1463" dirty="0"/>
              <a:t>真ん中寄せ</a:t>
            </a:r>
            <a:endParaRPr kumimoji="1" lang="en-US" altLang="ja-JP" sz="1463" dirty="0"/>
          </a:p>
        </p:txBody>
      </p:sp>
      <p:sp>
        <p:nvSpPr>
          <p:cNvPr id="45" name="四角形吹き出し 44"/>
          <p:cNvSpPr/>
          <p:nvPr userDrawn="1"/>
        </p:nvSpPr>
        <p:spPr>
          <a:xfrm>
            <a:off x="-2933551" y="2899809"/>
            <a:ext cx="2448136" cy="1838056"/>
          </a:xfrm>
          <a:prstGeom prst="wedgeRectCallout">
            <a:avLst>
              <a:gd name="adj1" fmla="val 68120"/>
              <a:gd name="adj2" fmla="val 16336"/>
            </a:avLst>
          </a:prstGeom>
          <a:solidFill>
            <a:srgbClr val="07628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小見出し</a:t>
            </a:r>
            <a:endParaRPr kumimoji="1" lang="en-US" altLang="ja-JP" sz="1463" dirty="0"/>
          </a:p>
          <a:p>
            <a:pPr algn="ctr"/>
            <a:r>
              <a:rPr kumimoji="1" lang="ja-JP" altLang="en-US" sz="1463" dirty="0"/>
              <a:t>フォント：メイリオ本文</a:t>
            </a:r>
            <a:endParaRPr kumimoji="1" lang="en-US" altLang="ja-JP" sz="1463" dirty="0"/>
          </a:p>
          <a:p>
            <a:pPr algn="ctr"/>
            <a:r>
              <a:rPr lang="ja-JP" altLang="en-US" sz="1463" dirty="0"/>
              <a:t>サイズ：</a:t>
            </a:r>
            <a:r>
              <a:rPr lang="en-US" altLang="ja-JP" sz="1463" dirty="0"/>
              <a:t>32</a:t>
            </a:r>
          </a:p>
          <a:p>
            <a:pPr algn="ctr"/>
            <a:r>
              <a:rPr lang="ja-JP" altLang="en-US" sz="1463" dirty="0"/>
              <a:t>ボールド</a:t>
            </a:r>
            <a:endParaRPr lang="en-US" altLang="ja-JP" sz="1463" dirty="0"/>
          </a:p>
          <a:p>
            <a:pPr algn="ctr"/>
            <a:r>
              <a:rPr kumimoji="1" lang="ja-JP" altLang="en-US" sz="1463" dirty="0"/>
              <a:t>左寄せ</a:t>
            </a:r>
            <a:endParaRPr kumimoji="1" lang="en-US" altLang="ja-JP" sz="1463" dirty="0"/>
          </a:p>
        </p:txBody>
      </p:sp>
      <p:sp>
        <p:nvSpPr>
          <p:cNvPr id="46" name="四角形吹き出し 45"/>
          <p:cNvSpPr/>
          <p:nvPr userDrawn="1"/>
        </p:nvSpPr>
        <p:spPr>
          <a:xfrm>
            <a:off x="-2933551" y="4895865"/>
            <a:ext cx="2448136" cy="1838056"/>
          </a:xfrm>
          <a:prstGeom prst="wedgeRectCallout">
            <a:avLst>
              <a:gd name="adj1" fmla="val 68617"/>
              <a:gd name="adj2" fmla="val -24441"/>
            </a:avLst>
          </a:prstGeom>
          <a:solidFill>
            <a:srgbClr val="07628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本文</a:t>
            </a:r>
            <a:endParaRPr kumimoji="1" lang="en-US" altLang="ja-JP" sz="1463" dirty="0"/>
          </a:p>
          <a:p>
            <a:pPr algn="ctr"/>
            <a:r>
              <a:rPr kumimoji="1" lang="ja-JP" altLang="en-US" sz="1463" dirty="0"/>
              <a:t>フォント：メイリオ本文</a:t>
            </a:r>
            <a:endParaRPr kumimoji="1" lang="en-US" altLang="ja-JP" sz="1463" dirty="0"/>
          </a:p>
          <a:p>
            <a:pPr algn="ctr"/>
            <a:r>
              <a:rPr lang="ja-JP" altLang="en-US" sz="1463" dirty="0"/>
              <a:t>サイズ：</a:t>
            </a:r>
            <a:r>
              <a:rPr lang="en-US" altLang="ja-JP" sz="1463" dirty="0"/>
              <a:t>18</a:t>
            </a:r>
          </a:p>
          <a:p>
            <a:pPr algn="ctr"/>
            <a:r>
              <a:rPr kumimoji="1" lang="ja-JP" altLang="en-US" sz="1463" dirty="0"/>
              <a:t>左寄せ</a:t>
            </a:r>
            <a:endParaRPr kumimoji="1" lang="en-US" altLang="ja-JP" sz="1463" dirty="0"/>
          </a:p>
        </p:txBody>
      </p:sp>
      <p:sp>
        <p:nvSpPr>
          <p:cNvPr id="23" name="四角形吹き出し 22"/>
          <p:cNvSpPr/>
          <p:nvPr userDrawn="1"/>
        </p:nvSpPr>
        <p:spPr>
          <a:xfrm>
            <a:off x="10657068" y="5752795"/>
            <a:ext cx="1645113" cy="970890"/>
          </a:xfrm>
          <a:prstGeom prst="wedgeRectCallout">
            <a:avLst>
              <a:gd name="adj1" fmla="val -62408"/>
              <a:gd name="adj2" fmla="val 9477"/>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この赤ガイド線内に収まるように作成してください</a:t>
            </a:r>
          </a:p>
        </p:txBody>
      </p:sp>
    </p:spTree>
    <p:extLst>
      <p:ext uri="{BB962C8B-B14F-4D97-AF65-F5344CB8AC3E}">
        <p14:creationId xmlns:p14="http://schemas.microsoft.com/office/powerpoint/2010/main" val="1577527992"/>
      </p:ext>
    </p:extLst>
  </p:cSld>
  <p:clrMapOvr>
    <a:masterClrMapping/>
  </p:clrMapOvr>
  <p:hf hdr="0" ftr="0" dt="0"/>
  <p:extLst>
    <p:ext uri="{DCECCB84-F9BA-43D5-87BE-67443E8EF086}">
      <p15:sldGuideLst xmlns:p15="http://schemas.microsoft.com/office/powerpoint/2012/main">
        <p15:guide id="1" orient="horz" pos="2160">
          <p15:clr>
            <a:srgbClr val="000000"/>
          </p15:clr>
        </p15:guide>
        <p15:guide id="2" pos="3840">
          <p15:clr>
            <a:srgbClr val="000000"/>
          </p15:clr>
        </p15:guide>
      </p15:sldGuideLst>
    </p:ext>
  </p:extLst>
</p:sldLayout>
</file>

<file path=ppt/slideLayouts/slideLayout33.xml><?xml version="1.0" encoding="utf-8"?>
<p:sldLayout xmlns:a="http://schemas.openxmlformats.org/drawingml/2006/main" xmlns:r="http://schemas.openxmlformats.org/officeDocument/2006/relationships" xmlns:p="http://schemas.openxmlformats.org/presentationml/2006/main" userDrawn="1">
  <p:cSld name="21_タイトルとコンテンツ">
    <p:spTree>
      <p:nvGrpSpPr>
        <p:cNvPr id="1" name=""/>
        <p:cNvGrpSpPr/>
        <p:nvPr/>
      </p:nvGrpSpPr>
      <p:grpSpPr>
        <a:xfrm>
          <a:off x="0" y="0"/>
          <a:ext cx="0" cy="0"/>
          <a:chOff x="0" y="0"/>
          <a:chExt cx="0" cy="0"/>
        </a:xfrm>
      </p:grpSpPr>
      <p:graphicFrame>
        <p:nvGraphicFramePr>
          <p:cNvPr id="26" name="表 25"/>
          <p:cNvGraphicFramePr>
            <a:graphicFrameLocks noGrp="1"/>
          </p:cNvGraphicFramePr>
          <p:nvPr userDrawn="1"/>
        </p:nvGraphicFramePr>
        <p:xfrm>
          <a:off x="0" y="727606"/>
          <a:ext cx="438463" cy="5882490"/>
        </p:xfrm>
        <a:graphic>
          <a:graphicData uri="http://schemas.openxmlformats.org/drawingml/2006/table">
            <a:tbl>
              <a:tblPr firstRow="1" bandRow="1">
                <a:tableStyleId>{5C22544A-7EE6-4342-B048-85BDC9FD1C3A}</a:tableStyleId>
              </a:tblPr>
              <a:tblGrid>
                <a:gridCol w="438463">
                  <a:extLst>
                    <a:ext uri="{9D8B030D-6E8A-4147-A177-3AD203B41FA5}">
                      <a16:colId xmlns:a16="http://schemas.microsoft.com/office/drawing/2014/main" val="2456847792"/>
                    </a:ext>
                  </a:extLst>
                </a:gridCol>
              </a:tblGrid>
              <a:tr h="980415">
                <a:tc>
                  <a:txBody>
                    <a:bodyPr/>
                    <a:lstStyle/>
                    <a:p>
                      <a:pPr algn="ctr"/>
                      <a:r>
                        <a:rPr kumimoji="1" lang="ja-JP" altLang="en-US" sz="1100" b="1" dirty="0">
                          <a:solidFill>
                            <a:schemeClr val="bg1"/>
                          </a:solidFill>
                        </a:rPr>
                        <a:t>①タイトル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1512206185"/>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②タイトル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2631667891"/>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③タイトル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627911894"/>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④タイトル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2091809632"/>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⑤タイトル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1750606519"/>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⑥タイトル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149417652"/>
                  </a:ext>
                </a:extLst>
              </a:tr>
            </a:tbl>
          </a:graphicData>
        </a:graphic>
      </p:graphicFrame>
      <p:sp>
        <p:nvSpPr>
          <p:cNvPr id="35" name="正方形/長方形 34"/>
          <p:cNvSpPr/>
          <p:nvPr userDrawn="1"/>
        </p:nvSpPr>
        <p:spPr>
          <a:xfrm>
            <a:off x="85255" y="1119975"/>
            <a:ext cx="267950" cy="5341188"/>
          </a:xfrm>
          <a:prstGeom prst="rect">
            <a:avLst/>
          </a:prstGeom>
          <a:solidFill>
            <a:srgbClr val="FF00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vert="eaVert" rtlCol="0" anchor="ctr"/>
          <a:lstStyle/>
          <a:p>
            <a:pPr algn="ctr"/>
            <a:r>
              <a:rPr kumimoji="1" lang="ja-JP" altLang="en-US" sz="1463" dirty="0"/>
              <a:t>こちらで変更します。</a:t>
            </a:r>
          </a:p>
        </p:txBody>
      </p:sp>
      <p:sp>
        <p:nvSpPr>
          <p:cNvPr id="8" name="正方形/長方形 7"/>
          <p:cNvSpPr/>
          <p:nvPr userDrawn="1"/>
        </p:nvSpPr>
        <p:spPr>
          <a:xfrm>
            <a:off x="0" y="6610097"/>
            <a:ext cx="9906000" cy="24765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7" name="Text Box 31"/>
          <p:cNvSpPr txBox="1">
            <a:spLocks noChangeArrowheads="1"/>
          </p:cNvSpPr>
          <p:nvPr userDrawn="1"/>
        </p:nvSpPr>
        <p:spPr bwMode="auto">
          <a:xfrm>
            <a:off x="42215" y="6580034"/>
            <a:ext cx="4206531" cy="267446"/>
          </a:xfrm>
          <a:prstGeom prst="rect">
            <a:avLst/>
          </a:prstGeom>
          <a:noFill/>
          <a:ln w="9525">
            <a:noFill/>
            <a:miter lim="800000"/>
            <a:headEnd/>
            <a:tailEnd/>
          </a:ln>
          <a:effectLst/>
        </p:spPr>
        <p:txBody>
          <a:bodyPr wrap="square">
            <a:spAutoFit/>
          </a:bodyPr>
          <a:lstStyle/>
          <a:p>
            <a:pPr>
              <a:defRPr/>
            </a:pPr>
            <a:r>
              <a:rPr lang="en-US" altLang="ja-JP" sz="1138" b="1" dirty="0" err="1">
                <a:solidFill>
                  <a:schemeClr val="bg1"/>
                </a:solidFill>
                <a:latin typeface="Monotype Corsiva" pitchFamily="66" charset="0"/>
                <a:ea typeface="HGP創英角ｺﾞｼｯｸUB" pitchFamily="50" charset="-128"/>
              </a:rPr>
              <a:t>Copyright©Funai</a:t>
            </a:r>
            <a:r>
              <a:rPr lang="en-US" altLang="ja-JP" sz="1138" b="1" dirty="0">
                <a:solidFill>
                  <a:schemeClr val="bg1"/>
                </a:solidFill>
                <a:latin typeface="Monotype Corsiva" pitchFamily="66" charset="0"/>
                <a:ea typeface="HGP創英角ｺﾞｼｯｸUB" pitchFamily="50" charset="-128"/>
              </a:rPr>
              <a:t> Consulting Incorporated </a:t>
            </a:r>
            <a:r>
              <a:rPr lang="ja-JP" altLang="en-US" sz="1138" b="1" dirty="0">
                <a:solidFill>
                  <a:schemeClr val="bg1"/>
                </a:solidFill>
                <a:latin typeface="Monotype Corsiva" pitchFamily="66" charset="0"/>
                <a:ea typeface="HGP創英角ｺﾞｼｯｸUB" pitchFamily="50" charset="-128"/>
              </a:rPr>
              <a:t>　　（</a:t>
            </a:r>
            <a:r>
              <a:rPr lang="en-US" altLang="ja-JP" sz="1138" b="1" dirty="0" err="1">
                <a:solidFill>
                  <a:schemeClr val="bg1"/>
                </a:solidFill>
                <a:latin typeface="Monotype Corsiva" pitchFamily="66" charset="0"/>
                <a:ea typeface="HGP創英角ｺﾞｼｯｸUB" pitchFamily="50" charset="-128"/>
              </a:rPr>
              <a:t>Funai</a:t>
            </a:r>
            <a:r>
              <a:rPr lang="en-US" altLang="ja-JP" sz="1138" b="1" dirty="0">
                <a:solidFill>
                  <a:schemeClr val="bg1"/>
                </a:solidFill>
                <a:latin typeface="Monotype Corsiva" pitchFamily="66" charset="0"/>
                <a:ea typeface="HGP創英角ｺﾞｼｯｸUB" pitchFamily="50" charset="-128"/>
              </a:rPr>
              <a:t> Consulting</a:t>
            </a:r>
            <a:r>
              <a:rPr lang="ja-JP" altLang="en-US" sz="1138" b="1" dirty="0">
                <a:solidFill>
                  <a:schemeClr val="bg1"/>
                </a:solidFill>
                <a:latin typeface="Monotype Corsiva" pitchFamily="66" charset="0"/>
                <a:ea typeface="HGP創英角ｺﾞｼｯｸUB" pitchFamily="50" charset="-128"/>
              </a:rPr>
              <a:t> </a:t>
            </a:r>
            <a:r>
              <a:rPr lang="en-US" altLang="ja-JP" sz="1138" b="1" dirty="0">
                <a:solidFill>
                  <a:schemeClr val="bg1"/>
                </a:solidFill>
                <a:latin typeface="Monotype Corsiva" pitchFamily="66" charset="0"/>
                <a:ea typeface="HGP創英角ｺﾞｼｯｸUB" pitchFamily="50" charset="-128"/>
              </a:rPr>
              <a:t>Inc.</a:t>
            </a:r>
            <a:r>
              <a:rPr lang="ja-JP" altLang="en-US" sz="1138" b="1" dirty="0">
                <a:solidFill>
                  <a:schemeClr val="bg1"/>
                </a:solidFill>
                <a:latin typeface="Monotype Corsiva" pitchFamily="66" charset="0"/>
                <a:ea typeface="HGP創英角ｺﾞｼｯｸUB" pitchFamily="50" charset="-128"/>
              </a:rPr>
              <a:t>）</a:t>
            </a:r>
            <a:endParaRPr lang="en-US" altLang="ja-JP" sz="1138" b="1" dirty="0">
              <a:solidFill>
                <a:schemeClr val="bg1"/>
              </a:solidFill>
              <a:latin typeface="Monotype Corsiva" pitchFamily="66" charset="0"/>
              <a:ea typeface="HGP創英角ｺﾞｼｯｸUB" pitchFamily="50" charset="-128"/>
            </a:endParaRPr>
          </a:p>
        </p:txBody>
      </p:sp>
      <p:sp>
        <p:nvSpPr>
          <p:cNvPr id="12" name="スライド番号プレースホルダー 11"/>
          <p:cNvSpPr>
            <a:spLocks noGrp="1"/>
          </p:cNvSpPr>
          <p:nvPr>
            <p:ph type="sldNum" sz="quarter" idx="12"/>
          </p:nvPr>
        </p:nvSpPr>
        <p:spPr>
          <a:xfrm>
            <a:off x="7677150" y="6551360"/>
            <a:ext cx="2228850" cy="365125"/>
          </a:xfrm>
        </p:spPr>
        <p:txBody>
          <a:bodyPr/>
          <a:lstStyle>
            <a:lvl1pPr>
              <a:defRPr sz="1300" b="1">
                <a:solidFill>
                  <a:schemeClr val="bg1"/>
                </a:solidFill>
              </a:defRPr>
            </a:lvl1pPr>
          </a:lstStyle>
          <a:p>
            <a:fld id="{85FC83C8-0BB2-4721-BA19-3C9CC69276E3}" type="slidenum">
              <a:rPr lang="ja-JP" altLang="en-US" smtClean="0"/>
              <a:pPr/>
              <a:t>‹#›</a:t>
            </a:fld>
            <a:endParaRPr lang="ja-JP" altLang="en-US"/>
          </a:p>
        </p:txBody>
      </p:sp>
      <p:sp>
        <p:nvSpPr>
          <p:cNvPr id="22" name="楕円 21"/>
          <p:cNvSpPr/>
          <p:nvPr userDrawn="1"/>
        </p:nvSpPr>
        <p:spPr>
          <a:xfrm>
            <a:off x="-2244328" y="-788766"/>
            <a:ext cx="14437221" cy="1759809"/>
          </a:xfrm>
          <a:prstGeom prst="ellipse">
            <a:avLst/>
          </a:prstGeom>
          <a:solidFill>
            <a:srgbClr val="8B945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24" name="タイトル 1"/>
          <p:cNvSpPr>
            <a:spLocks noGrp="1"/>
          </p:cNvSpPr>
          <p:nvPr>
            <p:ph type="title"/>
          </p:nvPr>
        </p:nvSpPr>
        <p:spPr>
          <a:xfrm>
            <a:off x="255770" y="245205"/>
            <a:ext cx="9378221" cy="605918"/>
          </a:xfrm>
        </p:spPr>
        <p:txBody>
          <a:bodyPr>
            <a:noAutofit/>
          </a:bodyPr>
          <a:lstStyle>
            <a:lvl1pPr algn="ctr">
              <a:defRPr sz="3900" b="1">
                <a:solidFill>
                  <a:schemeClr val="bg1"/>
                </a:solidFill>
              </a:defRPr>
            </a:lvl1pPr>
          </a:lstStyle>
          <a:p>
            <a:r>
              <a:rPr kumimoji="1" lang="ja-JP" altLang="en-US" dirty="0"/>
              <a:t>マスター タイトルの書式設定</a:t>
            </a:r>
          </a:p>
        </p:txBody>
      </p:sp>
      <p:sp>
        <p:nvSpPr>
          <p:cNvPr id="36" name="正方形/長方形 35"/>
          <p:cNvSpPr/>
          <p:nvPr userDrawn="1"/>
        </p:nvSpPr>
        <p:spPr>
          <a:xfrm>
            <a:off x="-2650779" y="-1508644"/>
            <a:ext cx="2642953" cy="3507698"/>
          </a:xfrm>
          <a:prstGeom prst="rect">
            <a:avLst/>
          </a:prstGeom>
          <a:solidFill>
            <a:srgbClr val="E6E6E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37" name="正方形/長方形 36"/>
          <p:cNvSpPr/>
          <p:nvPr userDrawn="1"/>
        </p:nvSpPr>
        <p:spPr>
          <a:xfrm>
            <a:off x="-200669" y="-3521490"/>
            <a:ext cx="11734663" cy="3507698"/>
          </a:xfrm>
          <a:prstGeom prst="rect">
            <a:avLst/>
          </a:prstGeom>
          <a:solidFill>
            <a:srgbClr val="E6E6E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38" name="正方形/長方形 37"/>
          <p:cNvSpPr/>
          <p:nvPr userDrawn="1"/>
        </p:nvSpPr>
        <p:spPr>
          <a:xfrm>
            <a:off x="9918180" y="-2387723"/>
            <a:ext cx="2642953" cy="3507698"/>
          </a:xfrm>
          <a:prstGeom prst="rect">
            <a:avLst/>
          </a:prstGeom>
          <a:solidFill>
            <a:srgbClr val="E6E6E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27" name="楕円 26"/>
          <p:cNvSpPr/>
          <p:nvPr userDrawn="1"/>
        </p:nvSpPr>
        <p:spPr>
          <a:xfrm>
            <a:off x="10081668" y="4975630"/>
            <a:ext cx="340519" cy="417363"/>
          </a:xfrm>
          <a:prstGeom prst="ellipse">
            <a:avLst/>
          </a:prstGeom>
          <a:solidFill>
            <a:srgbClr val="8B945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28" name="楕円 27"/>
          <p:cNvSpPr/>
          <p:nvPr userDrawn="1"/>
        </p:nvSpPr>
        <p:spPr>
          <a:xfrm>
            <a:off x="10081668" y="3641505"/>
            <a:ext cx="340519" cy="417363"/>
          </a:xfrm>
          <a:prstGeom prst="ellipse">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29" name="楕円 28"/>
          <p:cNvSpPr/>
          <p:nvPr userDrawn="1"/>
        </p:nvSpPr>
        <p:spPr>
          <a:xfrm>
            <a:off x="10081668" y="2307380"/>
            <a:ext cx="340519" cy="417363"/>
          </a:xfrm>
          <a:prstGeom prst="ellipse">
            <a:avLst/>
          </a:prstGeom>
          <a:solidFill>
            <a:schemeClr val="bg2">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30" name="楕円 29"/>
          <p:cNvSpPr/>
          <p:nvPr userDrawn="1"/>
        </p:nvSpPr>
        <p:spPr>
          <a:xfrm>
            <a:off x="10081668" y="973255"/>
            <a:ext cx="340519" cy="417363"/>
          </a:xfrm>
          <a:prstGeom prst="ellipse">
            <a:avLst/>
          </a:prstGeom>
          <a:solidFill>
            <a:schemeClr val="bg2">
              <a:lumMod val="2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31" name="四角形吹き出し 30"/>
          <p:cNvSpPr/>
          <p:nvPr userDrawn="1"/>
        </p:nvSpPr>
        <p:spPr>
          <a:xfrm>
            <a:off x="10657068" y="419727"/>
            <a:ext cx="1438387" cy="970890"/>
          </a:xfrm>
          <a:prstGeom prst="wedgeRectCallout">
            <a:avLst>
              <a:gd name="adj1" fmla="val -61477"/>
              <a:gd name="adj2" fmla="val 23901"/>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文字の色</a:t>
            </a:r>
          </a:p>
        </p:txBody>
      </p:sp>
      <p:sp>
        <p:nvSpPr>
          <p:cNvPr id="32" name="四角形吹き出し 31"/>
          <p:cNvSpPr/>
          <p:nvPr userDrawn="1"/>
        </p:nvSpPr>
        <p:spPr>
          <a:xfrm>
            <a:off x="10657068" y="1821934"/>
            <a:ext cx="1438387" cy="970890"/>
          </a:xfrm>
          <a:prstGeom prst="wedgeRectCallout">
            <a:avLst>
              <a:gd name="adj1" fmla="val -61477"/>
              <a:gd name="adj2" fmla="val 23901"/>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やじるしなどの図形の色</a:t>
            </a:r>
          </a:p>
        </p:txBody>
      </p:sp>
      <p:sp>
        <p:nvSpPr>
          <p:cNvPr id="33" name="四角形吹き出し 32"/>
          <p:cNvSpPr/>
          <p:nvPr userDrawn="1"/>
        </p:nvSpPr>
        <p:spPr>
          <a:xfrm>
            <a:off x="10657068" y="4490184"/>
            <a:ext cx="1438387" cy="970890"/>
          </a:xfrm>
          <a:prstGeom prst="wedgeRectCallout">
            <a:avLst>
              <a:gd name="adj1" fmla="val -61477"/>
              <a:gd name="adj2" fmla="val 23901"/>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ベースの色</a:t>
            </a:r>
          </a:p>
        </p:txBody>
      </p:sp>
      <p:sp>
        <p:nvSpPr>
          <p:cNvPr id="34" name="四角形吹き出し 33"/>
          <p:cNvSpPr/>
          <p:nvPr userDrawn="1"/>
        </p:nvSpPr>
        <p:spPr>
          <a:xfrm>
            <a:off x="10657068" y="3156059"/>
            <a:ext cx="1438387" cy="970890"/>
          </a:xfrm>
          <a:prstGeom prst="wedgeRectCallout">
            <a:avLst>
              <a:gd name="adj1" fmla="val -61477"/>
              <a:gd name="adj2" fmla="val 23901"/>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強調の色</a:t>
            </a:r>
          </a:p>
        </p:txBody>
      </p:sp>
      <p:sp>
        <p:nvSpPr>
          <p:cNvPr id="39" name="四角形吹き出し 38"/>
          <p:cNvSpPr/>
          <p:nvPr userDrawn="1"/>
        </p:nvSpPr>
        <p:spPr>
          <a:xfrm>
            <a:off x="-2959618" y="-919028"/>
            <a:ext cx="2448136" cy="1838056"/>
          </a:xfrm>
          <a:prstGeom prst="wedgeRectCallout">
            <a:avLst>
              <a:gd name="adj1" fmla="val 68120"/>
              <a:gd name="adj2" fmla="val 16336"/>
            </a:avLst>
          </a:prstGeom>
          <a:solidFill>
            <a:srgbClr val="07628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タイトル（目次と対応させてください。）</a:t>
            </a:r>
            <a:endParaRPr kumimoji="1" lang="en-US" altLang="ja-JP" sz="1463" dirty="0"/>
          </a:p>
          <a:p>
            <a:pPr algn="ctr"/>
            <a:r>
              <a:rPr kumimoji="1" lang="ja-JP" altLang="en-US" sz="1463" dirty="0"/>
              <a:t>フォント：メイリオ見出し</a:t>
            </a:r>
            <a:endParaRPr kumimoji="1" lang="en-US" altLang="ja-JP" sz="1463" dirty="0"/>
          </a:p>
          <a:p>
            <a:pPr algn="ctr"/>
            <a:r>
              <a:rPr lang="ja-JP" altLang="en-US" sz="1463" dirty="0"/>
              <a:t>サイズ：</a:t>
            </a:r>
            <a:r>
              <a:rPr lang="en-US" altLang="ja-JP" sz="1463" dirty="0"/>
              <a:t>48</a:t>
            </a:r>
          </a:p>
          <a:p>
            <a:pPr algn="ctr"/>
            <a:r>
              <a:rPr lang="ja-JP" altLang="en-US" sz="1463" dirty="0"/>
              <a:t>ボールド</a:t>
            </a:r>
            <a:endParaRPr lang="en-US" altLang="ja-JP" sz="1463" dirty="0"/>
          </a:p>
          <a:p>
            <a:pPr algn="ctr"/>
            <a:r>
              <a:rPr lang="ja-JP" altLang="en-US" sz="1463" dirty="0"/>
              <a:t>真ん中寄せ</a:t>
            </a:r>
            <a:endParaRPr kumimoji="1" lang="en-US" altLang="ja-JP" sz="1463" dirty="0"/>
          </a:p>
        </p:txBody>
      </p:sp>
      <p:sp>
        <p:nvSpPr>
          <p:cNvPr id="45" name="四角形吹き出し 44"/>
          <p:cNvSpPr/>
          <p:nvPr userDrawn="1"/>
        </p:nvSpPr>
        <p:spPr>
          <a:xfrm>
            <a:off x="-2933551" y="2899809"/>
            <a:ext cx="2448136" cy="1838056"/>
          </a:xfrm>
          <a:prstGeom prst="wedgeRectCallout">
            <a:avLst>
              <a:gd name="adj1" fmla="val 68120"/>
              <a:gd name="adj2" fmla="val 16336"/>
            </a:avLst>
          </a:prstGeom>
          <a:solidFill>
            <a:srgbClr val="07628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小見出し</a:t>
            </a:r>
            <a:endParaRPr kumimoji="1" lang="en-US" altLang="ja-JP" sz="1463" dirty="0"/>
          </a:p>
          <a:p>
            <a:pPr algn="ctr"/>
            <a:r>
              <a:rPr kumimoji="1" lang="ja-JP" altLang="en-US" sz="1463" dirty="0"/>
              <a:t>フォント：メイリオ本文</a:t>
            </a:r>
            <a:endParaRPr kumimoji="1" lang="en-US" altLang="ja-JP" sz="1463" dirty="0"/>
          </a:p>
          <a:p>
            <a:pPr algn="ctr"/>
            <a:r>
              <a:rPr lang="ja-JP" altLang="en-US" sz="1463" dirty="0"/>
              <a:t>サイズ：</a:t>
            </a:r>
            <a:r>
              <a:rPr lang="en-US" altLang="ja-JP" sz="1463" dirty="0"/>
              <a:t>32</a:t>
            </a:r>
          </a:p>
          <a:p>
            <a:pPr algn="ctr"/>
            <a:r>
              <a:rPr lang="ja-JP" altLang="en-US" sz="1463" dirty="0"/>
              <a:t>ボールド</a:t>
            </a:r>
            <a:endParaRPr lang="en-US" altLang="ja-JP" sz="1463" dirty="0"/>
          </a:p>
          <a:p>
            <a:pPr algn="ctr"/>
            <a:r>
              <a:rPr kumimoji="1" lang="ja-JP" altLang="en-US" sz="1463" dirty="0"/>
              <a:t>左寄せ</a:t>
            </a:r>
            <a:endParaRPr kumimoji="1" lang="en-US" altLang="ja-JP" sz="1463" dirty="0"/>
          </a:p>
        </p:txBody>
      </p:sp>
      <p:sp>
        <p:nvSpPr>
          <p:cNvPr id="46" name="四角形吹き出し 45"/>
          <p:cNvSpPr/>
          <p:nvPr userDrawn="1"/>
        </p:nvSpPr>
        <p:spPr>
          <a:xfrm>
            <a:off x="-2933551" y="4895865"/>
            <a:ext cx="2448136" cy="1838056"/>
          </a:xfrm>
          <a:prstGeom prst="wedgeRectCallout">
            <a:avLst>
              <a:gd name="adj1" fmla="val 68617"/>
              <a:gd name="adj2" fmla="val -24441"/>
            </a:avLst>
          </a:prstGeom>
          <a:solidFill>
            <a:srgbClr val="07628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本文</a:t>
            </a:r>
            <a:endParaRPr kumimoji="1" lang="en-US" altLang="ja-JP" sz="1463" dirty="0"/>
          </a:p>
          <a:p>
            <a:pPr algn="ctr"/>
            <a:r>
              <a:rPr kumimoji="1" lang="ja-JP" altLang="en-US" sz="1463" dirty="0"/>
              <a:t>フォント：メイリオ本文</a:t>
            </a:r>
            <a:endParaRPr kumimoji="1" lang="en-US" altLang="ja-JP" sz="1463" dirty="0"/>
          </a:p>
          <a:p>
            <a:pPr algn="ctr"/>
            <a:r>
              <a:rPr lang="ja-JP" altLang="en-US" sz="1463" dirty="0"/>
              <a:t>サイズ：</a:t>
            </a:r>
            <a:r>
              <a:rPr lang="en-US" altLang="ja-JP" sz="1463" dirty="0"/>
              <a:t>18</a:t>
            </a:r>
          </a:p>
          <a:p>
            <a:pPr algn="ctr"/>
            <a:r>
              <a:rPr kumimoji="1" lang="ja-JP" altLang="en-US" sz="1463" dirty="0"/>
              <a:t>左寄せ</a:t>
            </a:r>
            <a:endParaRPr kumimoji="1" lang="en-US" altLang="ja-JP" sz="1463" dirty="0"/>
          </a:p>
        </p:txBody>
      </p:sp>
      <p:sp>
        <p:nvSpPr>
          <p:cNvPr id="23" name="四角形吹き出し 22"/>
          <p:cNvSpPr/>
          <p:nvPr userDrawn="1"/>
        </p:nvSpPr>
        <p:spPr>
          <a:xfrm>
            <a:off x="10657068" y="5752795"/>
            <a:ext cx="1645113" cy="970890"/>
          </a:xfrm>
          <a:prstGeom prst="wedgeRectCallout">
            <a:avLst>
              <a:gd name="adj1" fmla="val -62408"/>
              <a:gd name="adj2" fmla="val 9477"/>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この赤ガイド線内に収まるように作成してください</a:t>
            </a:r>
          </a:p>
        </p:txBody>
      </p:sp>
    </p:spTree>
    <p:extLst>
      <p:ext uri="{BB962C8B-B14F-4D97-AF65-F5344CB8AC3E}">
        <p14:creationId xmlns:p14="http://schemas.microsoft.com/office/powerpoint/2010/main" val="1657571627"/>
      </p:ext>
    </p:extLst>
  </p:cSld>
  <p:clrMapOvr>
    <a:masterClrMapping/>
  </p:clrMapOvr>
  <p:hf hdr="0" ftr="0" dt="0"/>
  <p:extLst>
    <p:ext uri="{DCECCB84-F9BA-43D5-87BE-67443E8EF086}">
      <p15:sldGuideLst xmlns:p15="http://schemas.microsoft.com/office/powerpoint/2012/main">
        <p15:guide id="1" orient="horz" pos="2160">
          <p15:clr>
            <a:srgbClr val="000000"/>
          </p15:clr>
        </p15:guide>
        <p15:guide id="2" pos="3840">
          <p15:clr>
            <a:srgbClr val="000000"/>
          </p15:clr>
        </p15:guide>
      </p15:sldGuideLst>
    </p:ext>
  </p:extLst>
</p:sldLayout>
</file>

<file path=ppt/slideLayouts/slideLayout34.xml><?xml version="1.0" encoding="utf-8"?>
<p:sldLayout xmlns:a="http://schemas.openxmlformats.org/drawingml/2006/main" xmlns:r="http://schemas.openxmlformats.org/officeDocument/2006/relationships" xmlns:p="http://schemas.openxmlformats.org/presentationml/2006/main" userDrawn="1">
  <p:cSld name="22_タイトルとコンテンツ">
    <p:spTree>
      <p:nvGrpSpPr>
        <p:cNvPr id="1" name=""/>
        <p:cNvGrpSpPr/>
        <p:nvPr/>
      </p:nvGrpSpPr>
      <p:grpSpPr>
        <a:xfrm>
          <a:off x="0" y="0"/>
          <a:ext cx="0" cy="0"/>
          <a:chOff x="0" y="0"/>
          <a:chExt cx="0" cy="0"/>
        </a:xfrm>
      </p:grpSpPr>
      <p:graphicFrame>
        <p:nvGraphicFramePr>
          <p:cNvPr id="26" name="表 25"/>
          <p:cNvGraphicFramePr>
            <a:graphicFrameLocks noGrp="1"/>
          </p:cNvGraphicFramePr>
          <p:nvPr userDrawn="1"/>
        </p:nvGraphicFramePr>
        <p:xfrm>
          <a:off x="0" y="727606"/>
          <a:ext cx="438463" cy="5882490"/>
        </p:xfrm>
        <a:graphic>
          <a:graphicData uri="http://schemas.openxmlformats.org/drawingml/2006/table">
            <a:tbl>
              <a:tblPr firstRow="1" bandRow="1">
                <a:tableStyleId>{5C22544A-7EE6-4342-B048-85BDC9FD1C3A}</a:tableStyleId>
              </a:tblPr>
              <a:tblGrid>
                <a:gridCol w="438463">
                  <a:extLst>
                    <a:ext uri="{9D8B030D-6E8A-4147-A177-3AD203B41FA5}">
                      <a16:colId xmlns:a16="http://schemas.microsoft.com/office/drawing/2014/main" val="2456847792"/>
                    </a:ext>
                  </a:extLst>
                </a:gridCol>
              </a:tblGrid>
              <a:tr h="980415">
                <a:tc>
                  <a:txBody>
                    <a:bodyPr/>
                    <a:lstStyle/>
                    <a:p>
                      <a:pPr algn="ctr"/>
                      <a:r>
                        <a:rPr kumimoji="1" lang="ja-JP" altLang="en-US" sz="1100" b="1" dirty="0">
                          <a:solidFill>
                            <a:schemeClr val="bg1"/>
                          </a:solidFill>
                        </a:rPr>
                        <a:t>①タイトル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1512206185"/>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②タイトル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2631667891"/>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③タイトル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627911894"/>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④タイトル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2091809632"/>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⑤タイトル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1750606519"/>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⑥タイトル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149417652"/>
                  </a:ext>
                </a:extLst>
              </a:tr>
            </a:tbl>
          </a:graphicData>
        </a:graphic>
      </p:graphicFrame>
      <p:sp>
        <p:nvSpPr>
          <p:cNvPr id="35" name="正方形/長方形 34"/>
          <p:cNvSpPr/>
          <p:nvPr userDrawn="1"/>
        </p:nvSpPr>
        <p:spPr>
          <a:xfrm>
            <a:off x="85255" y="1119975"/>
            <a:ext cx="267950" cy="5341188"/>
          </a:xfrm>
          <a:prstGeom prst="rect">
            <a:avLst/>
          </a:prstGeom>
          <a:solidFill>
            <a:srgbClr val="FF00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vert="eaVert" rtlCol="0" anchor="ctr"/>
          <a:lstStyle/>
          <a:p>
            <a:pPr algn="ctr"/>
            <a:r>
              <a:rPr kumimoji="1" lang="ja-JP" altLang="en-US" sz="1463" dirty="0"/>
              <a:t>こちらで変更します。</a:t>
            </a:r>
          </a:p>
        </p:txBody>
      </p:sp>
      <p:sp>
        <p:nvSpPr>
          <p:cNvPr id="8" name="正方形/長方形 7"/>
          <p:cNvSpPr/>
          <p:nvPr userDrawn="1"/>
        </p:nvSpPr>
        <p:spPr>
          <a:xfrm>
            <a:off x="0" y="6610097"/>
            <a:ext cx="9906000" cy="24765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7" name="Text Box 31"/>
          <p:cNvSpPr txBox="1">
            <a:spLocks noChangeArrowheads="1"/>
          </p:cNvSpPr>
          <p:nvPr userDrawn="1"/>
        </p:nvSpPr>
        <p:spPr bwMode="auto">
          <a:xfrm>
            <a:off x="42215" y="6580034"/>
            <a:ext cx="4206531" cy="267446"/>
          </a:xfrm>
          <a:prstGeom prst="rect">
            <a:avLst/>
          </a:prstGeom>
          <a:noFill/>
          <a:ln w="9525">
            <a:noFill/>
            <a:miter lim="800000"/>
            <a:headEnd/>
            <a:tailEnd/>
          </a:ln>
          <a:effectLst/>
        </p:spPr>
        <p:txBody>
          <a:bodyPr wrap="square">
            <a:spAutoFit/>
          </a:bodyPr>
          <a:lstStyle/>
          <a:p>
            <a:pPr>
              <a:defRPr/>
            </a:pPr>
            <a:r>
              <a:rPr lang="en-US" altLang="ja-JP" sz="1138" b="1" dirty="0" err="1">
                <a:solidFill>
                  <a:schemeClr val="bg1"/>
                </a:solidFill>
                <a:latin typeface="Monotype Corsiva" pitchFamily="66" charset="0"/>
                <a:ea typeface="HGP創英角ｺﾞｼｯｸUB" pitchFamily="50" charset="-128"/>
              </a:rPr>
              <a:t>Copyright©Funai</a:t>
            </a:r>
            <a:r>
              <a:rPr lang="en-US" altLang="ja-JP" sz="1138" b="1" dirty="0">
                <a:solidFill>
                  <a:schemeClr val="bg1"/>
                </a:solidFill>
                <a:latin typeface="Monotype Corsiva" pitchFamily="66" charset="0"/>
                <a:ea typeface="HGP創英角ｺﾞｼｯｸUB" pitchFamily="50" charset="-128"/>
              </a:rPr>
              <a:t> Consulting Incorporated </a:t>
            </a:r>
            <a:r>
              <a:rPr lang="ja-JP" altLang="en-US" sz="1138" b="1" dirty="0">
                <a:solidFill>
                  <a:schemeClr val="bg1"/>
                </a:solidFill>
                <a:latin typeface="Monotype Corsiva" pitchFamily="66" charset="0"/>
                <a:ea typeface="HGP創英角ｺﾞｼｯｸUB" pitchFamily="50" charset="-128"/>
              </a:rPr>
              <a:t>　　（</a:t>
            </a:r>
            <a:r>
              <a:rPr lang="en-US" altLang="ja-JP" sz="1138" b="1" dirty="0" err="1">
                <a:solidFill>
                  <a:schemeClr val="bg1"/>
                </a:solidFill>
                <a:latin typeface="Monotype Corsiva" pitchFamily="66" charset="0"/>
                <a:ea typeface="HGP創英角ｺﾞｼｯｸUB" pitchFamily="50" charset="-128"/>
              </a:rPr>
              <a:t>Funai</a:t>
            </a:r>
            <a:r>
              <a:rPr lang="en-US" altLang="ja-JP" sz="1138" b="1" dirty="0">
                <a:solidFill>
                  <a:schemeClr val="bg1"/>
                </a:solidFill>
                <a:latin typeface="Monotype Corsiva" pitchFamily="66" charset="0"/>
                <a:ea typeface="HGP創英角ｺﾞｼｯｸUB" pitchFamily="50" charset="-128"/>
              </a:rPr>
              <a:t> Consulting</a:t>
            </a:r>
            <a:r>
              <a:rPr lang="ja-JP" altLang="en-US" sz="1138" b="1" dirty="0">
                <a:solidFill>
                  <a:schemeClr val="bg1"/>
                </a:solidFill>
                <a:latin typeface="Monotype Corsiva" pitchFamily="66" charset="0"/>
                <a:ea typeface="HGP創英角ｺﾞｼｯｸUB" pitchFamily="50" charset="-128"/>
              </a:rPr>
              <a:t> </a:t>
            </a:r>
            <a:r>
              <a:rPr lang="en-US" altLang="ja-JP" sz="1138" b="1" dirty="0">
                <a:solidFill>
                  <a:schemeClr val="bg1"/>
                </a:solidFill>
                <a:latin typeface="Monotype Corsiva" pitchFamily="66" charset="0"/>
                <a:ea typeface="HGP創英角ｺﾞｼｯｸUB" pitchFamily="50" charset="-128"/>
              </a:rPr>
              <a:t>Inc.</a:t>
            </a:r>
            <a:r>
              <a:rPr lang="ja-JP" altLang="en-US" sz="1138" b="1" dirty="0">
                <a:solidFill>
                  <a:schemeClr val="bg1"/>
                </a:solidFill>
                <a:latin typeface="Monotype Corsiva" pitchFamily="66" charset="0"/>
                <a:ea typeface="HGP創英角ｺﾞｼｯｸUB" pitchFamily="50" charset="-128"/>
              </a:rPr>
              <a:t>）</a:t>
            </a:r>
            <a:endParaRPr lang="en-US" altLang="ja-JP" sz="1138" b="1" dirty="0">
              <a:solidFill>
                <a:schemeClr val="bg1"/>
              </a:solidFill>
              <a:latin typeface="Monotype Corsiva" pitchFamily="66" charset="0"/>
              <a:ea typeface="HGP創英角ｺﾞｼｯｸUB" pitchFamily="50" charset="-128"/>
            </a:endParaRPr>
          </a:p>
        </p:txBody>
      </p:sp>
      <p:sp>
        <p:nvSpPr>
          <p:cNvPr id="12" name="スライド番号プレースホルダー 11"/>
          <p:cNvSpPr>
            <a:spLocks noGrp="1"/>
          </p:cNvSpPr>
          <p:nvPr>
            <p:ph type="sldNum" sz="quarter" idx="12"/>
          </p:nvPr>
        </p:nvSpPr>
        <p:spPr>
          <a:xfrm>
            <a:off x="7677150" y="6551360"/>
            <a:ext cx="2228850" cy="365125"/>
          </a:xfrm>
        </p:spPr>
        <p:txBody>
          <a:bodyPr/>
          <a:lstStyle>
            <a:lvl1pPr>
              <a:defRPr sz="1300" b="1">
                <a:solidFill>
                  <a:schemeClr val="bg1"/>
                </a:solidFill>
              </a:defRPr>
            </a:lvl1pPr>
          </a:lstStyle>
          <a:p>
            <a:fld id="{85FC83C8-0BB2-4721-BA19-3C9CC69276E3}" type="slidenum">
              <a:rPr lang="ja-JP" altLang="en-US" smtClean="0"/>
              <a:pPr/>
              <a:t>‹#›</a:t>
            </a:fld>
            <a:endParaRPr lang="ja-JP" altLang="en-US"/>
          </a:p>
        </p:txBody>
      </p:sp>
      <p:sp>
        <p:nvSpPr>
          <p:cNvPr id="22" name="楕円 21"/>
          <p:cNvSpPr/>
          <p:nvPr userDrawn="1"/>
        </p:nvSpPr>
        <p:spPr>
          <a:xfrm>
            <a:off x="-2244328" y="-788766"/>
            <a:ext cx="14437221" cy="1759809"/>
          </a:xfrm>
          <a:prstGeom prst="ellipse">
            <a:avLst/>
          </a:prstGeom>
          <a:solidFill>
            <a:srgbClr val="8B945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24" name="タイトル 1"/>
          <p:cNvSpPr>
            <a:spLocks noGrp="1"/>
          </p:cNvSpPr>
          <p:nvPr>
            <p:ph type="title"/>
          </p:nvPr>
        </p:nvSpPr>
        <p:spPr>
          <a:xfrm>
            <a:off x="255770" y="245205"/>
            <a:ext cx="9378221" cy="605918"/>
          </a:xfrm>
        </p:spPr>
        <p:txBody>
          <a:bodyPr>
            <a:noAutofit/>
          </a:bodyPr>
          <a:lstStyle>
            <a:lvl1pPr algn="ctr">
              <a:defRPr sz="3900" b="1">
                <a:solidFill>
                  <a:schemeClr val="bg1"/>
                </a:solidFill>
              </a:defRPr>
            </a:lvl1pPr>
          </a:lstStyle>
          <a:p>
            <a:r>
              <a:rPr kumimoji="1" lang="ja-JP" altLang="en-US" dirty="0"/>
              <a:t>マスター タイトルの書式設定</a:t>
            </a:r>
          </a:p>
        </p:txBody>
      </p:sp>
      <p:sp>
        <p:nvSpPr>
          <p:cNvPr id="36" name="正方形/長方形 35"/>
          <p:cNvSpPr/>
          <p:nvPr userDrawn="1"/>
        </p:nvSpPr>
        <p:spPr>
          <a:xfrm>
            <a:off x="-2650779" y="-1508644"/>
            <a:ext cx="2642953" cy="3507698"/>
          </a:xfrm>
          <a:prstGeom prst="rect">
            <a:avLst/>
          </a:prstGeom>
          <a:solidFill>
            <a:srgbClr val="E6E6E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37" name="正方形/長方形 36"/>
          <p:cNvSpPr/>
          <p:nvPr userDrawn="1"/>
        </p:nvSpPr>
        <p:spPr>
          <a:xfrm>
            <a:off x="-200669" y="-3521490"/>
            <a:ext cx="11734663" cy="3507698"/>
          </a:xfrm>
          <a:prstGeom prst="rect">
            <a:avLst/>
          </a:prstGeom>
          <a:solidFill>
            <a:srgbClr val="E6E6E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38" name="正方形/長方形 37"/>
          <p:cNvSpPr/>
          <p:nvPr userDrawn="1"/>
        </p:nvSpPr>
        <p:spPr>
          <a:xfrm>
            <a:off x="9918180" y="-2387723"/>
            <a:ext cx="2642953" cy="3507698"/>
          </a:xfrm>
          <a:prstGeom prst="rect">
            <a:avLst/>
          </a:prstGeom>
          <a:solidFill>
            <a:srgbClr val="E6E6E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27" name="楕円 26"/>
          <p:cNvSpPr/>
          <p:nvPr userDrawn="1"/>
        </p:nvSpPr>
        <p:spPr>
          <a:xfrm>
            <a:off x="10081668" y="4975630"/>
            <a:ext cx="340519" cy="417363"/>
          </a:xfrm>
          <a:prstGeom prst="ellipse">
            <a:avLst/>
          </a:prstGeom>
          <a:solidFill>
            <a:srgbClr val="8B945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28" name="楕円 27"/>
          <p:cNvSpPr/>
          <p:nvPr userDrawn="1"/>
        </p:nvSpPr>
        <p:spPr>
          <a:xfrm>
            <a:off x="10081668" y="3641505"/>
            <a:ext cx="340519" cy="417363"/>
          </a:xfrm>
          <a:prstGeom prst="ellipse">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29" name="楕円 28"/>
          <p:cNvSpPr/>
          <p:nvPr userDrawn="1"/>
        </p:nvSpPr>
        <p:spPr>
          <a:xfrm>
            <a:off x="10081668" y="2307380"/>
            <a:ext cx="340519" cy="417363"/>
          </a:xfrm>
          <a:prstGeom prst="ellipse">
            <a:avLst/>
          </a:prstGeom>
          <a:solidFill>
            <a:schemeClr val="bg2">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30" name="楕円 29"/>
          <p:cNvSpPr/>
          <p:nvPr userDrawn="1"/>
        </p:nvSpPr>
        <p:spPr>
          <a:xfrm>
            <a:off x="10081668" y="973255"/>
            <a:ext cx="340519" cy="417363"/>
          </a:xfrm>
          <a:prstGeom prst="ellipse">
            <a:avLst/>
          </a:prstGeom>
          <a:solidFill>
            <a:schemeClr val="bg2">
              <a:lumMod val="2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31" name="四角形吹き出し 30"/>
          <p:cNvSpPr/>
          <p:nvPr userDrawn="1"/>
        </p:nvSpPr>
        <p:spPr>
          <a:xfrm>
            <a:off x="10657068" y="419727"/>
            <a:ext cx="1438387" cy="970890"/>
          </a:xfrm>
          <a:prstGeom prst="wedgeRectCallout">
            <a:avLst>
              <a:gd name="adj1" fmla="val -61477"/>
              <a:gd name="adj2" fmla="val 23901"/>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文字の色</a:t>
            </a:r>
          </a:p>
        </p:txBody>
      </p:sp>
      <p:sp>
        <p:nvSpPr>
          <p:cNvPr id="32" name="四角形吹き出し 31"/>
          <p:cNvSpPr/>
          <p:nvPr userDrawn="1"/>
        </p:nvSpPr>
        <p:spPr>
          <a:xfrm>
            <a:off x="10657068" y="1821934"/>
            <a:ext cx="1438387" cy="970890"/>
          </a:xfrm>
          <a:prstGeom prst="wedgeRectCallout">
            <a:avLst>
              <a:gd name="adj1" fmla="val -61477"/>
              <a:gd name="adj2" fmla="val 23901"/>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やじるしなどの図形の色</a:t>
            </a:r>
          </a:p>
        </p:txBody>
      </p:sp>
      <p:sp>
        <p:nvSpPr>
          <p:cNvPr id="33" name="四角形吹き出し 32"/>
          <p:cNvSpPr/>
          <p:nvPr userDrawn="1"/>
        </p:nvSpPr>
        <p:spPr>
          <a:xfrm>
            <a:off x="10657068" y="4490184"/>
            <a:ext cx="1438387" cy="970890"/>
          </a:xfrm>
          <a:prstGeom prst="wedgeRectCallout">
            <a:avLst>
              <a:gd name="adj1" fmla="val -61477"/>
              <a:gd name="adj2" fmla="val 23901"/>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ベースの色</a:t>
            </a:r>
          </a:p>
        </p:txBody>
      </p:sp>
      <p:sp>
        <p:nvSpPr>
          <p:cNvPr id="34" name="四角形吹き出し 33"/>
          <p:cNvSpPr/>
          <p:nvPr userDrawn="1"/>
        </p:nvSpPr>
        <p:spPr>
          <a:xfrm>
            <a:off x="10657068" y="3156059"/>
            <a:ext cx="1438387" cy="970890"/>
          </a:xfrm>
          <a:prstGeom prst="wedgeRectCallout">
            <a:avLst>
              <a:gd name="adj1" fmla="val -61477"/>
              <a:gd name="adj2" fmla="val 23901"/>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強調の色</a:t>
            </a:r>
          </a:p>
        </p:txBody>
      </p:sp>
      <p:sp>
        <p:nvSpPr>
          <p:cNvPr id="39" name="四角形吹き出し 38"/>
          <p:cNvSpPr/>
          <p:nvPr userDrawn="1"/>
        </p:nvSpPr>
        <p:spPr>
          <a:xfrm>
            <a:off x="-2959618" y="-919028"/>
            <a:ext cx="2448136" cy="1838056"/>
          </a:xfrm>
          <a:prstGeom prst="wedgeRectCallout">
            <a:avLst>
              <a:gd name="adj1" fmla="val 68120"/>
              <a:gd name="adj2" fmla="val 16336"/>
            </a:avLst>
          </a:prstGeom>
          <a:solidFill>
            <a:srgbClr val="07628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タイトル（目次と対応させてください。）</a:t>
            </a:r>
            <a:endParaRPr kumimoji="1" lang="en-US" altLang="ja-JP" sz="1463" dirty="0"/>
          </a:p>
          <a:p>
            <a:pPr algn="ctr"/>
            <a:r>
              <a:rPr kumimoji="1" lang="ja-JP" altLang="en-US" sz="1463" dirty="0"/>
              <a:t>フォント：メイリオ見出し</a:t>
            </a:r>
            <a:endParaRPr kumimoji="1" lang="en-US" altLang="ja-JP" sz="1463" dirty="0"/>
          </a:p>
          <a:p>
            <a:pPr algn="ctr"/>
            <a:r>
              <a:rPr lang="ja-JP" altLang="en-US" sz="1463" dirty="0"/>
              <a:t>サイズ：</a:t>
            </a:r>
            <a:r>
              <a:rPr lang="en-US" altLang="ja-JP" sz="1463" dirty="0"/>
              <a:t>48</a:t>
            </a:r>
          </a:p>
          <a:p>
            <a:pPr algn="ctr"/>
            <a:r>
              <a:rPr lang="ja-JP" altLang="en-US" sz="1463" dirty="0"/>
              <a:t>ボールド</a:t>
            </a:r>
            <a:endParaRPr lang="en-US" altLang="ja-JP" sz="1463" dirty="0"/>
          </a:p>
          <a:p>
            <a:pPr algn="ctr"/>
            <a:r>
              <a:rPr lang="ja-JP" altLang="en-US" sz="1463" dirty="0"/>
              <a:t>真ん中寄せ</a:t>
            </a:r>
            <a:endParaRPr kumimoji="1" lang="en-US" altLang="ja-JP" sz="1463" dirty="0"/>
          </a:p>
        </p:txBody>
      </p:sp>
      <p:sp>
        <p:nvSpPr>
          <p:cNvPr id="45" name="四角形吹き出し 44"/>
          <p:cNvSpPr/>
          <p:nvPr userDrawn="1"/>
        </p:nvSpPr>
        <p:spPr>
          <a:xfrm>
            <a:off x="-2933551" y="2899809"/>
            <a:ext cx="2448136" cy="1838056"/>
          </a:xfrm>
          <a:prstGeom prst="wedgeRectCallout">
            <a:avLst>
              <a:gd name="adj1" fmla="val 68120"/>
              <a:gd name="adj2" fmla="val 16336"/>
            </a:avLst>
          </a:prstGeom>
          <a:solidFill>
            <a:srgbClr val="07628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小見出し</a:t>
            </a:r>
            <a:endParaRPr kumimoji="1" lang="en-US" altLang="ja-JP" sz="1463" dirty="0"/>
          </a:p>
          <a:p>
            <a:pPr algn="ctr"/>
            <a:r>
              <a:rPr kumimoji="1" lang="ja-JP" altLang="en-US" sz="1463" dirty="0"/>
              <a:t>フォント：メイリオ本文</a:t>
            </a:r>
            <a:endParaRPr kumimoji="1" lang="en-US" altLang="ja-JP" sz="1463" dirty="0"/>
          </a:p>
          <a:p>
            <a:pPr algn="ctr"/>
            <a:r>
              <a:rPr lang="ja-JP" altLang="en-US" sz="1463" dirty="0"/>
              <a:t>サイズ：</a:t>
            </a:r>
            <a:r>
              <a:rPr lang="en-US" altLang="ja-JP" sz="1463" dirty="0"/>
              <a:t>32</a:t>
            </a:r>
          </a:p>
          <a:p>
            <a:pPr algn="ctr"/>
            <a:r>
              <a:rPr lang="ja-JP" altLang="en-US" sz="1463" dirty="0"/>
              <a:t>ボールド</a:t>
            </a:r>
            <a:endParaRPr lang="en-US" altLang="ja-JP" sz="1463" dirty="0"/>
          </a:p>
          <a:p>
            <a:pPr algn="ctr"/>
            <a:r>
              <a:rPr kumimoji="1" lang="ja-JP" altLang="en-US" sz="1463" dirty="0"/>
              <a:t>左寄せ</a:t>
            </a:r>
            <a:endParaRPr kumimoji="1" lang="en-US" altLang="ja-JP" sz="1463" dirty="0"/>
          </a:p>
        </p:txBody>
      </p:sp>
      <p:sp>
        <p:nvSpPr>
          <p:cNvPr id="46" name="四角形吹き出し 45"/>
          <p:cNvSpPr/>
          <p:nvPr userDrawn="1"/>
        </p:nvSpPr>
        <p:spPr>
          <a:xfrm>
            <a:off x="-2933551" y="4895865"/>
            <a:ext cx="2448136" cy="1838056"/>
          </a:xfrm>
          <a:prstGeom prst="wedgeRectCallout">
            <a:avLst>
              <a:gd name="adj1" fmla="val 68617"/>
              <a:gd name="adj2" fmla="val -24441"/>
            </a:avLst>
          </a:prstGeom>
          <a:solidFill>
            <a:srgbClr val="07628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本文</a:t>
            </a:r>
            <a:endParaRPr kumimoji="1" lang="en-US" altLang="ja-JP" sz="1463" dirty="0"/>
          </a:p>
          <a:p>
            <a:pPr algn="ctr"/>
            <a:r>
              <a:rPr kumimoji="1" lang="ja-JP" altLang="en-US" sz="1463" dirty="0"/>
              <a:t>フォント：メイリオ本文</a:t>
            </a:r>
            <a:endParaRPr kumimoji="1" lang="en-US" altLang="ja-JP" sz="1463" dirty="0"/>
          </a:p>
          <a:p>
            <a:pPr algn="ctr"/>
            <a:r>
              <a:rPr lang="ja-JP" altLang="en-US" sz="1463" dirty="0"/>
              <a:t>サイズ：</a:t>
            </a:r>
            <a:r>
              <a:rPr lang="en-US" altLang="ja-JP" sz="1463" dirty="0"/>
              <a:t>18</a:t>
            </a:r>
          </a:p>
          <a:p>
            <a:pPr algn="ctr"/>
            <a:r>
              <a:rPr kumimoji="1" lang="ja-JP" altLang="en-US" sz="1463" dirty="0"/>
              <a:t>左寄せ</a:t>
            </a:r>
            <a:endParaRPr kumimoji="1" lang="en-US" altLang="ja-JP" sz="1463" dirty="0"/>
          </a:p>
        </p:txBody>
      </p:sp>
      <p:sp>
        <p:nvSpPr>
          <p:cNvPr id="23" name="四角形吹き出し 22"/>
          <p:cNvSpPr/>
          <p:nvPr userDrawn="1"/>
        </p:nvSpPr>
        <p:spPr>
          <a:xfrm>
            <a:off x="10657068" y="5752795"/>
            <a:ext cx="1645113" cy="970890"/>
          </a:xfrm>
          <a:prstGeom prst="wedgeRectCallout">
            <a:avLst>
              <a:gd name="adj1" fmla="val -62408"/>
              <a:gd name="adj2" fmla="val 9477"/>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この赤ガイド線内に収まるように作成してください</a:t>
            </a:r>
          </a:p>
        </p:txBody>
      </p:sp>
    </p:spTree>
    <p:extLst>
      <p:ext uri="{BB962C8B-B14F-4D97-AF65-F5344CB8AC3E}">
        <p14:creationId xmlns:p14="http://schemas.microsoft.com/office/powerpoint/2010/main" val="1173708451"/>
      </p:ext>
    </p:extLst>
  </p:cSld>
  <p:clrMapOvr>
    <a:masterClrMapping/>
  </p:clrMapOvr>
  <p:hf hdr="0" ftr="0" dt="0"/>
  <p:extLst>
    <p:ext uri="{DCECCB84-F9BA-43D5-87BE-67443E8EF086}">
      <p15:sldGuideLst xmlns:p15="http://schemas.microsoft.com/office/powerpoint/2012/main">
        <p15:guide id="1" orient="horz" pos="2160">
          <p15:clr>
            <a:srgbClr val="000000"/>
          </p15:clr>
        </p15:guide>
        <p15:guide id="2" pos="3840">
          <p15:clr>
            <a:srgbClr val="000000"/>
          </p15:clr>
        </p15:guide>
      </p15:sldGuideLst>
    </p:ext>
  </p:extLst>
</p:sldLayout>
</file>

<file path=ppt/slideLayouts/slideLayout35.xml><?xml version="1.0" encoding="utf-8"?>
<p:sldLayout xmlns:a="http://schemas.openxmlformats.org/drawingml/2006/main" xmlns:r="http://schemas.openxmlformats.org/officeDocument/2006/relationships" xmlns:p="http://schemas.openxmlformats.org/presentationml/2006/main" userDrawn="1">
  <p:cSld name="23_タイトルとコンテンツ">
    <p:spTree>
      <p:nvGrpSpPr>
        <p:cNvPr id="1" name=""/>
        <p:cNvGrpSpPr/>
        <p:nvPr/>
      </p:nvGrpSpPr>
      <p:grpSpPr>
        <a:xfrm>
          <a:off x="0" y="0"/>
          <a:ext cx="0" cy="0"/>
          <a:chOff x="0" y="0"/>
          <a:chExt cx="0" cy="0"/>
        </a:xfrm>
      </p:grpSpPr>
      <p:graphicFrame>
        <p:nvGraphicFramePr>
          <p:cNvPr id="26" name="表 25"/>
          <p:cNvGraphicFramePr>
            <a:graphicFrameLocks noGrp="1"/>
          </p:cNvGraphicFramePr>
          <p:nvPr userDrawn="1"/>
        </p:nvGraphicFramePr>
        <p:xfrm>
          <a:off x="0" y="727606"/>
          <a:ext cx="438463" cy="5882490"/>
        </p:xfrm>
        <a:graphic>
          <a:graphicData uri="http://schemas.openxmlformats.org/drawingml/2006/table">
            <a:tbl>
              <a:tblPr firstRow="1" bandRow="1">
                <a:tableStyleId>{5C22544A-7EE6-4342-B048-85BDC9FD1C3A}</a:tableStyleId>
              </a:tblPr>
              <a:tblGrid>
                <a:gridCol w="438463">
                  <a:extLst>
                    <a:ext uri="{9D8B030D-6E8A-4147-A177-3AD203B41FA5}">
                      <a16:colId xmlns:a16="http://schemas.microsoft.com/office/drawing/2014/main" val="2456847792"/>
                    </a:ext>
                  </a:extLst>
                </a:gridCol>
              </a:tblGrid>
              <a:tr h="980415">
                <a:tc>
                  <a:txBody>
                    <a:bodyPr/>
                    <a:lstStyle/>
                    <a:p>
                      <a:pPr algn="ctr"/>
                      <a:r>
                        <a:rPr kumimoji="1" lang="ja-JP" altLang="en-US" sz="1100" b="1" dirty="0">
                          <a:solidFill>
                            <a:schemeClr val="bg1"/>
                          </a:solidFill>
                        </a:rPr>
                        <a:t>①タイトル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1512206185"/>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②タイトル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2631667891"/>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③タイトル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627911894"/>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④タイトル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2091809632"/>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⑤タイトル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1750606519"/>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⑥タイトル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149417652"/>
                  </a:ext>
                </a:extLst>
              </a:tr>
            </a:tbl>
          </a:graphicData>
        </a:graphic>
      </p:graphicFrame>
      <p:sp>
        <p:nvSpPr>
          <p:cNvPr id="35" name="正方形/長方形 34"/>
          <p:cNvSpPr/>
          <p:nvPr userDrawn="1"/>
        </p:nvSpPr>
        <p:spPr>
          <a:xfrm>
            <a:off x="85255" y="1119975"/>
            <a:ext cx="267950" cy="5341188"/>
          </a:xfrm>
          <a:prstGeom prst="rect">
            <a:avLst/>
          </a:prstGeom>
          <a:solidFill>
            <a:srgbClr val="FF00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vert="eaVert" rtlCol="0" anchor="ctr"/>
          <a:lstStyle/>
          <a:p>
            <a:pPr algn="ctr"/>
            <a:r>
              <a:rPr kumimoji="1" lang="ja-JP" altLang="en-US" sz="1463" dirty="0"/>
              <a:t>こちらで変更します。</a:t>
            </a:r>
          </a:p>
        </p:txBody>
      </p:sp>
      <p:sp>
        <p:nvSpPr>
          <p:cNvPr id="8" name="正方形/長方形 7"/>
          <p:cNvSpPr/>
          <p:nvPr userDrawn="1"/>
        </p:nvSpPr>
        <p:spPr>
          <a:xfrm>
            <a:off x="0" y="6610097"/>
            <a:ext cx="9906000" cy="24765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7" name="Text Box 31"/>
          <p:cNvSpPr txBox="1">
            <a:spLocks noChangeArrowheads="1"/>
          </p:cNvSpPr>
          <p:nvPr userDrawn="1"/>
        </p:nvSpPr>
        <p:spPr bwMode="auto">
          <a:xfrm>
            <a:off x="42215" y="6580034"/>
            <a:ext cx="4206531" cy="267446"/>
          </a:xfrm>
          <a:prstGeom prst="rect">
            <a:avLst/>
          </a:prstGeom>
          <a:noFill/>
          <a:ln w="9525">
            <a:noFill/>
            <a:miter lim="800000"/>
            <a:headEnd/>
            <a:tailEnd/>
          </a:ln>
          <a:effectLst/>
        </p:spPr>
        <p:txBody>
          <a:bodyPr wrap="square">
            <a:spAutoFit/>
          </a:bodyPr>
          <a:lstStyle/>
          <a:p>
            <a:pPr>
              <a:defRPr/>
            </a:pPr>
            <a:r>
              <a:rPr lang="en-US" altLang="ja-JP" sz="1138" b="1" dirty="0" err="1">
                <a:solidFill>
                  <a:schemeClr val="bg1"/>
                </a:solidFill>
                <a:latin typeface="Monotype Corsiva" pitchFamily="66" charset="0"/>
                <a:ea typeface="HGP創英角ｺﾞｼｯｸUB" pitchFamily="50" charset="-128"/>
              </a:rPr>
              <a:t>Copyright©Funai</a:t>
            </a:r>
            <a:r>
              <a:rPr lang="en-US" altLang="ja-JP" sz="1138" b="1" dirty="0">
                <a:solidFill>
                  <a:schemeClr val="bg1"/>
                </a:solidFill>
                <a:latin typeface="Monotype Corsiva" pitchFamily="66" charset="0"/>
                <a:ea typeface="HGP創英角ｺﾞｼｯｸUB" pitchFamily="50" charset="-128"/>
              </a:rPr>
              <a:t> Consulting Incorporated </a:t>
            </a:r>
            <a:r>
              <a:rPr lang="ja-JP" altLang="en-US" sz="1138" b="1" dirty="0">
                <a:solidFill>
                  <a:schemeClr val="bg1"/>
                </a:solidFill>
                <a:latin typeface="Monotype Corsiva" pitchFamily="66" charset="0"/>
                <a:ea typeface="HGP創英角ｺﾞｼｯｸUB" pitchFamily="50" charset="-128"/>
              </a:rPr>
              <a:t>　　（</a:t>
            </a:r>
            <a:r>
              <a:rPr lang="en-US" altLang="ja-JP" sz="1138" b="1" dirty="0" err="1">
                <a:solidFill>
                  <a:schemeClr val="bg1"/>
                </a:solidFill>
                <a:latin typeface="Monotype Corsiva" pitchFamily="66" charset="0"/>
                <a:ea typeface="HGP創英角ｺﾞｼｯｸUB" pitchFamily="50" charset="-128"/>
              </a:rPr>
              <a:t>Funai</a:t>
            </a:r>
            <a:r>
              <a:rPr lang="en-US" altLang="ja-JP" sz="1138" b="1" dirty="0">
                <a:solidFill>
                  <a:schemeClr val="bg1"/>
                </a:solidFill>
                <a:latin typeface="Monotype Corsiva" pitchFamily="66" charset="0"/>
                <a:ea typeface="HGP創英角ｺﾞｼｯｸUB" pitchFamily="50" charset="-128"/>
              </a:rPr>
              <a:t> Consulting</a:t>
            </a:r>
            <a:r>
              <a:rPr lang="ja-JP" altLang="en-US" sz="1138" b="1" dirty="0">
                <a:solidFill>
                  <a:schemeClr val="bg1"/>
                </a:solidFill>
                <a:latin typeface="Monotype Corsiva" pitchFamily="66" charset="0"/>
                <a:ea typeface="HGP創英角ｺﾞｼｯｸUB" pitchFamily="50" charset="-128"/>
              </a:rPr>
              <a:t> </a:t>
            </a:r>
            <a:r>
              <a:rPr lang="en-US" altLang="ja-JP" sz="1138" b="1" dirty="0">
                <a:solidFill>
                  <a:schemeClr val="bg1"/>
                </a:solidFill>
                <a:latin typeface="Monotype Corsiva" pitchFamily="66" charset="0"/>
                <a:ea typeface="HGP創英角ｺﾞｼｯｸUB" pitchFamily="50" charset="-128"/>
              </a:rPr>
              <a:t>Inc.</a:t>
            </a:r>
            <a:r>
              <a:rPr lang="ja-JP" altLang="en-US" sz="1138" b="1" dirty="0">
                <a:solidFill>
                  <a:schemeClr val="bg1"/>
                </a:solidFill>
                <a:latin typeface="Monotype Corsiva" pitchFamily="66" charset="0"/>
                <a:ea typeface="HGP創英角ｺﾞｼｯｸUB" pitchFamily="50" charset="-128"/>
              </a:rPr>
              <a:t>）</a:t>
            </a:r>
            <a:endParaRPr lang="en-US" altLang="ja-JP" sz="1138" b="1" dirty="0">
              <a:solidFill>
                <a:schemeClr val="bg1"/>
              </a:solidFill>
              <a:latin typeface="Monotype Corsiva" pitchFamily="66" charset="0"/>
              <a:ea typeface="HGP創英角ｺﾞｼｯｸUB" pitchFamily="50" charset="-128"/>
            </a:endParaRPr>
          </a:p>
        </p:txBody>
      </p:sp>
      <p:sp>
        <p:nvSpPr>
          <p:cNvPr id="12" name="スライド番号プレースホルダー 11"/>
          <p:cNvSpPr>
            <a:spLocks noGrp="1"/>
          </p:cNvSpPr>
          <p:nvPr>
            <p:ph type="sldNum" sz="quarter" idx="12"/>
          </p:nvPr>
        </p:nvSpPr>
        <p:spPr>
          <a:xfrm>
            <a:off x="7677150" y="6551360"/>
            <a:ext cx="2228850" cy="365125"/>
          </a:xfrm>
        </p:spPr>
        <p:txBody>
          <a:bodyPr/>
          <a:lstStyle>
            <a:lvl1pPr>
              <a:defRPr sz="1300" b="1">
                <a:solidFill>
                  <a:schemeClr val="bg1"/>
                </a:solidFill>
              </a:defRPr>
            </a:lvl1pPr>
          </a:lstStyle>
          <a:p>
            <a:fld id="{85FC83C8-0BB2-4721-BA19-3C9CC69276E3}" type="slidenum">
              <a:rPr lang="ja-JP" altLang="en-US" smtClean="0"/>
              <a:pPr/>
              <a:t>‹#›</a:t>
            </a:fld>
            <a:endParaRPr lang="ja-JP" altLang="en-US"/>
          </a:p>
        </p:txBody>
      </p:sp>
      <p:sp>
        <p:nvSpPr>
          <p:cNvPr id="22" name="楕円 21"/>
          <p:cNvSpPr/>
          <p:nvPr userDrawn="1"/>
        </p:nvSpPr>
        <p:spPr>
          <a:xfrm>
            <a:off x="-2244328" y="-788766"/>
            <a:ext cx="14437221" cy="1759809"/>
          </a:xfrm>
          <a:prstGeom prst="ellipse">
            <a:avLst/>
          </a:prstGeom>
          <a:solidFill>
            <a:srgbClr val="8B945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24" name="タイトル 1"/>
          <p:cNvSpPr>
            <a:spLocks noGrp="1"/>
          </p:cNvSpPr>
          <p:nvPr>
            <p:ph type="title"/>
          </p:nvPr>
        </p:nvSpPr>
        <p:spPr>
          <a:xfrm>
            <a:off x="255770" y="245205"/>
            <a:ext cx="9378221" cy="605918"/>
          </a:xfrm>
        </p:spPr>
        <p:txBody>
          <a:bodyPr>
            <a:noAutofit/>
          </a:bodyPr>
          <a:lstStyle>
            <a:lvl1pPr algn="ctr">
              <a:defRPr sz="3900" b="1">
                <a:solidFill>
                  <a:schemeClr val="bg1"/>
                </a:solidFill>
              </a:defRPr>
            </a:lvl1pPr>
          </a:lstStyle>
          <a:p>
            <a:r>
              <a:rPr kumimoji="1" lang="ja-JP" altLang="en-US" dirty="0"/>
              <a:t>マスター タイトルの書式設定</a:t>
            </a:r>
          </a:p>
        </p:txBody>
      </p:sp>
      <p:sp>
        <p:nvSpPr>
          <p:cNvPr id="36" name="正方形/長方形 35"/>
          <p:cNvSpPr/>
          <p:nvPr userDrawn="1"/>
        </p:nvSpPr>
        <p:spPr>
          <a:xfrm>
            <a:off x="-2650779" y="-1508644"/>
            <a:ext cx="2642953" cy="3507698"/>
          </a:xfrm>
          <a:prstGeom prst="rect">
            <a:avLst/>
          </a:prstGeom>
          <a:solidFill>
            <a:srgbClr val="E6E6E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37" name="正方形/長方形 36"/>
          <p:cNvSpPr/>
          <p:nvPr userDrawn="1"/>
        </p:nvSpPr>
        <p:spPr>
          <a:xfrm>
            <a:off x="-200669" y="-3521490"/>
            <a:ext cx="11734663" cy="3507698"/>
          </a:xfrm>
          <a:prstGeom prst="rect">
            <a:avLst/>
          </a:prstGeom>
          <a:solidFill>
            <a:srgbClr val="E6E6E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38" name="正方形/長方形 37"/>
          <p:cNvSpPr/>
          <p:nvPr userDrawn="1"/>
        </p:nvSpPr>
        <p:spPr>
          <a:xfrm>
            <a:off x="9918180" y="-2387723"/>
            <a:ext cx="2642953" cy="3507698"/>
          </a:xfrm>
          <a:prstGeom prst="rect">
            <a:avLst/>
          </a:prstGeom>
          <a:solidFill>
            <a:srgbClr val="E6E6E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27" name="楕円 26"/>
          <p:cNvSpPr/>
          <p:nvPr userDrawn="1"/>
        </p:nvSpPr>
        <p:spPr>
          <a:xfrm>
            <a:off x="10081668" y="4975630"/>
            <a:ext cx="340519" cy="417363"/>
          </a:xfrm>
          <a:prstGeom prst="ellipse">
            <a:avLst/>
          </a:prstGeom>
          <a:solidFill>
            <a:srgbClr val="8B945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28" name="楕円 27"/>
          <p:cNvSpPr/>
          <p:nvPr userDrawn="1"/>
        </p:nvSpPr>
        <p:spPr>
          <a:xfrm>
            <a:off x="10081668" y="3641505"/>
            <a:ext cx="340519" cy="417363"/>
          </a:xfrm>
          <a:prstGeom prst="ellipse">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29" name="楕円 28"/>
          <p:cNvSpPr/>
          <p:nvPr userDrawn="1"/>
        </p:nvSpPr>
        <p:spPr>
          <a:xfrm>
            <a:off x="10081668" y="2307380"/>
            <a:ext cx="340519" cy="417363"/>
          </a:xfrm>
          <a:prstGeom prst="ellipse">
            <a:avLst/>
          </a:prstGeom>
          <a:solidFill>
            <a:schemeClr val="bg2">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30" name="楕円 29"/>
          <p:cNvSpPr/>
          <p:nvPr userDrawn="1"/>
        </p:nvSpPr>
        <p:spPr>
          <a:xfrm>
            <a:off x="10081668" y="973255"/>
            <a:ext cx="340519" cy="417363"/>
          </a:xfrm>
          <a:prstGeom prst="ellipse">
            <a:avLst/>
          </a:prstGeom>
          <a:solidFill>
            <a:schemeClr val="bg2">
              <a:lumMod val="2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31" name="四角形吹き出し 30"/>
          <p:cNvSpPr/>
          <p:nvPr userDrawn="1"/>
        </p:nvSpPr>
        <p:spPr>
          <a:xfrm>
            <a:off x="10657068" y="419727"/>
            <a:ext cx="1438387" cy="970890"/>
          </a:xfrm>
          <a:prstGeom prst="wedgeRectCallout">
            <a:avLst>
              <a:gd name="adj1" fmla="val -61477"/>
              <a:gd name="adj2" fmla="val 23901"/>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文字の色</a:t>
            </a:r>
          </a:p>
        </p:txBody>
      </p:sp>
      <p:sp>
        <p:nvSpPr>
          <p:cNvPr id="32" name="四角形吹き出し 31"/>
          <p:cNvSpPr/>
          <p:nvPr userDrawn="1"/>
        </p:nvSpPr>
        <p:spPr>
          <a:xfrm>
            <a:off x="10657068" y="1821934"/>
            <a:ext cx="1438387" cy="970890"/>
          </a:xfrm>
          <a:prstGeom prst="wedgeRectCallout">
            <a:avLst>
              <a:gd name="adj1" fmla="val -61477"/>
              <a:gd name="adj2" fmla="val 23901"/>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やじるしなどの図形の色</a:t>
            </a:r>
          </a:p>
        </p:txBody>
      </p:sp>
      <p:sp>
        <p:nvSpPr>
          <p:cNvPr id="33" name="四角形吹き出し 32"/>
          <p:cNvSpPr/>
          <p:nvPr userDrawn="1"/>
        </p:nvSpPr>
        <p:spPr>
          <a:xfrm>
            <a:off x="10657068" y="4490184"/>
            <a:ext cx="1438387" cy="970890"/>
          </a:xfrm>
          <a:prstGeom prst="wedgeRectCallout">
            <a:avLst>
              <a:gd name="adj1" fmla="val -61477"/>
              <a:gd name="adj2" fmla="val 23901"/>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ベースの色</a:t>
            </a:r>
          </a:p>
        </p:txBody>
      </p:sp>
      <p:sp>
        <p:nvSpPr>
          <p:cNvPr id="34" name="四角形吹き出し 33"/>
          <p:cNvSpPr/>
          <p:nvPr userDrawn="1"/>
        </p:nvSpPr>
        <p:spPr>
          <a:xfrm>
            <a:off x="10657068" y="3156059"/>
            <a:ext cx="1438387" cy="970890"/>
          </a:xfrm>
          <a:prstGeom prst="wedgeRectCallout">
            <a:avLst>
              <a:gd name="adj1" fmla="val -61477"/>
              <a:gd name="adj2" fmla="val 23901"/>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強調の色</a:t>
            </a:r>
          </a:p>
        </p:txBody>
      </p:sp>
      <p:sp>
        <p:nvSpPr>
          <p:cNvPr id="39" name="四角形吹き出し 38"/>
          <p:cNvSpPr/>
          <p:nvPr userDrawn="1"/>
        </p:nvSpPr>
        <p:spPr>
          <a:xfrm>
            <a:off x="-2959618" y="-919028"/>
            <a:ext cx="2448136" cy="1838056"/>
          </a:xfrm>
          <a:prstGeom prst="wedgeRectCallout">
            <a:avLst>
              <a:gd name="adj1" fmla="val 68120"/>
              <a:gd name="adj2" fmla="val 16336"/>
            </a:avLst>
          </a:prstGeom>
          <a:solidFill>
            <a:srgbClr val="07628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タイトル（目次と対応させてください。）</a:t>
            </a:r>
            <a:endParaRPr kumimoji="1" lang="en-US" altLang="ja-JP" sz="1463" dirty="0"/>
          </a:p>
          <a:p>
            <a:pPr algn="ctr"/>
            <a:r>
              <a:rPr kumimoji="1" lang="ja-JP" altLang="en-US" sz="1463" dirty="0"/>
              <a:t>フォント：メイリオ見出し</a:t>
            </a:r>
            <a:endParaRPr kumimoji="1" lang="en-US" altLang="ja-JP" sz="1463" dirty="0"/>
          </a:p>
          <a:p>
            <a:pPr algn="ctr"/>
            <a:r>
              <a:rPr lang="ja-JP" altLang="en-US" sz="1463" dirty="0"/>
              <a:t>サイズ：</a:t>
            </a:r>
            <a:r>
              <a:rPr lang="en-US" altLang="ja-JP" sz="1463" dirty="0"/>
              <a:t>48</a:t>
            </a:r>
          </a:p>
          <a:p>
            <a:pPr algn="ctr"/>
            <a:r>
              <a:rPr lang="ja-JP" altLang="en-US" sz="1463" dirty="0"/>
              <a:t>ボールド</a:t>
            </a:r>
            <a:endParaRPr lang="en-US" altLang="ja-JP" sz="1463" dirty="0"/>
          </a:p>
          <a:p>
            <a:pPr algn="ctr"/>
            <a:r>
              <a:rPr lang="ja-JP" altLang="en-US" sz="1463" dirty="0"/>
              <a:t>真ん中寄せ</a:t>
            </a:r>
            <a:endParaRPr kumimoji="1" lang="en-US" altLang="ja-JP" sz="1463" dirty="0"/>
          </a:p>
        </p:txBody>
      </p:sp>
      <p:sp>
        <p:nvSpPr>
          <p:cNvPr id="45" name="四角形吹き出し 44"/>
          <p:cNvSpPr/>
          <p:nvPr userDrawn="1"/>
        </p:nvSpPr>
        <p:spPr>
          <a:xfrm>
            <a:off x="-2933551" y="2899809"/>
            <a:ext cx="2448136" cy="1838056"/>
          </a:xfrm>
          <a:prstGeom prst="wedgeRectCallout">
            <a:avLst>
              <a:gd name="adj1" fmla="val 68120"/>
              <a:gd name="adj2" fmla="val 16336"/>
            </a:avLst>
          </a:prstGeom>
          <a:solidFill>
            <a:srgbClr val="07628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小見出し</a:t>
            </a:r>
            <a:endParaRPr kumimoji="1" lang="en-US" altLang="ja-JP" sz="1463" dirty="0"/>
          </a:p>
          <a:p>
            <a:pPr algn="ctr"/>
            <a:r>
              <a:rPr kumimoji="1" lang="ja-JP" altLang="en-US" sz="1463" dirty="0"/>
              <a:t>フォント：メイリオ本文</a:t>
            </a:r>
            <a:endParaRPr kumimoji="1" lang="en-US" altLang="ja-JP" sz="1463" dirty="0"/>
          </a:p>
          <a:p>
            <a:pPr algn="ctr"/>
            <a:r>
              <a:rPr lang="ja-JP" altLang="en-US" sz="1463" dirty="0"/>
              <a:t>サイズ：</a:t>
            </a:r>
            <a:r>
              <a:rPr lang="en-US" altLang="ja-JP" sz="1463" dirty="0"/>
              <a:t>32</a:t>
            </a:r>
          </a:p>
          <a:p>
            <a:pPr algn="ctr"/>
            <a:r>
              <a:rPr lang="ja-JP" altLang="en-US" sz="1463" dirty="0"/>
              <a:t>ボールド</a:t>
            </a:r>
            <a:endParaRPr lang="en-US" altLang="ja-JP" sz="1463" dirty="0"/>
          </a:p>
          <a:p>
            <a:pPr algn="ctr"/>
            <a:r>
              <a:rPr kumimoji="1" lang="ja-JP" altLang="en-US" sz="1463" dirty="0"/>
              <a:t>左寄せ</a:t>
            </a:r>
            <a:endParaRPr kumimoji="1" lang="en-US" altLang="ja-JP" sz="1463" dirty="0"/>
          </a:p>
        </p:txBody>
      </p:sp>
      <p:sp>
        <p:nvSpPr>
          <p:cNvPr id="46" name="四角形吹き出し 45"/>
          <p:cNvSpPr/>
          <p:nvPr userDrawn="1"/>
        </p:nvSpPr>
        <p:spPr>
          <a:xfrm>
            <a:off x="-2933551" y="4895865"/>
            <a:ext cx="2448136" cy="1838056"/>
          </a:xfrm>
          <a:prstGeom prst="wedgeRectCallout">
            <a:avLst>
              <a:gd name="adj1" fmla="val 68617"/>
              <a:gd name="adj2" fmla="val -24441"/>
            </a:avLst>
          </a:prstGeom>
          <a:solidFill>
            <a:srgbClr val="07628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本文</a:t>
            </a:r>
            <a:endParaRPr kumimoji="1" lang="en-US" altLang="ja-JP" sz="1463" dirty="0"/>
          </a:p>
          <a:p>
            <a:pPr algn="ctr"/>
            <a:r>
              <a:rPr kumimoji="1" lang="ja-JP" altLang="en-US" sz="1463" dirty="0"/>
              <a:t>フォント：メイリオ本文</a:t>
            </a:r>
            <a:endParaRPr kumimoji="1" lang="en-US" altLang="ja-JP" sz="1463" dirty="0"/>
          </a:p>
          <a:p>
            <a:pPr algn="ctr"/>
            <a:r>
              <a:rPr lang="ja-JP" altLang="en-US" sz="1463" dirty="0"/>
              <a:t>サイズ：</a:t>
            </a:r>
            <a:r>
              <a:rPr lang="en-US" altLang="ja-JP" sz="1463" dirty="0"/>
              <a:t>18</a:t>
            </a:r>
          </a:p>
          <a:p>
            <a:pPr algn="ctr"/>
            <a:r>
              <a:rPr kumimoji="1" lang="ja-JP" altLang="en-US" sz="1463" dirty="0"/>
              <a:t>左寄せ</a:t>
            </a:r>
            <a:endParaRPr kumimoji="1" lang="en-US" altLang="ja-JP" sz="1463" dirty="0"/>
          </a:p>
        </p:txBody>
      </p:sp>
      <p:sp>
        <p:nvSpPr>
          <p:cNvPr id="23" name="四角形吹き出し 22"/>
          <p:cNvSpPr/>
          <p:nvPr userDrawn="1"/>
        </p:nvSpPr>
        <p:spPr>
          <a:xfrm>
            <a:off x="10657068" y="5752795"/>
            <a:ext cx="1645113" cy="970890"/>
          </a:xfrm>
          <a:prstGeom prst="wedgeRectCallout">
            <a:avLst>
              <a:gd name="adj1" fmla="val -62408"/>
              <a:gd name="adj2" fmla="val 9477"/>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この赤ガイド線内に収まるように作成してください</a:t>
            </a:r>
          </a:p>
        </p:txBody>
      </p:sp>
    </p:spTree>
    <p:extLst>
      <p:ext uri="{BB962C8B-B14F-4D97-AF65-F5344CB8AC3E}">
        <p14:creationId xmlns:p14="http://schemas.microsoft.com/office/powerpoint/2010/main" val="946763240"/>
      </p:ext>
    </p:extLst>
  </p:cSld>
  <p:clrMapOvr>
    <a:masterClrMapping/>
  </p:clrMapOvr>
  <p:hf hdr="0" ftr="0" dt="0"/>
  <p:extLst>
    <p:ext uri="{DCECCB84-F9BA-43D5-87BE-67443E8EF086}">
      <p15:sldGuideLst xmlns:p15="http://schemas.microsoft.com/office/powerpoint/2012/main">
        <p15:guide id="1" orient="horz" pos="2160">
          <p15:clr>
            <a:srgbClr val="000000"/>
          </p15:clr>
        </p15:guide>
        <p15:guide id="2" pos="3840">
          <p15:clr>
            <a:srgbClr val="000000"/>
          </p15:clr>
        </p15:guide>
      </p15:sldGuideLst>
    </p:ext>
  </p:extLst>
</p:sldLayout>
</file>

<file path=ppt/slideLayouts/slideLayout36.xml><?xml version="1.0" encoding="utf-8"?>
<p:sldLayout xmlns:a="http://schemas.openxmlformats.org/drawingml/2006/main" xmlns:r="http://schemas.openxmlformats.org/officeDocument/2006/relationships" xmlns:p="http://schemas.openxmlformats.org/presentationml/2006/main" userDrawn="1">
  <p:cSld name="24_タイトルとコンテンツ">
    <p:spTree>
      <p:nvGrpSpPr>
        <p:cNvPr id="1" name=""/>
        <p:cNvGrpSpPr/>
        <p:nvPr/>
      </p:nvGrpSpPr>
      <p:grpSpPr>
        <a:xfrm>
          <a:off x="0" y="0"/>
          <a:ext cx="0" cy="0"/>
          <a:chOff x="0" y="0"/>
          <a:chExt cx="0" cy="0"/>
        </a:xfrm>
      </p:grpSpPr>
      <p:graphicFrame>
        <p:nvGraphicFramePr>
          <p:cNvPr id="26" name="表 25"/>
          <p:cNvGraphicFramePr>
            <a:graphicFrameLocks noGrp="1"/>
          </p:cNvGraphicFramePr>
          <p:nvPr userDrawn="1"/>
        </p:nvGraphicFramePr>
        <p:xfrm>
          <a:off x="0" y="727606"/>
          <a:ext cx="438463" cy="5882490"/>
        </p:xfrm>
        <a:graphic>
          <a:graphicData uri="http://schemas.openxmlformats.org/drawingml/2006/table">
            <a:tbl>
              <a:tblPr firstRow="1" bandRow="1">
                <a:tableStyleId>{5C22544A-7EE6-4342-B048-85BDC9FD1C3A}</a:tableStyleId>
              </a:tblPr>
              <a:tblGrid>
                <a:gridCol w="438463">
                  <a:extLst>
                    <a:ext uri="{9D8B030D-6E8A-4147-A177-3AD203B41FA5}">
                      <a16:colId xmlns:a16="http://schemas.microsoft.com/office/drawing/2014/main" val="2456847792"/>
                    </a:ext>
                  </a:extLst>
                </a:gridCol>
              </a:tblGrid>
              <a:tr h="980415">
                <a:tc>
                  <a:txBody>
                    <a:bodyPr/>
                    <a:lstStyle/>
                    <a:p>
                      <a:pPr algn="ctr"/>
                      <a:r>
                        <a:rPr kumimoji="1" lang="ja-JP" altLang="en-US" sz="1100" b="1" dirty="0">
                          <a:solidFill>
                            <a:schemeClr val="bg1"/>
                          </a:solidFill>
                        </a:rPr>
                        <a:t>①タイトル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1512206185"/>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②タイトル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2631667891"/>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③タイトル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627911894"/>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④タイトル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2091809632"/>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⑤タイトル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1750606519"/>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⑥タイトル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149417652"/>
                  </a:ext>
                </a:extLst>
              </a:tr>
            </a:tbl>
          </a:graphicData>
        </a:graphic>
      </p:graphicFrame>
      <p:sp>
        <p:nvSpPr>
          <p:cNvPr id="35" name="正方形/長方形 34"/>
          <p:cNvSpPr/>
          <p:nvPr userDrawn="1"/>
        </p:nvSpPr>
        <p:spPr>
          <a:xfrm>
            <a:off x="85255" y="1119975"/>
            <a:ext cx="267950" cy="5341188"/>
          </a:xfrm>
          <a:prstGeom prst="rect">
            <a:avLst/>
          </a:prstGeom>
          <a:solidFill>
            <a:srgbClr val="FF00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vert="eaVert" rtlCol="0" anchor="ctr"/>
          <a:lstStyle/>
          <a:p>
            <a:pPr algn="ctr"/>
            <a:r>
              <a:rPr kumimoji="1" lang="ja-JP" altLang="en-US" sz="1463" dirty="0"/>
              <a:t>こちらで変更します。</a:t>
            </a:r>
          </a:p>
        </p:txBody>
      </p:sp>
      <p:sp>
        <p:nvSpPr>
          <p:cNvPr id="8" name="正方形/長方形 7"/>
          <p:cNvSpPr/>
          <p:nvPr userDrawn="1"/>
        </p:nvSpPr>
        <p:spPr>
          <a:xfrm>
            <a:off x="0" y="6610097"/>
            <a:ext cx="9906000" cy="24765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7" name="Text Box 31"/>
          <p:cNvSpPr txBox="1">
            <a:spLocks noChangeArrowheads="1"/>
          </p:cNvSpPr>
          <p:nvPr userDrawn="1"/>
        </p:nvSpPr>
        <p:spPr bwMode="auto">
          <a:xfrm>
            <a:off x="42215" y="6580034"/>
            <a:ext cx="4206531" cy="267446"/>
          </a:xfrm>
          <a:prstGeom prst="rect">
            <a:avLst/>
          </a:prstGeom>
          <a:noFill/>
          <a:ln w="9525">
            <a:noFill/>
            <a:miter lim="800000"/>
            <a:headEnd/>
            <a:tailEnd/>
          </a:ln>
          <a:effectLst/>
        </p:spPr>
        <p:txBody>
          <a:bodyPr wrap="square">
            <a:spAutoFit/>
          </a:bodyPr>
          <a:lstStyle/>
          <a:p>
            <a:pPr>
              <a:defRPr/>
            </a:pPr>
            <a:r>
              <a:rPr lang="en-US" altLang="ja-JP" sz="1138" b="1" dirty="0" err="1">
                <a:solidFill>
                  <a:schemeClr val="bg1"/>
                </a:solidFill>
                <a:latin typeface="Monotype Corsiva" pitchFamily="66" charset="0"/>
                <a:ea typeface="HGP創英角ｺﾞｼｯｸUB" pitchFamily="50" charset="-128"/>
              </a:rPr>
              <a:t>Copyright©Funai</a:t>
            </a:r>
            <a:r>
              <a:rPr lang="en-US" altLang="ja-JP" sz="1138" b="1" dirty="0">
                <a:solidFill>
                  <a:schemeClr val="bg1"/>
                </a:solidFill>
                <a:latin typeface="Monotype Corsiva" pitchFamily="66" charset="0"/>
                <a:ea typeface="HGP創英角ｺﾞｼｯｸUB" pitchFamily="50" charset="-128"/>
              </a:rPr>
              <a:t> Consulting Incorporated </a:t>
            </a:r>
            <a:r>
              <a:rPr lang="ja-JP" altLang="en-US" sz="1138" b="1" dirty="0">
                <a:solidFill>
                  <a:schemeClr val="bg1"/>
                </a:solidFill>
                <a:latin typeface="Monotype Corsiva" pitchFamily="66" charset="0"/>
                <a:ea typeface="HGP創英角ｺﾞｼｯｸUB" pitchFamily="50" charset="-128"/>
              </a:rPr>
              <a:t>　　（</a:t>
            </a:r>
            <a:r>
              <a:rPr lang="en-US" altLang="ja-JP" sz="1138" b="1" dirty="0" err="1">
                <a:solidFill>
                  <a:schemeClr val="bg1"/>
                </a:solidFill>
                <a:latin typeface="Monotype Corsiva" pitchFamily="66" charset="0"/>
                <a:ea typeface="HGP創英角ｺﾞｼｯｸUB" pitchFamily="50" charset="-128"/>
              </a:rPr>
              <a:t>Funai</a:t>
            </a:r>
            <a:r>
              <a:rPr lang="en-US" altLang="ja-JP" sz="1138" b="1" dirty="0">
                <a:solidFill>
                  <a:schemeClr val="bg1"/>
                </a:solidFill>
                <a:latin typeface="Monotype Corsiva" pitchFamily="66" charset="0"/>
                <a:ea typeface="HGP創英角ｺﾞｼｯｸUB" pitchFamily="50" charset="-128"/>
              </a:rPr>
              <a:t> Consulting</a:t>
            </a:r>
            <a:r>
              <a:rPr lang="ja-JP" altLang="en-US" sz="1138" b="1" dirty="0">
                <a:solidFill>
                  <a:schemeClr val="bg1"/>
                </a:solidFill>
                <a:latin typeface="Monotype Corsiva" pitchFamily="66" charset="0"/>
                <a:ea typeface="HGP創英角ｺﾞｼｯｸUB" pitchFamily="50" charset="-128"/>
              </a:rPr>
              <a:t> </a:t>
            </a:r>
            <a:r>
              <a:rPr lang="en-US" altLang="ja-JP" sz="1138" b="1" dirty="0">
                <a:solidFill>
                  <a:schemeClr val="bg1"/>
                </a:solidFill>
                <a:latin typeface="Monotype Corsiva" pitchFamily="66" charset="0"/>
                <a:ea typeface="HGP創英角ｺﾞｼｯｸUB" pitchFamily="50" charset="-128"/>
              </a:rPr>
              <a:t>Inc.</a:t>
            </a:r>
            <a:r>
              <a:rPr lang="ja-JP" altLang="en-US" sz="1138" b="1" dirty="0">
                <a:solidFill>
                  <a:schemeClr val="bg1"/>
                </a:solidFill>
                <a:latin typeface="Monotype Corsiva" pitchFamily="66" charset="0"/>
                <a:ea typeface="HGP創英角ｺﾞｼｯｸUB" pitchFamily="50" charset="-128"/>
              </a:rPr>
              <a:t>）</a:t>
            </a:r>
            <a:endParaRPr lang="en-US" altLang="ja-JP" sz="1138" b="1" dirty="0">
              <a:solidFill>
                <a:schemeClr val="bg1"/>
              </a:solidFill>
              <a:latin typeface="Monotype Corsiva" pitchFamily="66" charset="0"/>
              <a:ea typeface="HGP創英角ｺﾞｼｯｸUB" pitchFamily="50" charset="-128"/>
            </a:endParaRPr>
          </a:p>
        </p:txBody>
      </p:sp>
      <p:sp>
        <p:nvSpPr>
          <p:cNvPr id="12" name="スライド番号プレースホルダー 11"/>
          <p:cNvSpPr>
            <a:spLocks noGrp="1"/>
          </p:cNvSpPr>
          <p:nvPr>
            <p:ph type="sldNum" sz="quarter" idx="12"/>
          </p:nvPr>
        </p:nvSpPr>
        <p:spPr>
          <a:xfrm>
            <a:off x="7677150" y="6551360"/>
            <a:ext cx="2228850" cy="365125"/>
          </a:xfrm>
        </p:spPr>
        <p:txBody>
          <a:bodyPr/>
          <a:lstStyle>
            <a:lvl1pPr>
              <a:defRPr sz="1300" b="1">
                <a:solidFill>
                  <a:schemeClr val="bg1"/>
                </a:solidFill>
              </a:defRPr>
            </a:lvl1pPr>
          </a:lstStyle>
          <a:p>
            <a:fld id="{85FC83C8-0BB2-4721-BA19-3C9CC69276E3}" type="slidenum">
              <a:rPr lang="ja-JP" altLang="en-US" smtClean="0"/>
              <a:pPr/>
              <a:t>‹#›</a:t>
            </a:fld>
            <a:endParaRPr lang="ja-JP" altLang="en-US"/>
          </a:p>
        </p:txBody>
      </p:sp>
      <p:sp>
        <p:nvSpPr>
          <p:cNvPr id="22" name="楕円 21"/>
          <p:cNvSpPr/>
          <p:nvPr userDrawn="1"/>
        </p:nvSpPr>
        <p:spPr>
          <a:xfrm>
            <a:off x="-2244328" y="-788766"/>
            <a:ext cx="14437221" cy="1759809"/>
          </a:xfrm>
          <a:prstGeom prst="ellipse">
            <a:avLst/>
          </a:prstGeom>
          <a:solidFill>
            <a:srgbClr val="8B945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24" name="タイトル 1"/>
          <p:cNvSpPr>
            <a:spLocks noGrp="1"/>
          </p:cNvSpPr>
          <p:nvPr>
            <p:ph type="title"/>
          </p:nvPr>
        </p:nvSpPr>
        <p:spPr>
          <a:xfrm>
            <a:off x="255770" y="245205"/>
            <a:ext cx="9378221" cy="605918"/>
          </a:xfrm>
        </p:spPr>
        <p:txBody>
          <a:bodyPr>
            <a:noAutofit/>
          </a:bodyPr>
          <a:lstStyle>
            <a:lvl1pPr algn="ctr">
              <a:defRPr sz="3900" b="1">
                <a:solidFill>
                  <a:schemeClr val="bg1"/>
                </a:solidFill>
              </a:defRPr>
            </a:lvl1pPr>
          </a:lstStyle>
          <a:p>
            <a:r>
              <a:rPr kumimoji="1" lang="ja-JP" altLang="en-US" dirty="0"/>
              <a:t>マスター タイトルの書式設定</a:t>
            </a:r>
          </a:p>
        </p:txBody>
      </p:sp>
      <p:sp>
        <p:nvSpPr>
          <p:cNvPr id="36" name="正方形/長方形 35"/>
          <p:cNvSpPr/>
          <p:nvPr userDrawn="1"/>
        </p:nvSpPr>
        <p:spPr>
          <a:xfrm>
            <a:off x="-2650779" y="-1508644"/>
            <a:ext cx="2642953" cy="3507698"/>
          </a:xfrm>
          <a:prstGeom prst="rect">
            <a:avLst/>
          </a:prstGeom>
          <a:solidFill>
            <a:srgbClr val="E6E6E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37" name="正方形/長方形 36"/>
          <p:cNvSpPr/>
          <p:nvPr userDrawn="1"/>
        </p:nvSpPr>
        <p:spPr>
          <a:xfrm>
            <a:off x="-200669" y="-3521490"/>
            <a:ext cx="11734663" cy="3507698"/>
          </a:xfrm>
          <a:prstGeom prst="rect">
            <a:avLst/>
          </a:prstGeom>
          <a:solidFill>
            <a:srgbClr val="E6E6E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38" name="正方形/長方形 37"/>
          <p:cNvSpPr/>
          <p:nvPr userDrawn="1"/>
        </p:nvSpPr>
        <p:spPr>
          <a:xfrm>
            <a:off x="9918180" y="-2387723"/>
            <a:ext cx="2642953" cy="3507698"/>
          </a:xfrm>
          <a:prstGeom prst="rect">
            <a:avLst/>
          </a:prstGeom>
          <a:solidFill>
            <a:srgbClr val="E6E6E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27" name="楕円 26"/>
          <p:cNvSpPr/>
          <p:nvPr userDrawn="1"/>
        </p:nvSpPr>
        <p:spPr>
          <a:xfrm>
            <a:off x="10081668" y="4975630"/>
            <a:ext cx="340519" cy="417363"/>
          </a:xfrm>
          <a:prstGeom prst="ellipse">
            <a:avLst/>
          </a:prstGeom>
          <a:solidFill>
            <a:srgbClr val="8B945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28" name="楕円 27"/>
          <p:cNvSpPr/>
          <p:nvPr userDrawn="1"/>
        </p:nvSpPr>
        <p:spPr>
          <a:xfrm>
            <a:off x="10081668" y="3641505"/>
            <a:ext cx="340519" cy="417363"/>
          </a:xfrm>
          <a:prstGeom prst="ellipse">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29" name="楕円 28"/>
          <p:cNvSpPr/>
          <p:nvPr userDrawn="1"/>
        </p:nvSpPr>
        <p:spPr>
          <a:xfrm>
            <a:off x="10081668" y="2307380"/>
            <a:ext cx="340519" cy="417363"/>
          </a:xfrm>
          <a:prstGeom prst="ellipse">
            <a:avLst/>
          </a:prstGeom>
          <a:solidFill>
            <a:schemeClr val="bg2">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30" name="楕円 29"/>
          <p:cNvSpPr/>
          <p:nvPr userDrawn="1"/>
        </p:nvSpPr>
        <p:spPr>
          <a:xfrm>
            <a:off x="10081668" y="973255"/>
            <a:ext cx="340519" cy="417363"/>
          </a:xfrm>
          <a:prstGeom prst="ellipse">
            <a:avLst/>
          </a:prstGeom>
          <a:solidFill>
            <a:schemeClr val="bg2">
              <a:lumMod val="2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31" name="四角形吹き出し 30"/>
          <p:cNvSpPr/>
          <p:nvPr userDrawn="1"/>
        </p:nvSpPr>
        <p:spPr>
          <a:xfrm>
            <a:off x="10657068" y="419727"/>
            <a:ext cx="1438387" cy="970890"/>
          </a:xfrm>
          <a:prstGeom prst="wedgeRectCallout">
            <a:avLst>
              <a:gd name="adj1" fmla="val -61477"/>
              <a:gd name="adj2" fmla="val 23901"/>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文字の色</a:t>
            </a:r>
          </a:p>
        </p:txBody>
      </p:sp>
      <p:sp>
        <p:nvSpPr>
          <p:cNvPr id="32" name="四角形吹き出し 31"/>
          <p:cNvSpPr/>
          <p:nvPr userDrawn="1"/>
        </p:nvSpPr>
        <p:spPr>
          <a:xfrm>
            <a:off x="10657068" y="1821934"/>
            <a:ext cx="1438387" cy="970890"/>
          </a:xfrm>
          <a:prstGeom prst="wedgeRectCallout">
            <a:avLst>
              <a:gd name="adj1" fmla="val -61477"/>
              <a:gd name="adj2" fmla="val 23901"/>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やじるしなどの図形の色</a:t>
            </a:r>
          </a:p>
        </p:txBody>
      </p:sp>
      <p:sp>
        <p:nvSpPr>
          <p:cNvPr id="33" name="四角形吹き出し 32"/>
          <p:cNvSpPr/>
          <p:nvPr userDrawn="1"/>
        </p:nvSpPr>
        <p:spPr>
          <a:xfrm>
            <a:off x="10657068" y="4490184"/>
            <a:ext cx="1438387" cy="970890"/>
          </a:xfrm>
          <a:prstGeom prst="wedgeRectCallout">
            <a:avLst>
              <a:gd name="adj1" fmla="val -61477"/>
              <a:gd name="adj2" fmla="val 23901"/>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ベースの色</a:t>
            </a:r>
          </a:p>
        </p:txBody>
      </p:sp>
      <p:sp>
        <p:nvSpPr>
          <p:cNvPr id="34" name="四角形吹き出し 33"/>
          <p:cNvSpPr/>
          <p:nvPr userDrawn="1"/>
        </p:nvSpPr>
        <p:spPr>
          <a:xfrm>
            <a:off x="10657068" y="3156059"/>
            <a:ext cx="1438387" cy="970890"/>
          </a:xfrm>
          <a:prstGeom prst="wedgeRectCallout">
            <a:avLst>
              <a:gd name="adj1" fmla="val -61477"/>
              <a:gd name="adj2" fmla="val 23901"/>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強調の色</a:t>
            </a:r>
          </a:p>
        </p:txBody>
      </p:sp>
      <p:sp>
        <p:nvSpPr>
          <p:cNvPr id="39" name="四角形吹き出し 38"/>
          <p:cNvSpPr/>
          <p:nvPr userDrawn="1"/>
        </p:nvSpPr>
        <p:spPr>
          <a:xfrm>
            <a:off x="-2959618" y="-919028"/>
            <a:ext cx="2448136" cy="1838056"/>
          </a:xfrm>
          <a:prstGeom prst="wedgeRectCallout">
            <a:avLst>
              <a:gd name="adj1" fmla="val 68120"/>
              <a:gd name="adj2" fmla="val 16336"/>
            </a:avLst>
          </a:prstGeom>
          <a:solidFill>
            <a:srgbClr val="07628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タイトル（目次と対応させてください。）</a:t>
            </a:r>
            <a:endParaRPr kumimoji="1" lang="en-US" altLang="ja-JP" sz="1463" dirty="0"/>
          </a:p>
          <a:p>
            <a:pPr algn="ctr"/>
            <a:r>
              <a:rPr kumimoji="1" lang="ja-JP" altLang="en-US" sz="1463" dirty="0"/>
              <a:t>フォント：メイリオ見出し</a:t>
            </a:r>
            <a:endParaRPr kumimoji="1" lang="en-US" altLang="ja-JP" sz="1463" dirty="0"/>
          </a:p>
          <a:p>
            <a:pPr algn="ctr"/>
            <a:r>
              <a:rPr lang="ja-JP" altLang="en-US" sz="1463" dirty="0"/>
              <a:t>サイズ：</a:t>
            </a:r>
            <a:r>
              <a:rPr lang="en-US" altLang="ja-JP" sz="1463" dirty="0"/>
              <a:t>48</a:t>
            </a:r>
          </a:p>
          <a:p>
            <a:pPr algn="ctr"/>
            <a:r>
              <a:rPr lang="ja-JP" altLang="en-US" sz="1463" dirty="0"/>
              <a:t>ボールド</a:t>
            </a:r>
            <a:endParaRPr lang="en-US" altLang="ja-JP" sz="1463" dirty="0"/>
          </a:p>
          <a:p>
            <a:pPr algn="ctr"/>
            <a:r>
              <a:rPr lang="ja-JP" altLang="en-US" sz="1463" dirty="0"/>
              <a:t>真ん中寄せ</a:t>
            </a:r>
            <a:endParaRPr kumimoji="1" lang="en-US" altLang="ja-JP" sz="1463" dirty="0"/>
          </a:p>
        </p:txBody>
      </p:sp>
      <p:sp>
        <p:nvSpPr>
          <p:cNvPr id="45" name="四角形吹き出し 44"/>
          <p:cNvSpPr/>
          <p:nvPr userDrawn="1"/>
        </p:nvSpPr>
        <p:spPr>
          <a:xfrm>
            <a:off x="-2933551" y="2899809"/>
            <a:ext cx="2448136" cy="1838056"/>
          </a:xfrm>
          <a:prstGeom prst="wedgeRectCallout">
            <a:avLst>
              <a:gd name="adj1" fmla="val 68120"/>
              <a:gd name="adj2" fmla="val 16336"/>
            </a:avLst>
          </a:prstGeom>
          <a:solidFill>
            <a:srgbClr val="07628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小見出し</a:t>
            </a:r>
            <a:endParaRPr kumimoji="1" lang="en-US" altLang="ja-JP" sz="1463" dirty="0"/>
          </a:p>
          <a:p>
            <a:pPr algn="ctr"/>
            <a:r>
              <a:rPr kumimoji="1" lang="ja-JP" altLang="en-US" sz="1463" dirty="0"/>
              <a:t>フォント：メイリオ本文</a:t>
            </a:r>
            <a:endParaRPr kumimoji="1" lang="en-US" altLang="ja-JP" sz="1463" dirty="0"/>
          </a:p>
          <a:p>
            <a:pPr algn="ctr"/>
            <a:r>
              <a:rPr lang="ja-JP" altLang="en-US" sz="1463" dirty="0"/>
              <a:t>サイズ：</a:t>
            </a:r>
            <a:r>
              <a:rPr lang="en-US" altLang="ja-JP" sz="1463" dirty="0"/>
              <a:t>32</a:t>
            </a:r>
          </a:p>
          <a:p>
            <a:pPr algn="ctr"/>
            <a:r>
              <a:rPr lang="ja-JP" altLang="en-US" sz="1463" dirty="0"/>
              <a:t>ボールド</a:t>
            </a:r>
            <a:endParaRPr lang="en-US" altLang="ja-JP" sz="1463" dirty="0"/>
          </a:p>
          <a:p>
            <a:pPr algn="ctr"/>
            <a:r>
              <a:rPr kumimoji="1" lang="ja-JP" altLang="en-US" sz="1463" dirty="0"/>
              <a:t>左寄せ</a:t>
            </a:r>
            <a:endParaRPr kumimoji="1" lang="en-US" altLang="ja-JP" sz="1463" dirty="0"/>
          </a:p>
        </p:txBody>
      </p:sp>
      <p:sp>
        <p:nvSpPr>
          <p:cNvPr id="46" name="四角形吹き出し 45"/>
          <p:cNvSpPr/>
          <p:nvPr userDrawn="1"/>
        </p:nvSpPr>
        <p:spPr>
          <a:xfrm>
            <a:off x="-2933551" y="4895865"/>
            <a:ext cx="2448136" cy="1838056"/>
          </a:xfrm>
          <a:prstGeom prst="wedgeRectCallout">
            <a:avLst>
              <a:gd name="adj1" fmla="val 68617"/>
              <a:gd name="adj2" fmla="val -24441"/>
            </a:avLst>
          </a:prstGeom>
          <a:solidFill>
            <a:srgbClr val="07628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本文</a:t>
            </a:r>
            <a:endParaRPr kumimoji="1" lang="en-US" altLang="ja-JP" sz="1463" dirty="0"/>
          </a:p>
          <a:p>
            <a:pPr algn="ctr"/>
            <a:r>
              <a:rPr kumimoji="1" lang="ja-JP" altLang="en-US" sz="1463" dirty="0"/>
              <a:t>フォント：メイリオ本文</a:t>
            </a:r>
            <a:endParaRPr kumimoji="1" lang="en-US" altLang="ja-JP" sz="1463" dirty="0"/>
          </a:p>
          <a:p>
            <a:pPr algn="ctr"/>
            <a:r>
              <a:rPr lang="ja-JP" altLang="en-US" sz="1463" dirty="0"/>
              <a:t>サイズ：</a:t>
            </a:r>
            <a:r>
              <a:rPr lang="en-US" altLang="ja-JP" sz="1463" dirty="0"/>
              <a:t>18</a:t>
            </a:r>
          </a:p>
          <a:p>
            <a:pPr algn="ctr"/>
            <a:r>
              <a:rPr kumimoji="1" lang="ja-JP" altLang="en-US" sz="1463" dirty="0"/>
              <a:t>左寄せ</a:t>
            </a:r>
            <a:endParaRPr kumimoji="1" lang="en-US" altLang="ja-JP" sz="1463" dirty="0"/>
          </a:p>
        </p:txBody>
      </p:sp>
      <p:sp>
        <p:nvSpPr>
          <p:cNvPr id="23" name="四角形吹き出し 22"/>
          <p:cNvSpPr/>
          <p:nvPr userDrawn="1"/>
        </p:nvSpPr>
        <p:spPr>
          <a:xfrm>
            <a:off x="10657068" y="5752795"/>
            <a:ext cx="1645113" cy="970890"/>
          </a:xfrm>
          <a:prstGeom prst="wedgeRectCallout">
            <a:avLst>
              <a:gd name="adj1" fmla="val -62408"/>
              <a:gd name="adj2" fmla="val 9477"/>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この赤ガイド線内に収まるように作成してください</a:t>
            </a:r>
          </a:p>
        </p:txBody>
      </p:sp>
    </p:spTree>
    <p:extLst>
      <p:ext uri="{BB962C8B-B14F-4D97-AF65-F5344CB8AC3E}">
        <p14:creationId xmlns:p14="http://schemas.microsoft.com/office/powerpoint/2010/main" val="1782739597"/>
      </p:ext>
    </p:extLst>
  </p:cSld>
  <p:clrMapOvr>
    <a:masterClrMapping/>
  </p:clrMapOvr>
  <p:hf hdr="0" ftr="0" dt="0"/>
  <p:extLst>
    <p:ext uri="{DCECCB84-F9BA-43D5-87BE-67443E8EF086}">
      <p15:sldGuideLst xmlns:p15="http://schemas.microsoft.com/office/powerpoint/2012/main">
        <p15:guide id="1" orient="horz" pos="2160">
          <p15:clr>
            <a:srgbClr val="000000"/>
          </p15:clr>
        </p15:guide>
        <p15:guide id="2" pos="3840">
          <p15:clr>
            <a:srgbClr val="000000"/>
          </p15:clr>
        </p15:guide>
      </p15:sldGuideLst>
    </p:ext>
  </p:extLst>
</p:sldLayout>
</file>

<file path=ppt/slideLayouts/slideLayout37.xml><?xml version="1.0" encoding="utf-8"?>
<p:sldLayout xmlns:a="http://schemas.openxmlformats.org/drawingml/2006/main" xmlns:r="http://schemas.openxmlformats.org/officeDocument/2006/relationships" xmlns:p="http://schemas.openxmlformats.org/presentationml/2006/main" userDrawn="1">
  <p:cSld name="25_タイトルとコンテンツ">
    <p:spTree>
      <p:nvGrpSpPr>
        <p:cNvPr id="1" name=""/>
        <p:cNvGrpSpPr/>
        <p:nvPr/>
      </p:nvGrpSpPr>
      <p:grpSpPr>
        <a:xfrm>
          <a:off x="0" y="0"/>
          <a:ext cx="0" cy="0"/>
          <a:chOff x="0" y="0"/>
          <a:chExt cx="0" cy="0"/>
        </a:xfrm>
      </p:grpSpPr>
      <p:graphicFrame>
        <p:nvGraphicFramePr>
          <p:cNvPr id="26" name="表 25"/>
          <p:cNvGraphicFramePr>
            <a:graphicFrameLocks noGrp="1"/>
          </p:cNvGraphicFramePr>
          <p:nvPr userDrawn="1"/>
        </p:nvGraphicFramePr>
        <p:xfrm>
          <a:off x="0" y="727606"/>
          <a:ext cx="438463" cy="5882490"/>
        </p:xfrm>
        <a:graphic>
          <a:graphicData uri="http://schemas.openxmlformats.org/drawingml/2006/table">
            <a:tbl>
              <a:tblPr firstRow="1" bandRow="1">
                <a:tableStyleId>{5C22544A-7EE6-4342-B048-85BDC9FD1C3A}</a:tableStyleId>
              </a:tblPr>
              <a:tblGrid>
                <a:gridCol w="438463">
                  <a:extLst>
                    <a:ext uri="{9D8B030D-6E8A-4147-A177-3AD203B41FA5}">
                      <a16:colId xmlns:a16="http://schemas.microsoft.com/office/drawing/2014/main" val="2456847792"/>
                    </a:ext>
                  </a:extLst>
                </a:gridCol>
              </a:tblGrid>
              <a:tr h="980415">
                <a:tc>
                  <a:txBody>
                    <a:bodyPr/>
                    <a:lstStyle/>
                    <a:p>
                      <a:pPr algn="ctr"/>
                      <a:r>
                        <a:rPr kumimoji="1" lang="ja-JP" altLang="en-US" sz="1100" b="1" dirty="0">
                          <a:solidFill>
                            <a:schemeClr val="bg1"/>
                          </a:solidFill>
                        </a:rPr>
                        <a:t>①タイトル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1512206185"/>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②タイトル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2631667891"/>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③タイトル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627911894"/>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④タイトル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2091809632"/>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⑤タイトル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1750606519"/>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⑥タイトル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149417652"/>
                  </a:ext>
                </a:extLst>
              </a:tr>
            </a:tbl>
          </a:graphicData>
        </a:graphic>
      </p:graphicFrame>
      <p:sp>
        <p:nvSpPr>
          <p:cNvPr id="35" name="正方形/長方形 34"/>
          <p:cNvSpPr/>
          <p:nvPr userDrawn="1"/>
        </p:nvSpPr>
        <p:spPr>
          <a:xfrm>
            <a:off x="85255" y="1119975"/>
            <a:ext cx="267950" cy="5341188"/>
          </a:xfrm>
          <a:prstGeom prst="rect">
            <a:avLst/>
          </a:prstGeom>
          <a:solidFill>
            <a:srgbClr val="FF00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vert="eaVert" rtlCol="0" anchor="ctr"/>
          <a:lstStyle/>
          <a:p>
            <a:pPr algn="ctr"/>
            <a:r>
              <a:rPr kumimoji="1" lang="ja-JP" altLang="en-US" sz="1463" dirty="0"/>
              <a:t>こちらで変更します。</a:t>
            </a:r>
          </a:p>
        </p:txBody>
      </p:sp>
      <p:sp>
        <p:nvSpPr>
          <p:cNvPr id="8" name="正方形/長方形 7"/>
          <p:cNvSpPr/>
          <p:nvPr userDrawn="1"/>
        </p:nvSpPr>
        <p:spPr>
          <a:xfrm>
            <a:off x="0" y="6610097"/>
            <a:ext cx="9906000" cy="24765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7" name="Text Box 31"/>
          <p:cNvSpPr txBox="1">
            <a:spLocks noChangeArrowheads="1"/>
          </p:cNvSpPr>
          <p:nvPr userDrawn="1"/>
        </p:nvSpPr>
        <p:spPr bwMode="auto">
          <a:xfrm>
            <a:off x="42215" y="6580034"/>
            <a:ext cx="4206531" cy="267446"/>
          </a:xfrm>
          <a:prstGeom prst="rect">
            <a:avLst/>
          </a:prstGeom>
          <a:noFill/>
          <a:ln w="9525">
            <a:noFill/>
            <a:miter lim="800000"/>
            <a:headEnd/>
            <a:tailEnd/>
          </a:ln>
          <a:effectLst/>
        </p:spPr>
        <p:txBody>
          <a:bodyPr wrap="square">
            <a:spAutoFit/>
          </a:bodyPr>
          <a:lstStyle/>
          <a:p>
            <a:pPr>
              <a:defRPr/>
            </a:pPr>
            <a:r>
              <a:rPr lang="en-US" altLang="ja-JP" sz="1138" b="1" dirty="0" err="1">
                <a:solidFill>
                  <a:schemeClr val="bg1"/>
                </a:solidFill>
                <a:latin typeface="Monotype Corsiva" pitchFamily="66" charset="0"/>
                <a:ea typeface="HGP創英角ｺﾞｼｯｸUB" pitchFamily="50" charset="-128"/>
              </a:rPr>
              <a:t>Copyright©Funai</a:t>
            </a:r>
            <a:r>
              <a:rPr lang="en-US" altLang="ja-JP" sz="1138" b="1" dirty="0">
                <a:solidFill>
                  <a:schemeClr val="bg1"/>
                </a:solidFill>
                <a:latin typeface="Monotype Corsiva" pitchFamily="66" charset="0"/>
                <a:ea typeface="HGP創英角ｺﾞｼｯｸUB" pitchFamily="50" charset="-128"/>
              </a:rPr>
              <a:t> Consulting Incorporated </a:t>
            </a:r>
            <a:r>
              <a:rPr lang="ja-JP" altLang="en-US" sz="1138" b="1" dirty="0">
                <a:solidFill>
                  <a:schemeClr val="bg1"/>
                </a:solidFill>
                <a:latin typeface="Monotype Corsiva" pitchFamily="66" charset="0"/>
                <a:ea typeface="HGP創英角ｺﾞｼｯｸUB" pitchFamily="50" charset="-128"/>
              </a:rPr>
              <a:t>　　（</a:t>
            </a:r>
            <a:r>
              <a:rPr lang="en-US" altLang="ja-JP" sz="1138" b="1" dirty="0" err="1">
                <a:solidFill>
                  <a:schemeClr val="bg1"/>
                </a:solidFill>
                <a:latin typeface="Monotype Corsiva" pitchFamily="66" charset="0"/>
                <a:ea typeface="HGP創英角ｺﾞｼｯｸUB" pitchFamily="50" charset="-128"/>
              </a:rPr>
              <a:t>Funai</a:t>
            </a:r>
            <a:r>
              <a:rPr lang="en-US" altLang="ja-JP" sz="1138" b="1" dirty="0">
                <a:solidFill>
                  <a:schemeClr val="bg1"/>
                </a:solidFill>
                <a:latin typeface="Monotype Corsiva" pitchFamily="66" charset="0"/>
                <a:ea typeface="HGP創英角ｺﾞｼｯｸUB" pitchFamily="50" charset="-128"/>
              </a:rPr>
              <a:t> Consulting</a:t>
            </a:r>
            <a:r>
              <a:rPr lang="ja-JP" altLang="en-US" sz="1138" b="1" dirty="0">
                <a:solidFill>
                  <a:schemeClr val="bg1"/>
                </a:solidFill>
                <a:latin typeface="Monotype Corsiva" pitchFamily="66" charset="0"/>
                <a:ea typeface="HGP創英角ｺﾞｼｯｸUB" pitchFamily="50" charset="-128"/>
              </a:rPr>
              <a:t> </a:t>
            </a:r>
            <a:r>
              <a:rPr lang="en-US" altLang="ja-JP" sz="1138" b="1" dirty="0">
                <a:solidFill>
                  <a:schemeClr val="bg1"/>
                </a:solidFill>
                <a:latin typeface="Monotype Corsiva" pitchFamily="66" charset="0"/>
                <a:ea typeface="HGP創英角ｺﾞｼｯｸUB" pitchFamily="50" charset="-128"/>
              </a:rPr>
              <a:t>Inc.</a:t>
            </a:r>
            <a:r>
              <a:rPr lang="ja-JP" altLang="en-US" sz="1138" b="1" dirty="0">
                <a:solidFill>
                  <a:schemeClr val="bg1"/>
                </a:solidFill>
                <a:latin typeface="Monotype Corsiva" pitchFamily="66" charset="0"/>
                <a:ea typeface="HGP創英角ｺﾞｼｯｸUB" pitchFamily="50" charset="-128"/>
              </a:rPr>
              <a:t>）</a:t>
            </a:r>
            <a:endParaRPr lang="en-US" altLang="ja-JP" sz="1138" b="1" dirty="0">
              <a:solidFill>
                <a:schemeClr val="bg1"/>
              </a:solidFill>
              <a:latin typeface="Monotype Corsiva" pitchFamily="66" charset="0"/>
              <a:ea typeface="HGP創英角ｺﾞｼｯｸUB" pitchFamily="50" charset="-128"/>
            </a:endParaRPr>
          </a:p>
        </p:txBody>
      </p:sp>
      <p:sp>
        <p:nvSpPr>
          <p:cNvPr id="12" name="スライド番号プレースホルダー 11"/>
          <p:cNvSpPr>
            <a:spLocks noGrp="1"/>
          </p:cNvSpPr>
          <p:nvPr>
            <p:ph type="sldNum" sz="quarter" idx="12"/>
          </p:nvPr>
        </p:nvSpPr>
        <p:spPr>
          <a:xfrm>
            <a:off x="7677150" y="6551360"/>
            <a:ext cx="2228850" cy="365125"/>
          </a:xfrm>
        </p:spPr>
        <p:txBody>
          <a:bodyPr/>
          <a:lstStyle>
            <a:lvl1pPr>
              <a:defRPr sz="1300" b="1">
                <a:solidFill>
                  <a:schemeClr val="bg1"/>
                </a:solidFill>
              </a:defRPr>
            </a:lvl1pPr>
          </a:lstStyle>
          <a:p>
            <a:fld id="{85FC83C8-0BB2-4721-BA19-3C9CC69276E3}" type="slidenum">
              <a:rPr lang="ja-JP" altLang="en-US" smtClean="0"/>
              <a:pPr/>
              <a:t>‹#›</a:t>
            </a:fld>
            <a:endParaRPr lang="ja-JP" altLang="en-US"/>
          </a:p>
        </p:txBody>
      </p:sp>
      <p:sp>
        <p:nvSpPr>
          <p:cNvPr id="22" name="楕円 21"/>
          <p:cNvSpPr/>
          <p:nvPr userDrawn="1"/>
        </p:nvSpPr>
        <p:spPr>
          <a:xfrm>
            <a:off x="-2244328" y="-788766"/>
            <a:ext cx="14437221" cy="1759809"/>
          </a:xfrm>
          <a:prstGeom prst="ellipse">
            <a:avLst/>
          </a:prstGeom>
          <a:solidFill>
            <a:srgbClr val="8B945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24" name="タイトル 1"/>
          <p:cNvSpPr>
            <a:spLocks noGrp="1"/>
          </p:cNvSpPr>
          <p:nvPr>
            <p:ph type="title"/>
          </p:nvPr>
        </p:nvSpPr>
        <p:spPr>
          <a:xfrm>
            <a:off x="255770" y="245205"/>
            <a:ext cx="9378221" cy="605918"/>
          </a:xfrm>
        </p:spPr>
        <p:txBody>
          <a:bodyPr>
            <a:noAutofit/>
          </a:bodyPr>
          <a:lstStyle>
            <a:lvl1pPr algn="ctr">
              <a:defRPr sz="3900" b="1">
                <a:solidFill>
                  <a:schemeClr val="bg1"/>
                </a:solidFill>
              </a:defRPr>
            </a:lvl1pPr>
          </a:lstStyle>
          <a:p>
            <a:r>
              <a:rPr kumimoji="1" lang="ja-JP" altLang="en-US" dirty="0"/>
              <a:t>マスター タイトルの書式設定</a:t>
            </a:r>
          </a:p>
        </p:txBody>
      </p:sp>
      <p:sp>
        <p:nvSpPr>
          <p:cNvPr id="36" name="正方形/長方形 35"/>
          <p:cNvSpPr/>
          <p:nvPr userDrawn="1"/>
        </p:nvSpPr>
        <p:spPr>
          <a:xfrm>
            <a:off x="-2650779" y="-1508644"/>
            <a:ext cx="2642953" cy="3507698"/>
          </a:xfrm>
          <a:prstGeom prst="rect">
            <a:avLst/>
          </a:prstGeom>
          <a:solidFill>
            <a:srgbClr val="E6E6E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37" name="正方形/長方形 36"/>
          <p:cNvSpPr/>
          <p:nvPr userDrawn="1"/>
        </p:nvSpPr>
        <p:spPr>
          <a:xfrm>
            <a:off x="-200669" y="-3521490"/>
            <a:ext cx="11734663" cy="3507698"/>
          </a:xfrm>
          <a:prstGeom prst="rect">
            <a:avLst/>
          </a:prstGeom>
          <a:solidFill>
            <a:srgbClr val="E6E6E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38" name="正方形/長方形 37"/>
          <p:cNvSpPr/>
          <p:nvPr userDrawn="1"/>
        </p:nvSpPr>
        <p:spPr>
          <a:xfrm>
            <a:off x="9918180" y="-2387723"/>
            <a:ext cx="2642953" cy="3507698"/>
          </a:xfrm>
          <a:prstGeom prst="rect">
            <a:avLst/>
          </a:prstGeom>
          <a:solidFill>
            <a:srgbClr val="E6E6E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27" name="楕円 26"/>
          <p:cNvSpPr/>
          <p:nvPr userDrawn="1"/>
        </p:nvSpPr>
        <p:spPr>
          <a:xfrm>
            <a:off x="10081668" y="4975630"/>
            <a:ext cx="340519" cy="417363"/>
          </a:xfrm>
          <a:prstGeom prst="ellipse">
            <a:avLst/>
          </a:prstGeom>
          <a:solidFill>
            <a:srgbClr val="8B945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28" name="楕円 27"/>
          <p:cNvSpPr/>
          <p:nvPr userDrawn="1"/>
        </p:nvSpPr>
        <p:spPr>
          <a:xfrm>
            <a:off x="10081668" y="3641505"/>
            <a:ext cx="340519" cy="417363"/>
          </a:xfrm>
          <a:prstGeom prst="ellipse">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29" name="楕円 28"/>
          <p:cNvSpPr/>
          <p:nvPr userDrawn="1"/>
        </p:nvSpPr>
        <p:spPr>
          <a:xfrm>
            <a:off x="10081668" y="2307380"/>
            <a:ext cx="340519" cy="417363"/>
          </a:xfrm>
          <a:prstGeom prst="ellipse">
            <a:avLst/>
          </a:prstGeom>
          <a:solidFill>
            <a:schemeClr val="bg2">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30" name="楕円 29"/>
          <p:cNvSpPr/>
          <p:nvPr userDrawn="1"/>
        </p:nvSpPr>
        <p:spPr>
          <a:xfrm>
            <a:off x="10081668" y="973255"/>
            <a:ext cx="340519" cy="417363"/>
          </a:xfrm>
          <a:prstGeom prst="ellipse">
            <a:avLst/>
          </a:prstGeom>
          <a:solidFill>
            <a:schemeClr val="bg2">
              <a:lumMod val="2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31" name="四角形吹き出し 30"/>
          <p:cNvSpPr/>
          <p:nvPr userDrawn="1"/>
        </p:nvSpPr>
        <p:spPr>
          <a:xfrm>
            <a:off x="10657068" y="419727"/>
            <a:ext cx="1438387" cy="970890"/>
          </a:xfrm>
          <a:prstGeom prst="wedgeRectCallout">
            <a:avLst>
              <a:gd name="adj1" fmla="val -61477"/>
              <a:gd name="adj2" fmla="val 23901"/>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文字の色</a:t>
            </a:r>
          </a:p>
        </p:txBody>
      </p:sp>
      <p:sp>
        <p:nvSpPr>
          <p:cNvPr id="32" name="四角形吹き出し 31"/>
          <p:cNvSpPr/>
          <p:nvPr userDrawn="1"/>
        </p:nvSpPr>
        <p:spPr>
          <a:xfrm>
            <a:off x="10657068" y="1821934"/>
            <a:ext cx="1438387" cy="970890"/>
          </a:xfrm>
          <a:prstGeom prst="wedgeRectCallout">
            <a:avLst>
              <a:gd name="adj1" fmla="val -61477"/>
              <a:gd name="adj2" fmla="val 23901"/>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やじるしなどの図形の色</a:t>
            </a:r>
          </a:p>
        </p:txBody>
      </p:sp>
      <p:sp>
        <p:nvSpPr>
          <p:cNvPr id="33" name="四角形吹き出し 32"/>
          <p:cNvSpPr/>
          <p:nvPr userDrawn="1"/>
        </p:nvSpPr>
        <p:spPr>
          <a:xfrm>
            <a:off x="10657068" y="4490184"/>
            <a:ext cx="1438387" cy="970890"/>
          </a:xfrm>
          <a:prstGeom prst="wedgeRectCallout">
            <a:avLst>
              <a:gd name="adj1" fmla="val -61477"/>
              <a:gd name="adj2" fmla="val 23901"/>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ベースの色</a:t>
            </a:r>
          </a:p>
        </p:txBody>
      </p:sp>
      <p:sp>
        <p:nvSpPr>
          <p:cNvPr id="34" name="四角形吹き出し 33"/>
          <p:cNvSpPr/>
          <p:nvPr userDrawn="1"/>
        </p:nvSpPr>
        <p:spPr>
          <a:xfrm>
            <a:off x="10657068" y="3156059"/>
            <a:ext cx="1438387" cy="970890"/>
          </a:xfrm>
          <a:prstGeom prst="wedgeRectCallout">
            <a:avLst>
              <a:gd name="adj1" fmla="val -61477"/>
              <a:gd name="adj2" fmla="val 23901"/>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強調の色</a:t>
            </a:r>
          </a:p>
        </p:txBody>
      </p:sp>
      <p:sp>
        <p:nvSpPr>
          <p:cNvPr id="39" name="四角形吹き出し 38"/>
          <p:cNvSpPr/>
          <p:nvPr userDrawn="1"/>
        </p:nvSpPr>
        <p:spPr>
          <a:xfrm>
            <a:off x="-2959618" y="-919028"/>
            <a:ext cx="2448136" cy="1838056"/>
          </a:xfrm>
          <a:prstGeom prst="wedgeRectCallout">
            <a:avLst>
              <a:gd name="adj1" fmla="val 68120"/>
              <a:gd name="adj2" fmla="val 16336"/>
            </a:avLst>
          </a:prstGeom>
          <a:solidFill>
            <a:srgbClr val="07628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タイトル（目次と対応させてください。）</a:t>
            </a:r>
            <a:endParaRPr kumimoji="1" lang="en-US" altLang="ja-JP" sz="1463" dirty="0"/>
          </a:p>
          <a:p>
            <a:pPr algn="ctr"/>
            <a:r>
              <a:rPr kumimoji="1" lang="ja-JP" altLang="en-US" sz="1463" dirty="0"/>
              <a:t>フォント：メイリオ見出し</a:t>
            </a:r>
            <a:endParaRPr kumimoji="1" lang="en-US" altLang="ja-JP" sz="1463" dirty="0"/>
          </a:p>
          <a:p>
            <a:pPr algn="ctr"/>
            <a:r>
              <a:rPr lang="ja-JP" altLang="en-US" sz="1463" dirty="0"/>
              <a:t>サイズ：</a:t>
            </a:r>
            <a:r>
              <a:rPr lang="en-US" altLang="ja-JP" sz="1463" dirty="0"/>
              <a:t>48</a:t>
            </a:r>
          </a:p>
          <a:p>
            <a:pPr algn="ctr"/>
            <a:r>
              <a:rPr lang="ja-JP" altLang="en-US" sz="1463" dirty="0"/>
              <a:t>ボールド</a:t>
            </a:r>
            <a:endParaRPr lang="en-US" altLang="ja-JP" sz="1463" dirty="0"/>
          </a:p>
          <a:p>
            <a:pPr algn="ctr"/>
            <a:r>
              <a:rPr lang="ja-JP" altLang="en-US" sz="1463" dirty="0"/>
              <a:t>真ん中寄せ</a:t>
            </a:r>
            <a:endParaRPr kumimoji="1" lang="en-US" altLang="ja-JP" sz="1463" dirty="0"/>
          </a:p>
        </p:txBody>
      </p:sp>
      <p:sp>
        <p:nvSpPr>
          <p:cNvPr id="45" name="四角形吹き出し 44"/>
          <p:cNvSpPr/>
          <p:nvPr userDrawn="1"/>
        </p:nvSpPr>
        <p:spPr>
          <a:xfrm>
            <a:off x="-2933551" y="2899809"/>
            <a:ext cx="2448136" cy="1838056"/>
          </a:xfrm>
          <a:prstGeom prst="wedgeRectCallout">
            <a:avLst>
              <a:gd name="adj1" fmla="val 68120"/>
              <a:gd name="adj2" fmla="val 16336"/>
            </a:avLst>
          </a:prstGeom>
          <a:solidFill>
            <a:srgbClr val="07628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小見出し</a:t>
            </a:r>
            <a:endParaRPr kumimoji="1" lang="en-US" altLang="ja-JP" sz="1463" dirty="0"/>
          </a:p>
          <a:p>
            <a:pPr algn="ctr"/>
            <a:r>
              <a:rPr kumimoji="1" lang="ja-JP" altLang="en-US" sz="1463" dirty="0"/>
              <a:t>フォント：メイリオ本文</a:t>
            </a:r>
            <a:endParaRPr kumimoji="1" lang="en-US" altLang="ja-JP" sz="1463" dirty="0"/>
          </a:p>
          <a:p>
            <a:pPr algn="ctr"/>
            <a:r>
              <a:rPr lang="ja-JP" altLang="en-US" sz="1463" dirty="0"/>
              <a:t>サイズ：</a:t>
            </a:r>
            <a:r>
              <a:rPr lang="en-US" altLang="ja-JP" sz="1463" dirty="0"/>
              <a:t>32</a:t>
            </a:r>
          </a:p>
          <a:p>
            <a:pPr algn="ctr"/>
            <a:r>
              <a:rPr lang="ja-JP" altLang="en-US" sz="1463" dirty="0"/>
              <a:t>ボールド</a:t>
            </a:r>
            <a:endParaRPr lang="en-US" altLang="ja-JP" sz="1463" dirty="0"/>
          </a:p>
          <a:p>
            <a:pPr algn="ctr"/>
            <a:r>
              <a:rPr kumimoji="1" lang="ja-JP" altLang="en-US" sz="1463" dirty="0"/>
              <a:t>左寄せ</a:t>
            </a:r>
            <a:endParaRPr kumimoji="1" lang="en-US" altLang="ja-JP" sz="1463" dirty="0"/>
          </a:p>
        </p:txBody>
      </p:sp>
      <p:sp>
        <p:nvSpPr>
          <p:cNvPr id="46" name="四角形吹き出し 45"/>
          <p:cNvSpPr/>
          <p:nvPr userDrawn="1"/>
        </p:nvSpPr>
        <p:spPr>
          <a:xfrm>
            <a:off x="-2933551" y="4895865"/>
            <a:ext cx="2448136" cy="1838056"/>
          </a:xfrm>
          <a:prstGeom prst="wedgeRectCallout">
            <a:avLst>
              <a:gd name="adj1" fmla="val 68617"/>
              <a:gd name="adj2" fmla="val -24441"/>
            </a:avLst>
          </a:prstGeom>
          <a:solidFill>
            <a:srgbClr val="07628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本文</a:t>
            </a:r>
            <a:endParaRPr kumimoji="1" lang="en-US" altLang="ja-JP" sz="1463" dirty="0"/>
          </a:p>
          <a:p>
            <a:pPr algn="ctr"/>
            <a:r>
              <a:rPr kumimoji="1" lang="ja-JP" altLang="en-US" sz="1463" dirty="0"/>
              <a:t>フォント：メイリオ本文</a:t>
            </a:r>
            <a:endParaRPr kumimoji="1" lang="en-US" altLang="ja-JP" sz="1463" dirty="0"/>
          </a:p>
          <a:p>
            <a:pPr algn="ctr"/>
            <a:r>
              <a:rPr lang="ja-JP" altLang="en-US" sz="1463" dirty="0"/>
              <a:t>サイズ：</a:t>
            </a:r>
            <a:r>
              <a:rPr lang="en-US" altLang="ja-JP" sz="1463" dirty="0"/>
              <a:t>18</a:t>
            </a:r>
          </a:p>
          <a:p>
            <a:pPr algn="ctr"/>
            <a:r>
              <a:rPr kumimoji="1" lang="ja-JP" altLang="en-US" sz="1463" dirty="0"/>
              <a:t>左寄せ</a:t>
            </a:r>
            <a:endParaRPr kumimoji="1" lang="en-US" altLang="ja-JP" sz="1463" dirty="0"/>
          </a:p>
        </p:txBody>
      </p:sp>
      <p:sp>
        <p:nvSpPr>
          <p:cNvPr id="23" name="四角形吹き出し 22"/>
          <p:cNvSpPr/>
          <p:nvPr userDrawn="1"/>
        </p:nvSpPr>
        <p:spPr>
          <a:xfrm>
            <a:off x="10657068" y="5752795"/>
            <a:ext cx="1645113" cy="970890"/>
          </a:xfrm>
          <a:prstGeom prst="wedgeRectCallout">
            <a:avLst>
              <a:gd name="adj1" fmla="val -62408"/>
              <a:gd name="adj2" fmla="val 9477"/>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この赤ガイド線内に収まるように作成してください</a:t>
            </a:r>
          </a:p>
        </p:txBody>
      </p:sp>
    </p:spTree>
    <p:extLst>
      <p:ext uri="{BB962C8B-B14F-4D97-AF65-F5344CB8AC3E}">
        <p14:creationId xmlns:p14="http://schemas.microsoft.com/office/powerpoint/2010/main" val="517424151"/>
      </p:ext>
    </p:extLst>
  </p:cSld>
  <p:clrMapOvr>
    <a:masterClrMapping/>
  </p:clrMapOvr>
  <p:hf hdr="0" ftr="0" dt="0"/>
  <p:extLst>
    <p:ext uri="{DCECCB84-F9BA-43D5-87BE-67443E8EF086}">
      <p15:sldGuideLst xmlns:p15="http://schemas.microsoft.com/office/powerpoint/2012/main">
        <p15:guide id="1" orient="horz" pos="2160">
          <p15:clr>
            <a:srgbClr val="000000"/>
          </p15:clr>
        </p15:guide>
        <p15:guide id="2" pos="3840">
          <p15:clr>
            <a:srgbClr val="000000"/>
          </p15:clr>
        </p15:guide>
      </p15:sldGuideLst>
    </p:ext>
  </p:extLst>
</p:sldLayout>
</file>

<file path=ppt/slideLayouts/slideLayout38.xml><?xml version="1.0" encoding="utf-8"?>
<p:sldLayout xmlns:a="http://schemas.openxmlformats.org/drawingml/2006/main" xmlns:r="http://schemas.openxmlformats.org/officeDocument/2006/relationships" xmlns:p="http://schemas.openxmlformats.org/presentationml/2006/main" userDrawn="1">
  <p:cSld name="26_タイトルとコンテンツ">
    <p:spTree>
      <p:nvGrpSpPr>
        <p:cNvPr id="1" name=""/>
        <p:cNvGrpSpPr/>
        <p:nvPr/>
      </p:nvGrpSpPr>
      <p:grpSpPr>
        <a:xfrm>
          <a:off x="0" y="0"/>
          <a:ext cx="0" cy="0"/>
          <a:chOff x="0" y="0"/>
          <a:chExt cx="0" cy="0"/>
        </a:xfrm>
      </p:grpSpPr>
      <p:graphicFrame>
        <p:nvGraphicFramePr>
          <p:cNvPr id="26" name="表 25"/>
          <p:cNvGraphicFramePr>
            <a:graphicFrameLocks noGrp="1"/>
          </p:cNvGraphicFramePr>
          <p:nvPr userDrawn="1"/>
        </p:nvGraphicFramePr>
        <p:xfrm>
          <a:off x="0" y="727606"/>
          <a:ext cx="438463" cy="5882490"/>
        </p:xfrm>
        <a:graphic>
          <a:graphicData uri="http://schemas.openxmlformats.org/drawingml/2006/table">
            <a:tbl>
              <a:tblPr firstRow="1" bandRow="1">
                <a:tableStyleId>{5C22544A-7EE6-4342-B048-85BDC9FD1C3A}</a:tableStyleId>
              </a:tblPr>
              <a:tblGrid>
                <a:gridCol w="438463">
                  <a:extLst>
                    <a:ext uri="{9D8B030D-6E8A-4147-A177-3AD203B41FA5}">
                      <a16:colId xmlns:a16="http://schemas.microsoft.com/office/drawing/2014/main" val="2456847792"/>
                    </a:ext>
                  </a:extLst>
                </a:gridCol>
              </a:tblGrid>
              <a:tr h="980415">
                <a:tc>
                  <a:txBody>
                    <a:bodyPr/>
                    <a:lstStyle/>
                    <a:p>
                      <a:pPr algn="ctr"/>
                      <a:r>
                        <a:rPr kumimoji="1" lang="ja-JP" altLang="en-US" sz="1100" b="1" dirty="0">
                          <a:solidFill>
                            <a:schemeClr val="bg1"/>
                          </a:solidFill>
                        </a:rPr>
                        <a:t>①タイトル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1512206185"/>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②タイトル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2631667891"/>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③タイトル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627911894"/>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④タイトル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2091809632"/>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⑤タイトル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1750606519"/>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⑥タイトル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149417652"/>
                  </a:ext>
                </a:extLst>
              </a:tr>
            </a:tbl>
          </a:graphicData>
        </a:graphic>
      </p:graphicFrame>
      <p:sp>
        <p:nvSpPr>
          <p:cNvPr id="35" name="正方形/長方形 34"/>
          <p:cNvSpPr/>
          <p:nvPr userDrawn="1"/>
        </p:nvSpPr>
        <p:spPr>
          <a:xfrm>
            <a:off x="85255" y="1119975"/>
            <a:ext cx="267950" cy="5341188"/>
          </a:xfrm>
          <a:prstGeom prst="rect">
            <a:avLst/>
          </a:prstGeom>
          <a:solidFill>
            <a:srgbClr val="FF00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vert="eaVert" rtlCol="0" anchor="ctr"/>
          <a:lstStyle/>
          <a:p>
            <a:pPr algn="ctr"/>
            <a:r>
              <a:rPr kumimoji="1" lang="ja-JP" altLang="en-US" sz="1463" dirty="0"/>
              <a:t>こちらで変更します。</a:t>
            </a:r>
          </a:p>
        </p:txBody>
      </p:sp>
      <p:sp>
        <p:nvSpPr>
          <p:cNvPr id="8" name="正方形/長方形 7"/>
          <p:cNvSpPr/>
          <p:nvPr userDrawn="1"/>
        </p:nvSpPr>
        <p:spPr>
          <a:xfrm>
            <a:off x="0" y="6610097"/>
            <a:ext cx="9906000" cy="24765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7" name="Text Box 31"/>
          <p:cNvSpPr txBox="1">
            <a:spLocks noChangeArrowheads="1"/>
          </p:cNvSpPr>
          <p:nvPr userDrawn="1"/>
        </p:nvSpPr>
        <p:spPr bwMode="auto">
          <a:xfrm>
            <a:off x="42215" y="6580034"/>
            <a:ext cx="4206531" cy="267446"/>
          </a:xfrm>
          <a:prstGeom prst="rect">
            <a:avLst/>
          </a:prstGeom>
          <a:noFill/>
          <a:ln w="9525">
            <a:noFill/>
            <a:miter lim="800000"/>
            <a:headEnd/>
            <a:tailEnd/>
          </a:ln>
          <a:effectLst/>
        </p:spPr>
        <p:txBody>
          <a:bodyPr wrap="square">
            <a:spAutoFit/>
          </a:bodyPr>
          <a:lstStyle/>
          <a:p>
            <a:pPr>
              <a:defRPr/>
            </a:pPr>
            <a:r>
              <a:rPr lang="en-US" altLang="ja-JP" sz="1138" b="1" dirty="0" err="1">
                <a:solidFill>
                  <a:schemeClr val="bg1"/>
                </a:solidFill>
                <a:latin typeface="Monotype Corsiva" pitchFamily="66" charset="0"/>
                <a:ea typeface="HGP創英角ｺﾞｼｯｸUB" pitchFamily="50" charset="-128"/>
              </a:rPr>
              <a:t>Copyright©Funai</a:t>
            </a:r>
            <a:r>
              <a:rPr lang="en-US" altLang="ja-JP" sz="1138" b="1" dirty="0">
                <a:solidFill>
                  <a:schemeClr val="bg1"/>
                </a:solidFill>
                <a:latin typeface="Monotype Corsiva" pitchFamily="66" charset="0"/>
                <a:ea typeface="HGP創英角ｺﾞｼｯｸUB" pitchFamily="50" charset="-128"/>
              </a:rPr>
              <a:t> Consulting Incorporated </a:t>
            </a:r>
            <a:r>
              <a:rPr lang="ja-JP" altLang="en-US" sz="1138" b="1" dirty="0">
                <a:solidFill>
                  <a:schemeClr val="bg1"/>
                </a:solidFill>
                <a:latin typeface="Monotype Corsiva" pitchFamily="66" charset="0"/>
                <a:ea typeface="HGP創英角ｺﾞｼｯｸUB" pitchFamily="50" charset="-128"/>
              </a:rPr>
              <a:t>　　（</a:t>
            </a:r>
            <a:r>
              <a:rPr lang="en-US" altLang="ja-JP" sz="1138" b="1" dirty="0" err="1">
                <a:solidFill>
                  <a:schemeClr val="bg1"/>
                </a:solidFill>
                <a:latin typeface="Monotype Corsiva" pitchFamily="66" charset="0"/>
                <a:ea typeface="HGP創英角ｺﾞｼｯｸUB" pitchFamily="50" charset="-128"/>
              </a:rPr>
              <a:t>Funai</a:t>
            </a:r>
            <a:r>
              <a:rPr lang="en-US" altLang="ja-JP" sz="1138" b="1" dirty="0">
                <a:solidFill>
                  <a:schemeClr val="bg1"/>
                </a:solidFill>
                <a:latin typeface="Monotype Corsiva" pitchFamily="66" charset="0"/>
                <a:ea typeface="HGP創英角ｺﾞｼｯｸUB" pitchFamily="50" charset="-128"/>
              </a:rPr>
              <a:t> Consulting</a:t>
            </a:r>
            <a:r>
              <a:rPr lang="ja-JP" altLang="en-US" sz="1138" b="1" dirty="0">
                <a:solidFill>
                  <a:schemeClr val="bg1"/>
                </a:solidFill>
                <a:latin typeface="Monotype Corsiva" pitchFamily="66" charset="0"/>
                <a:ea typeface="HGP創英角ｺﾞｼｯｸUB" pitchFamily="50" charset="-128"/>
              </a:rPr>
              <a:t> </a:t>
            </a:r>
            <a:r>
              <a:rPr lang="en-US" altLang="ja-JP" sz="1138" b="1" dirty="0">
                <a:solidFill>
                  <a:schemeClr val="bg1"/>
                </a:solidFill>
                <a:latin typeface="Monotype Corsiva" pitchFamily="66" charset="0"/>
                <a:ea typeface="HGP創英角ｺﾞｼｯｸUB" pitchFamily="50" charset="-128"/>
              </a:rPr>
              <a:t>Inc.</a:t>
            </a:r>
            <a:r>
              <a:rPr lang="ja-JP" altLang="en-US" sz="1138" b="1" dirty="0">
                <a:solidFill>
                  <a:schemeClr val="bg1"/>
                </a:solidFill>
                <a:latin typeface="Monotype Corsiva" pitchFamily="66" charset="0"/>
                <a:ea typeface="HGP創英角ｺﾞｼｯｸUB" pitchFamily="50" charset="-128"/>
              </a:rPr>
              <a:t>）</a:t>
            </a:r>
            <a:endParaRPr lang="en-US" altLang="ja-JP" sz="1138" b="1" dirty="0">
              <a:solidFill>
                <a:schemeClr val="bg1"/>
              </a:solidFill>
              <a:latin typeface="Monotype Corsiva" pitchFamily="66" charset="0"/>
              <a:ea typeface="HGP創英角ｺﾞｼｯｸUB" pitchFamily="50" charset="-128"/>
            </a:endParaRPr>
          </a:p>
        </p:txBody>
      </p:sp>
      <p:sp>
        <p:nvSpPr>
          <p:cNvPr id="12" name="スライド番号プレースホルダー 11"/>
          <p:cNvSpPr>
            <a:spLocks noGrp="1"/>
          </p:cNvSpPr>
          <p:nvPr>
            <p:ph type="sldNum" sz="quarter" idx="12"/>
          </p:nvPr>
        </p:nvSpPr>
        <p:spPr>
          <a:xfrm>
            <a:off x="7677150" y="6551360"/>
            <a:ext cx="2228850" cy="365125"/>
          </a:xfrm>
        </p:spPr>
        <p:txBody>
          <a:bodyPr/>
          <a:lstStyle>
            <a:lvl1pPr>
              <a:defRPr sz="1300" b="1">
                <a:solidFill>
                  <a:schemeClr val="bg1"/>
                </a:solidFill>
              </a:defRPr>
            </a:lvl1pPr>
          </a:lstStyle>
          <a:p>
            <a:fld id="{85FC83C8-0BB2-4721-BA19-3C9CC69276E3}" type="slidenum">
              <a:rPr lang="ja-JP" altLang="en-US" smtClean="0"/>
              <a:pPr/>
              <a:t>‹#›</a:t>
            </a:fld>
            <a:endParaRPr lang="ja-JP" altLang="en-US"/>
          </a:p>
        </p:txBody>
      </p:sp>
      <p:sp>
        <p:nvSpPr>
          <p:cNvPr id="22" name="楕円 21"/>
          <p:cNvSpPr/>
          <p:nvPr userDrawn="1"/>
        </p:nvSpPr>
        <p:spPr>
          <a:xfrm>
            <a:off x="-2244328" y="-788766"/>
            <a:ext cx="14437221" cy="1759809"/>
          </a:xfrm>
          <a:prstGeom prst="ellipse">
            <a:avLst/>
          </a:prstGeom>
          <a:solidFill>
            <a:srgbClr val="8B945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24" name="タイトル 1"/>
          <p:cNvSpPr>
            <a:spLocks noGrp="1"/>
          </p:cNvSpPr>
          <p:nvPr>
            <p:ph type="title"/>
          </p:nvPr>
        </p:nvSpPr>
        <p:spPr>
          <a:xfrm>
            <a:off x="255770" y="245205"/>
            <a:ext cx="9378221" cy="605918"/>
          </a:xfrm>
        </p:spPr>
        <p:txBody>
          <a:bodyPr>
            <a:noAutofit/>
          </a:bodyPr>
          <a:lstStyle>
            <a:lvl1pPr algn="ctr">
              <a:defRPr sz="3900" b="1">
                <a:solidFill>
                  <a:schemeClr val="bg1"/>
                </a:solidFill>
              </a:defRPr>
            </a:lvl1pPr>
          </a:lstStyle>
          <a:p>
            <a:r>
              <a:rPr kumimoji="1" lang="ja-JP" altLang="en-US" dirty="0"/>
              <a:t>マスター タイトルの書式設定</a:t>
            </a:r>
          </a:p>
        </p:txBody>
      </p:sp>
      <p:sp>
        <p:nvSpPr>
          <p:cNvPr id="36" name="正方形/長方形 35"/>
          <p:cNvSpPr/>
          <p:nvPr userDrawn="1"/>
        </p:nvSpPr>
        <p:spPr>
          <a:xfrm>
            <a:off x="-2650779" y="-1508644"/>
            <a:ext cx="2642953" cy="3507698"/>
          </a:xfrm>
          <a:prstGeom prst="rect">
            <a:avLst/>
          </a:prstGeom>
          <a:solidFill>
            <a:srgbClr val="E6E6E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37" name="正方形/長方形 36"/>
          <p:cNvSpPr/>
          <p:nvPr userDrawn="1"/>
        </p:nvSpPr>
        <p:spPr>
          <a:xfrm>
            <a:off x="-200669" y="-3521490"/>
            <a:ext cx="11734663" cy="3507698"/>
          </a:xfrm>
          <a:prstGeom prst="rect">
            <a:avLst/>
          </a:prstGeom>
          <a:solidFill>
            <a:srgbClr val="E6E6E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38" name="正方形/長方形 37"/>
          <p:cNvSpPr/>
          <p:nvPr userDrawn="1"/>
        </p:nvSpPr>
        <p:spPr>
          <a:xfrm>
            <a:off x="9918180" y="-2387723"/>
            <a:ext cx="2642953" cy="3507698"/>
          </a:xfrm>
          <a:prstGeom prst="rect">
            <a:avLst/>
          </a:prstGeom>
          <a:solidFill>
            <a:srgbClr val="E6E6E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27" name="楕円 26"/>
          <p:cNvSpPr/>
          <p:nvPr userDrawn="1"/>
        </p:nvSpPr>
        <p:spPr>
          <a:xfrm>
            <a:off x="10081668" y="4975630"/>
            <a:ext cx="340519" cy="417363"/>
          </a:xfrm>
          <a:prstGeom prst="ellipse">
            <a:avLst/>
          </a:prstGeom>
          <a:solidFill>
            <a:srgbClr val="8B945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28" name="楕円 27"/>
          <p:cNvSpPr/>
          <p:nvPr userDrawn="1"/>
        </p:nvSpPr>
        <p:spPr>
          <a:xfrm>
            <a:off x="10081668" y="3641505"/>
            <a:ext cx="340519" cy="417363"/>
          </a:xfrm>
          <a:prstGeom prst="ellipse">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29" name="楕円 28"/>
          <p:cNvSpPr/>
          <p:nvPr userDrawn="1"/>
        </p:nvSpPr>
        <p:spPr>
          <a:xfrm>
            <a:off x="10081668" y="2307380"/>
            <a:ext cx="340519" cy="417363"/>
          </a:xfrm>
          <a:prstGeom prst="ellipse">
            <a:avLst/>
          </a:prstGeom>
          <a:solidFill>
            <a:schemeClr val="bg2">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30" name="楕円 29"/>
          <p:cNvSpPr/>
          <p:nvPr userDrawn="1"/>
        </p:nvSpPr>
        <p:spPr>
          <a:xfrm>
            <a:off x="10081668" y="973255"/>
            <a:ext cx="340519" cy="417363"/>
          </a:xfrm>
          <a:prstGeom prst="ellipse">
            <a:avLst/>
          </a:prstGeom>
          <a:solidFill>
            <a:schemeClr val="bg2">
              <a:lumMod val="2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31" name="四角形吹き出し 30"/>
          <p:cNvSpPr/>
          <p:nvPr userDrawn="1"/>
        </p:nvSpPr>
        <p:spPr>
          <a:xfrm>
            <a:off x="10657068" y="419727"/>
            <a:ext cx="1438387" cy="970890"/>
          </a:xfrm>
          <a:prstGeom prst="wedgeRectCallout">
            <a:avLst>
              <a:gd name="adj1" fmla="val -61477"/>
              <a:gd name="adj2" fmla="val 23901"/>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文字の色</a:t>
            </a:r>
          </a:p>
        </p:txBody>
      </p:sp>
      <p:sp>
        <p:nvSpPr>
          <p:cNvPr id="32" name="四角形吹き出し 31"/>
          <p:cNvSpPr/>
          <p:nvPr userDrawn="1"/>
        </p:nvSpPr>
        <p:spPr>
          <a:xfrm>
            <a:off x="10657068" y="1821934"/>
            <a:ext cx="1438387" cy="970890"/>
          </a:xfrm>
          <a:prstGeom prst="wedgeRectCallout">
            <a:avLst>
              <a:gd name="adj1" fmla="val -61477"/>
              <a:gd name="adj2" fmla="val 23901"/>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やじるしなどの図形の色</a:t>
            </a:r>
          </a:p>
        </p:txBody>
      </p:sp>
      <p:sp>
        <p:nvSpPr>
          <p:cNvPr id="33" name="四角形吹き出し 32"/>
          <p:cNvSpPr/>
          <p:nvPr userDrawn="1"/>
        </p:nvSpPr>
        <p:spPr>
          <a:xfrm>
            <a:off x="10657068" y="4490184"/>
            <a:ext cx="1438387" cy="970890"/>
          </a:xfrm>
          <a:prstGeom prst="wedgeRectCallout">
            <a:avLst>
              <a:gd name="adj1" fmla="val -61477"/>
              <a:gd name="adj2" fmla="val 23901"/>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ベースの色</a:t>
            </a:r>
          </a:p>
        </p:txBody>
      </p:sp>
      <p:sp>
        <p:nvSpPr>
          <p:cNvPr id="34" name="四角形吹き出し 33"/>
          <p:cNvSpPr/>
          <p:nvPr userDrawn="1"/>
        </p:nvSpPr>
        <p:spPr>
          <a:xfrm>
            <a:off x="10657068" y="3156059"/>
            <a:ext cx="1438387" cy="970890"/>
          </a:xfrm>
          <a:prstGeom prst="wedgeRectCallout">
            <a:avLst>
              <a:gd name="adj1" fmla="val -61477"/>
              <a:gd name="adj2" fmla="val 23901"/>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強調の色</a:t>
            </a:r>
          </a:p>
        </p:txBody>
      </p:sp>
      <p:sp>
        <p:nvSpPr>
          <p:cNvPr id="39" name="四角形吹き出し 38"/>
          <p:cNvSpPr/>
          <p:nvPr userDrawn="1"/>
        </p:nvSpPr>
        <p:spPr>
          <a:xfrm>
            <a:off x="-2959618" y="-919028"/>
            <a:ext cx="2448136" cy="1838056"/>
          </a:xfrm>
          <a:prstGeom prst="wedgeRectCallout">
            <a:avLst>
              <a:gd name="adj1" fmla="val 68120"/>
              <a:gd name="adj2" fmla="val 16336"/>
            </a:avLst>
          </a:prstGeom>
          <a:solidFill>
            <a:srgbClr val="07628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タイトル（目次と対応させてください。）</a:t>
            </a:r>
            <a:endParaRPr kumimoji="1" lang="en-US" altLang="ja-JP" sz="1463" dirty="0"/>
          </a:p>
          <a:p>
            <a:pPr algn="ctr"/>
            <a:r>
              <a:rPr kumimoji="1" lang="ja-JP" altLang="en-US" sz="1463" dirty="0"/>
              <a:t>フォント：メイリオ見出し</a:t>
            </a:r>
            <a:endParaRPr kumimoji="1" lang="en-US" altLang="ja-JP" sz="1463" dirty="0"/>
          </a:p>
          <a:p>
            <a:pPr algn="ctr"/>
            <a:r>
              <a:rPr lang="ja-JP" altLang="en-US" sz="1463" dirty="0"/>
              <a:t>サイズ：</a:t>
            </a:r>
            <a:r>
              <a:rPr lang="en-US" altLang="ja-JP" sz="1463" dirty="0"/>
              <a:t>48</a:t>
            </a:r>
          </a:p>
          <a:p>
            <a:pPr algn="ctr"/>
            <a:r>
              <a:rPr lang="ja-JP" altLang="en-US" sz="1463" dirty="0"/>
              <a:t>ボールド</a:t>
            </a:r>
            <a:endParaRPr lang="en-US" altLang="ja-JP" sz="1463" dirty="0"/>
          </a:p>
          <a:p>
            <a:pPr algn="ctr"/>
            <a:r>
              <a:rPr lang="ja-JP" altLang="en-US" sz="1463" dirty="0"/>
              <a:t>真ん中寄せ</a:t>
            </a:r>
            <a:endParaRPr kumimoji="1" lang="en-US" altLang="ja-JP" sz="1463" dirty="0"/>
          </a:p>
        </p:txBody>
      </p:sp>
      <p:sp>
        <p:nvSpPr>
          <p:cNvPr id="45" name="四角形吹き出し 44"/>
          <p:cNvSpPr/>
          <p:nvPr userDrawn="1"/>
        </p:nvSpPr>
        <p:spPr>
          <a:xfrm>
            <a:off x="-2933551" y="2899809"/>
            <a:ext cx="2448136" cy="1838056"/>
          </a:xfrm>
          <a:prstGeom prst="wedgeRectCallout">
            <a:avLst>
              <a:gd name="adj1" fmla="val 68120"/>
              <a:gd name="adj2" fmla="val 16336"/>
            </a:avLst>
          </a:prstGeom>
          <a:solidFill>
            <a:srgbClr val="07628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小見出し</a:t>
            </a:r>
            <a:endParaRPr kumimoji="1" lang="en-US" altLang="ja-JP" sz="1463" dirty="0"/>
          </a:p>
          <a:p>
            <a:pPr algn="ctr"/>
            <a:r>
              <a:rPr kumimoji="1" lang="ja-JP" altLang="en-US" sz="1463" dirty="0"/>
              <a:t>フォント：メイリオ本文</a:t>
            </a:r>
            <a:endParaRPr kumimoji="1" lang="en-US" altLang="ja-JP" sz="1463" dirty="0"/>
          </a:p>
          <a:p>
            <a:pPr algn="ctr"/>
            <a:r>
              <a:rPr lang="ja-JP" altLang="en-US" sz="1463" dirty="0"/>
              <a:t>サイズ：</a:t>
            </a:r>
            <a:r>
              <a:rPr lang="en-US" altLang="ja-JP" sz="1463" dirty="0"/>
              <a:t>32</a:t>
            </a:r>
          </a:p>
          <a:p>
            <a:pPr algn="ctr"/>
            <a:r>
              <a:rPr lang="ja-JP" altLang="en-US" sz="1463" dirty="0"/>
              <a:t>ボールド</a:t>
            </a:r>
            <a:endParaRPr lang="en-US" altLang="ja-JP" sz="1463" dirty="0"/>
          </a:p>
          <a:p>
            <a:pPr algn="ctr"/>
            <a:r>
              <a:rPr kumimoji="1" lang="ja-JP" altLang="en-US" sz="1463" dirty="0"/>
              <a:t>左寄せ</a:t>
            </a:r>
            <a:endParaRPr kumimoji="1" lang="en-US" altLang="ja-JP" sz="1463" dirty="0"/>
          </a:p>
        </p:txBody>
      </p:sp>
      <p:sp>
        <p:nvSpPr>
          <p:cNvPr id="46" name="四角形吹き出し 45"/>
          <p:cNvSpPr/>
          <p:nvPr userDrawn="1"/>
        </p:nvSpPr>
        <p:spPr>
          <a:xfrm>
            <a:off x="-2933551" y="4895865"/>
            <a:ext cx="2448136" cy="1838056"/>
          </a:xfrm>
          <a:prstGeom prst="wedgeRectCallout">
            <a:avLst>
              <a:gd name="adj1" fmla="val 68617"/>
              <a:gd name="adj2" fmla="val -24441"/>
            </a:avLst>
          </a:prstGeom>
          <a:solidFill>
            <a:srgbClr val="07628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本文</a:t>
            </a:r>
            <a:endParaRPr kumimoji="1" lang="en-US" altLang="ja-JP" sz="1463" dirty="0"/>
          </a:p>
          <a:p>
            <a:pPr algn="ctr"/>
            <a:r>
              <a:rPr kumimoji="1" lang="ja-JP" altLang="en-US" sz="1463" dirty="0"/>
              <a:t>フォント：メイリオ本文</a:t>
            </a:r>
            <a:endParaRPr kumimoji="1" lang="en-US" altLang="ja-JP" sz="1463" dirty="0"/>
          </a:p>
          <a:p>
            <a:pPr algn="ctr"/>
            <a:r>
              <a:rPr lang="ja-JP" altLang="en-US" sz="1463" dirty="0"/>
              <a:t>サイズ：</a:t>
            </a:r>
            <a:r>
              <a:rPr lang="en-US" altLang="ja-JP" sz="1463" dirty="0"/>
              <a:t>18</a:t>
            </a:r>
          </a:p>
          <a:p>
            <a:pPr algn="ctr"/>
            <a:r>
              <a:rPr kumimoji="1" lang="ja-JP" altLang="en-US" sz="1463" dirty="0"/>
              <a:t>左寄せ</a:t>
            </a:r>
            <a:endParaRPr kumimoji="1" lang="en-US" altLang="ja-JP" sz="1463" dirty="0"/>
          </a:p>
        </p:txBody>
      </p:sp>
      <p:sp>
        <p:nvSpPr>
          <p:cNvPr id="23" name="四角形吹き出し 22"/>
          <p:cNvSpPr/>
          <p:nvPr userDrawn="1"/>
        </p:nvSpPr>
        <p:spPr>
          <a:xfrm>
            <a:off x="10657068" y="5752795"/>
            <a:ext cx="1645113" cy="970890"/>
          </a:xfrm>
          <a:prstGeom prst="wedgeRectCallout">
            <a:avLst>
              <a:gd name="adj1" fmla="val -62408"/>
              <a:gd name="adj2" fmla="val 9477"/>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この赤ガイド線内に収まるように作成してください</a:t>
            </a:r>
          </a:p>
        </p:txBody>
      </p:sp>
    </p:spTree>
    <p:extLst>
      <p:ext uri="{BB962C8B-B14F-4D97-AF65-F5344CB8AC3E}">
        <p14:creationId xmlns:p14="http://schemas.microsoft.com/office/powerpoint/2010/main" val="3645161495"/>
      </p:ext>
    </p:extLst>
  </p:cSld>
  <p:clrMapOvr>
    <a:masterClrMapping/>
  </p:clrMapOvr>
  <p:hf hdr="0" ftr="0" dt="0"/>
  <p:extLst>
    <p:ext uri="{DCECCB84-F9BA-43D5-87BE-67443E8EF086}">
      <p15:sldGuideLst xmlns:p15="http://schemas.microsoft.com/office/powerpoint/2012/main">
        <p15:guide id="1" orient="horz" pos="2160">
          <p15:clr>
            <a:srgbClr val="000000"/>
          </p15:clr>
        </p15:guide>
        <p15:guide id="2" pos="3840">
          <p15:clr>
            <a:srgbClr val="000000"/>
          </p15:clr>
        </p15:guide>
      </p15:sldGuideLst>
    </p:ext>
  </p:extLst>
</p:sldLayout>
</file>

<file path=ppt/slideLayouts/slideLayout39.xml><?xml version="1.0" encoding="utf-8"?>
<p:sldLayout xmlns:a="http://schemas.openxmlformats.org/drawingml/2006/main" xmlns:r="http://schemas.openxmlformats.org/officeDocument/2006/relationships" xmlns:p="http://schemas.openxmlformats.org/presentationml/2006/main" userDrawn="1">
  <p:cSld name="27_タイトルとコンテンツ">
    <p:spTree>
      <p:nvGrpSpPr>
        <p:cNvPr id="1" name=""/>
        <p:cNvGrpSpPr/>
        <p:nvPr/>
      </p:nvGrpSpPr>
      <p:grpSpPr>
        <a:xfrm>
          <a:off x="0" y="0"/>
          <a:ext cx="0" cy="0"/>
          <a:chOff x="0" y="0"/>
          <a:chExt cx="0" cy="0"/>
        </a:xfrm>
      </p:grpSpPr>
      <p:graphicFrame>
        <p:nvGraphicFramePr>
          <p:cNvPr id="26" name="表 25"/>
          <p:cNvGraphicFramePr>
            <a:graphicFrameLocks noGrp="1"/>
          </p:cNvGraphicFramePr>
          <p:nvPr userDrawn="1"/>
        </p:nvGraphicFramePr>
        <p:xfrm>
          <a:off x="0" y="727606"/>
          <a:ext cx="438463" cy="5882490"/>
        </p:xfrm>
        <a:graphic>
          <a:graphicData uri="http://schemas.openxmlformats.org/drawingml/2006/table">
            <a:tbl>
              <a:tblPr firstRow="1" bandRow="1">
                <a:tableStyleId>{5C22544A-7EE6-4342-B048-85BDC9FD1C3A}</a:tableStyleId>
              </a:tblPr>
              <a:tblGrid>
                <a:gridCol w="438463">
                  <a:extLst>
                    <a:ext uri="{9D8B030D-6E8A-4147-A177-3AD203B41FA5}">
                      <a16:colId xmlns:a16="http://schemas.microsoft.com/office/drawing/2014/main" val="2456847792"/>
                    </a:ext>
                  </a:extLst>
                </a:gridCol>
              </a:tblGrid>
              <a:tr h="980415">
                <a:tc>
                  <a:txBody>
                    <a:bodyPr/>
                    <a:lstStyle/>
                    <a:p>
                      <a:pPr algn="ctr"/>
                      <a:r>
                        <a:rPr kumimoji="1" lang="ja-JP" altLang="en-US" sz="1100" b="1" dirty="0">
                          <a:solidFill>
                            <a:schemeClr val="bg1"/>
                          </a:solidFill>
                        </a:rPr>
                        <a:t>①タイトル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1512206185"/>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②タイトル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2631667891"/>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③タイトル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627911894"/>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④タイトル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2091809632"/>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⑤タイトル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1750606519"/>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⑥タイトル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149417652"/>
                  </a:ext>
                </a:extLst>
              </a:tr>
            </a:tbl>
          </a:graphicData>
        </a:graphic>
      </p:graphicFrame>
      <p:sp>
        <p:nvSpPr>
          <p:cNvPr id="35" name="正方形/長方形 34"/>
          <p:cNvSpPr/>
          <p:nvPr userDrawn="1"/>
        </p:nvSpPr>
        <p:spPr>
          <a:xfrm>
            <a:off x="85255" y="1119975"/>
            <a:ext cx="267950" cy="5341188"/>
          </a:xfrm>
          <a:prstGeom prst="rect">
            <a:avLst/>
          </a:prstGeom>
          <a:solidFill>
            <a:srgbClr val="FF00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vert="eaVert" rtlCol="0" anchor="ctr"/>
          <a:lstStyle/>
          <a:p>
            <a:pPr algn="ctr"/>
            <a:r>
              <a:rPr kumimoji="1" lang="ja-JP" altLang="en-US" sz="1463" dirty="0"/>
              <a:t>こちらで変更します。</a:t>
            </a:r>
          </a:p>
        </p:txBody>
      </p:sp>
      <p:sp>
        <p:nvSpPr>
          <p:cNvPr id="8" name="正方形/長方形 7"/>
          <p:cNvSpPr/>
          <p:nvPr userDrawn="1"/>
        </p:nvSpPr>
        <p:spPr>
          <a:xfrm>
            <a:off x="0" y="6610097"/>
            <a:ext cx="9906000" cy="24765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7" name="Text Box 31"/>
          <p:cNvSpPr txBox="1">
            <a:spLocks noChangeArrowheads="1"/>
          </p:cNvSpPr>
          <p:nvPr userDrawn="1"/>
        </p:nvSpPr>
        <p:spPr bwMode="auto">
          <a:xfrm>
            <a:off x="42215" y="6580034"/>
            <a:ext cx="4206531" cy="267446"/>
          </a:xfrm>
          <a:prstGeom prst="rect">
            <a:avLst/>
          </a:prstGeom>
          <a:noFill/>
          <a:ln w="9525">
            <a:noFill/>
            <a:miter lim="800000"/>
            <a:headEnd/>
            <a:tailEnd/>
          </a:ln>
          <a:effectLst/>
        </p:spPr>
        <p:txBody>
          <a:bodyPr wrap="square">
            <a:spAutoFit/>
          </a:bodyPr>
          <a:lstStyle/>
          <a:p>
            <a:pPr>
              <a:defRPr/>
            </a:pPr>
            <a:r>
              <a:rPr lang="en-US" altLang="ja-JP" sz="1138" b="1" dirty="0" err="1">
                <a:solidFill>
                  <a:schemeClr val="bg1"/>
                </a:solidFill>
                <a:latin typeface="Monotype Corsiva" pitchFamily="66" charset="0"/>
                <a:ea typeface="HGP創英角ｺﾞｼｯｸUB" pitchFamily="50" charset="-128"/>
              </a:rPr>
              <a:t>Copyright©Funai</a:t>
            </a:r>
            <a:r>
              <a:rPr lang="en-US" altLang="ja-JP" sz="1138" b="1" dirty="0">
                <a:solidFill>
                  <a:schemeClr val="bg1"/>
                </a:solidFill>
                <a:latin typeface="Monotype Corsiva" pitchFamily="66" charset="0"/>
                <a:ea typeface="HGP創英角ｺﾞｼｯｸUB" pitchFamily="50" charset="-128"/>
              </a:rPr>
              <a:t> Consulting Incorporated </a:t>
            </a:r>
            <a:r>
              <a:rPr lang="ja-JP" altLang="en-US" sz="1138" b="1" dirty="0">
                <a:solidFill>
                  <a:schemeClr val="bg1"/>
                </a:solidFill>
                <a:latin typeface="Monotype Corsiva" pitchFamily="66" charset="0"/>
                <a:ea typeface="HGP創英角ｺﾞｼｯｸUB" pitchFamily="50" charset="-128"/>
              </a:rPr>
              <a:t>　　（</a:t>
            </a:r>
            <a:r>
              <a:rPr lang="en-US" altLang="ja-JP" sz="1138" b="1" dirty="0" err="1">
                <a:solidFill>
                  <a:schemeClr val="bg1"/>
                </a:solidFill>
                <a:latin typeface="Monotype Corsiva" pitchFamily="66" charset="0"/>
                <a:ea typeface="HGP創英角ｺﾞｼｯｸUB" pitchFamily="50" charset="-128"/>
              </a:rPr>
              <a:t>Funai</a:t>
            </a:r>
            <a:r>
              <a:rPr lang="en-US" altLang="ja-JP" sz="1138" b="1" dirty="0">
                <a:solidFill>
                  <a:schemeClr val="bg1"/>
                </a:solidFill>
                <a:latin typeface="Monotype Corsiva" pitchFamily="66" charset="0"/>
                <a:ea typeface="HGP創英角ｺﾞｼｯｸUB" pitchFamily="50" charset="-128"/>
              </a:rPr>
              <a:t> Consulting</a:t>
            </a:r>
            <a:r>
              <a:rPr lang="ja-JP" altLang="en-US" sz="1138" b="1" dirty="0">
                <a:solidFill>
                  <a:schemeClr val="bg1"/>
                </a:solidFill>
                <a:latin typeface="Monotype Corsiva" pitchFamily="66" charset="0"/>
                <a:ea typeface="HGP創英角ｺﾞｼｯｸUB" pitchFamily="50" charset="-128"/>
              </a:rPr>
              <a:t> </a:t>
            </a:r>
            <a:r>
              <a:rPr lang="en-US" altLang="ja-JP" sz="1138" b="1" dirty="0">
                <a:solidFill>
                  <a:schemeClr val="bg1"/>
                </a:solidFill>
                <a:latin typeface="Monotype Corsiva" pitchFamily="66" charset="0"/>
                <a:ea typeface="HGP創英角ｺﾞｼｯｸUB" pitchFamily="50" charset="-128"/>
              </a:rPr>
              <a:t>Inc.</a:t>
            </a:r>
            <a:r>
              <a:rPr lang="ja-JP" altLang="en-US" sz="1138" b="1" dirty="0">
                <a:solidFill>
                  <a:schemeClr val="bg1"/>
                </a:solidFill>
                <a:latin typeface="Monotype Corsiva" pitchFamily="66" charset="0"/>
                <a:ea typeface="HGP創英角ｺﾞｼｯｸUB" pitchFamily="50" charset="-128"/>
              </a:rPr>
              <a:t>）</a:t>
            </a:r>
            <a:endParaRPr lang="en-US" altLang="ja-JP" sz="1138" b="1" dirty="0">
              <a:solidFill>
                <a:schemeClr val="bg1"/>
              </a:solidFill>
              <a:latin typeface="Monotype Corsiva" pitchFamily="66" charset="0"/>
              <a:ea typeface="HGP創英角ｺﾞｼｯｸUB" pitchFamily="50" charset="-128"/>
            </a:endParaRPr>
          </a:p>
        </p:txBody>
      </p:sp>
      <p:sp>
        <p:nvSpPr>
          <p:cNvPr id="12" name="スライド番号プレースホルダー 11"/>
          <p:cNvSpPr>
            <a:spLocks noGrp="1"/>
          </p:cNvSpPr>
          <p:nvPr>
            <p:ph type="sldNum" sz="quarter" idx="12"/>
          </p:nvPr>
        </p:nvSpPr>
        <p:spPr>
          <a:xfrm>
            <a:off x="7677150" y="6551360"/>
            <a:ext cx="2228850" cy="365125"/>
          </a:xfrm>
        </p:spPr>
        <p:txBody>
          <a:bodyPr/>
          <a:lstStyle>
            <a:lvl1pPr>
              <a:defRPr sz="1300" b="1">
                <a:solidFill>
                  <a:schemeClr val="bg1"/>
                </a:solidFill>
              </a:defRPr>
            </a:lvl1pPr>
          </a:lstStyle>
          <a:p>
            <a:fld id="{85FC83C8-0BB2-4721-BA19-3C9CC69276E3}" type="slidenum">
              <a:rPr lang="ja-JP" altLang="en-US" smtClean="0"/>
              <a:pPr/>
              <a:t>‹#›</a:t>
            </a:fld>
            <a:endParaRPr lang="ja-JP" altLang="en-US"/>
          </a:p>
        </p:txBody>
      </p:sp>
      <p:sp>
        <p:nvSpPr>
          <p:cNvPr id="22" name="楕円 21"/>
          <p:cNvSpPr/>
          <p:nvPr userDrawn="1"/>
        </p:nvSpPr>
        <p:spPr>
          <a:xfrm>
            <a:off x="-2244328" y="-788766"/>
            <a:ext cx="14437221" cy="1759809"/>
          </a:xfrm>
          <a:prstGeom prst="ellipse">
            <a:avLst/>
          </a:prstGeom>
          <a:solidFill>
            <a:srgbClr val="8B945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24" name="タイトル 1"/>
          <p:cNvSpPr>
            <a:spLocks noGrp="1"/>
          </p:cNvSpPr>
          <p:nvPr>
            <p:ph type="title"/>
          </p:nvPr>
        </p:nvSpPr>
        <p:spPr>
          <a:xfrm>
            <a:off x="255770" y="245205"/>
            <a:ext cx="9378221" cy="605918"/>
          </a:xfrm>
        </p:spPr>
        <p:txBody>
          <a:bodyPr>
            <a:noAutofit/>
          </a:bodyPr>
          <a:lstStyle>
            <a:lvl1pPr algn="ctr">
              <a:defRPr sz="3900" b="1">
                <a:solidFill>
                  <a:schemeClr val="bg1"/>
                </a:solidFill>
              </a:defRPr>
            </a:lvl1pPr>
          </a:lstStyle>
          <a:p>
            <a:r>
              <a:rPr kumimoji="1" lang="ja-JP" altLang="en-US" dirty="0"/>
              <a:t>マスター タイトルの書式設定</a:t>
            </a:r>
          </a:p>
        </p:txBody>
      </p:sp>
      <p:sp>
        <p:nvSpPr>
          <p:cNvPr id="36" name="正方形/長方形 35"/>
          <p:cNvSpPr/>
          <p:nvPr userDrawn="1"/>
        </p:nvSpPr>
        <p:spPr>
          <a:xfrm>
            <a:off x="-2650779" y="-1508644"/>
            <a:ext cx="2642953" cy="3507698"/>
          </a:xfrm>
          <a:prstGeom prst="rect">
            <a:avLst/>
          </a:prstGeom>
          <a:solidFill>
            <a:srgbClr val="E6E6E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37" name="正方形/長方形 36"/>
          <p:cNvSpPr/>
          <p:nvPr userDrawn="1"/>
        </p:nvSpPr>
        <p:spPr>
          <a:xfrm>
            <a:off x="-200669" y="-3521490"/>
            <a:ext cx="11734663" cy="3507698"/>
          </a:xfrm>
          <a:prstGeom prst="rect">
            <a:avLst/>
          </a:prstGeom>
          <a:solidFill>
            <a:srgbClr val="E6E6E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38" name="正方形/長方形 37"/>
          <p:cNvSpPr/>
          <p:nvPr userDrawn="1"/>
        </p:nvSpPr>
        <p:spPr>
          <a:xfrm>
            <a:off x="9918180" y="-2387723"/>
            <a:ext cx="2642953" cy="3507698"/>
          </a:xfrm>
          <a:prstGeom prst="rect">
            <a:avLst/>
          </a:prstGeom>
          <a:solidFill>
            <a:srgbClr val="E6E6E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27" name="楕円 26"/>
          <p:cNvSpPr/>
          <p:nvPr userDrawn="1"/>
        </p:nvSpPr>
        <p:spPr>
          <a:xfrm>
            <a:off x="10081668" y="4975630"/>
            <a:ext cx="340519" cy="417363"/>
          </a:xfrm>
          <a:prstGeom prst="ellipse">
            <a:avLst/>
          </a:prstGeom>
          <a:solidFill>
            <a:srgbClr val="8B945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28" name="楕円 27"/>
          <p:cNvSpPr/>
          <p:nvPr userDrawn="1"/>
        </p:nvSpPr>
        <p:spPr>
          <a:xfrm>
            <a:off x="10081668" y="3641505"/>
            <a:ext cx="340519" cy="417363"/>
          </a:xfrm>
          <a:prstGeom prst="ellipse">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29" name="楕円 28"/>
          <p:cNvSpPr/>
          <p:nvPr userDrawn="1"/>
        </p:nvSpPr>
        <p:spPr>
          <a:xfrm>
            <a:off x="10081668" y="2307380"/>
            <a:ext cx="340519" cy="417363"/>
          </a:xfrm>
          <a:prstGeom prst="ellipse">
            <a:avLst/>
          </a:prstGeom>
          <a:solidFill>
            <a:schemeClr val="bg2">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30" name="楕円 29"/>
          <p:cNvSpPr/>
          <p:nvPr userDrawn="1"/>
        </p:nvSpPr>
        <p:spPr>
          <a:xfrm>
            <a:off x="10081668" y="973255"/>
            <a:ext cx="340519" cy="417363"/>
          </a:xfrm>
          <a:prstGeom prst="ellipse">
            <a:avLst/>
          </a:prstGeom>
          <a:solidFill>
            <a:schemeClr val="bg2">
              <a:lumMod val="2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31" name="四角形吹き出し 30"/>
          <p:cNvSpPr/>
          <p:nvPr userDrawn="1"/>
        </p:nvSpPr>
        <p:spPr>
          <a:xfrm>
            <a:off x="10657068" y="419727"/>
            <a:ext cx="1438387" cy="970890"/>
          </a:xfrm>
          <a:prstGeom prst="wedgeRectCallout">
            <a:avLst>
              <a:gd name="adj1" fmla="val -61477"/>
              <a:gd name="adj2" fmla="val 23901"/>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文字の色</a:t>
            </a:r>
          </a:p>
        </p:txBody>
      </p:sp>
      <p:sp>
        <p:nvSpPr>
          <p:cNvPr id="32" name="四角形吹き出し 31"/>
          <p:cNvSpPr/>
          <p:nvPr userDrawn="1"/>
        </p:nvSpPr>
        <p:spPr>
          <a:xfrm>
            <a:off x="10657068" y="1821934"/>
            <a:ext cx="1438387" cy="970890"/>
          </a:xfrm>
          <a:prstGeom prst="wedgeRectCallout">
            <a:avLst>
              <a:gd name="adj1" fmla="val -61477"/>
              <a:gd name="adj2" fmla="val 23901"/>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やじるしなどの図形の色</a:t>
            </a:r>
          </a:p>
        </p:txBody>
      </p:sp>
      <p:sp>
        <p:nvSpPr>
          <p:cNvPr id="33" name="四角形吹き出し 32"/>
          <p:cNvSpPr/>
          <p:nvPr userDrawn="1"/>
        </p:nvSpPr>
        <p:spPr>
          <a:xfrm>
            <a:off x="10657068" y="4490184"/>
            <a:ext cx="1438387" cy="970890"/>
          </a:xfrm>
          <a:prstGeom prst="wedgeRectCallout">
            <a:avLst>
              <a:gd name="adj1" fmla="val -61477"/>
              <a:gd name="adj2" fmla="val 23901"/>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ベースの色</a:t>
            </a:r>
          </a:p>
        </p:txBody>
      </p:sp>
      <p:sp>
        <p:nvSpPr>
          <p:cNvPr id="34" name="四角形吹き出し 33"/>
          <p:cNvSpPr/>
          <p:nvPr userDrawn="1"/>
        </p:nvSpPr>
        <p:spPr>
          <a:xfrm>
            <a:off x="10657068" y="3156059"/>
            <a:ext cx="1438387" cy="970890"/>
          </a:xfrm>
          <a:prstGeom prst="wedgeRectCallout">
            <a:avLst>
              <a:gd name="adj1" fmla="val -61477"/>
              <a:gd name="adj2" fmla="val 23901"/>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強調の色</a:t>
            </a:r>
          </a:p>
        </p:txBody>
      </p:sp>
      <p:sp>
        <p:nvSpPr>
          <p:cNvPr id="39" name="四角形吹き出し 38"/>
          <p:cNvSpPr/>
          <p:nvPr userDrawn="1"/>
        </p:nvSpPr>
        <p:spPr>
          <a:xfrm>
            <a:off x="-2959618" y="-919028"/>
            <a:ext cx="2448136" cy="1838056"/>
          </a:xfrm>
          <a:prstGeom prst="wedgeRectCallout">
            <a:avLst>
              <a:gd name="adj1" fmla="val 68120"/>
              <a:gd name="adj2" fmla="val 16336"/>
            </a:avLst>
          </a:prstGeom>
          <a:solidFill>
            <a:srgbClr val="07628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タイトル（目次と対応させてください。）</a:t>
            </a:r>
            <a:endParaRPr kumimoji="1" lang="en-US" altLang="ja-JP" sz="1463" dirty="0"/>
          </a:p>
          <a:p>
            <a:pPr algn="ctr"/>
            <a:r>
              <a:rPr kumimoji="1" lang="ja-JP" altLang="en-US" sz="1463" dirty="0"/>
              <a:t>フォント：メイリオ見出し</a:t>
            </a:r>
            <a:endParaRPr kumimoji="1" lang="en-US" altLang="ja-JP" sz="1463" dirty="0"/>
          </a:p>
          <a:p>
            <a:pPr algn="ctr"/>
            <a:r>
              <a:rPr lang="ja-JP" altLang="en-US" sz="1463" dirty="0"/>
              <a:t>サイズ：</a:t>
            </a:r>
            <a:r>
              <a:rPr lang="en-US" altLang="ja-JP" sz="1463" dirty="0"/>
              <a:t>48</a:t>
            </a:r>
          </a:p>
          <a:p>
            <a:pPr algn="ctr"/>
            <a:r>
              <a:rPr lang="ja-JP" altLang="en-US" sz="1463" dirty="0"/>
              <a:t>ボールド</a:t>
            </a:r>
            <a:endParaRPr lang="en-US" altLang="ja-JP" sz="1463" dirty="0"/>
          </a:p>
          <a:p>
            <a:pPr algn="ctr"/>
            <a:r>
              <a:rPr lang="ja-JP" altLang="en-US" sz="1463" dirty="0"/>
              <a:t>真ん中寄せ</a:t>
            </a:r>
            <a:endParaRPr kumimoji="1" lang="en-US" altLang="ja-JP" sz="1463" dirty="0"/>
          </a:p>
        </p:txBody>
      </p:sp>
      <p:sp>
        <p:nvSpPr>
          <p:cNvPr id="45" name="四角形吹き出し 44"/>
          <p:cNvSpPr/>
          <p:nvPr userDrawn="1"/>
        </p:nvSpPr>
        <p:spPr>
          <a:xfrm>
            <a:off x="-2933551" y="2899809"/>
            <a:ext cx="2448136" cy="1838056"/>
          </a:xfrm>
          <a:prstGeom prst="wedgeRectCallout">
            <a:avLst>
              <a:gd name="adj1" fmla="val 68120"/>
              <a:gd name="adj2" fmla="val 16336"/>
            </a:avLst>
          </a:prstGeom>
          <a:solidFill>
            <a:srgbClr val="07628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小見出し</a:t>
            </a:r>
            <a:endParaRPr kumimoji="1" lang="en-US" altLang="ja-JP" sz="1463" dirty="0"/>
          </a:p>
          <a:p>
            <a:pPr algn="ctr"/>
            <a:r>
              <a:rPr kumimoji="1" lang="ja-JP" altLang="en-US" sz="1463" dirty="0"/>
              <a:t>フォント：メイリオ本文</a:t>
            </a:r>
            <a:endParaRPr kumimoji="1" lang="en-US" altLang="ja-JP" sz="1463" dirty="0"/>
          </a:p>
          <a:p>
            <a:pPr algn="ctr"/>
            <a:r>
              <a:rPr lang="ja-JP" altLang="en-US" sz="1463" dirty="0"/>
              <a:t>サイズ：</a:t>
            </a:r>
            <a:r>
              <a:rPr lang="en-US" altLang="ja-JP" sz="1463" dirty="0"/>
              <a:t>32</a:t>
            </a:r>
          </a:p>
          <a:p>
            <a:pPr algn="ctr"/>
            <a:r>
              <a:rPr lang="ja-JP" altLang="en-US" sz="1463" dirty="0"/>
              <a:t>ボールド</a:t>
            </a:r>
            <a:endParaRPr lang="en-US" altLang="ja-JP" sz="1463" dirty="0"/>
          </a:p>
          <a:p>
            <a:pPr algn="ctr"/>
            <a:r>
              <a:rPr kumimoji="1" lang="ja-JP" altLang="en-US" sz="1463" dirty="0"/>
              <a:t>左寄せ</a:t>
            </a:r>
            <a:endParaRPr kumimoji="1" lang="en-US" altLang="ja-JP" sz="1463" dirty="0"/>
          </a:p>
        </p:txBody>
      </p:sp>
      <p:sp>
        <p:nvSpPr>
          <p:cNvPr id="46" name="四角形吹き出し 45"/>
          <p:cNvSpPr/>
          <p:nvPr userDrawn="1"/>
        </p:nvSpPr>
        <p:spPr>
          <a:xfrm>
            <a:off x="-2933551" y="4895865"/>
            <a:ext cx="2448136" cy="1838056"/>
          </a:xfrm>
          <a:prstGeom prst="wedgeRectCallout">
            <a:avLst>
              <a:gd name="adj1" fmla="val 68617"/>
              <a:gd name="adj2" fmla="val -24441"/>
            </a:avLst>
          </a:prstGeom>
          <a:solidFill>
            <a:srgbClr val="07628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本文</a:t>
            </a:r>
            <a:endParaRPr kumimoji="1" lang="en-US" altLang="ja-JP" sz="1463" dirty="0"/>
          </a:p>
          <a:p>
            <a:pPr algn="ctr"/>
            <a:r>
              <a:rPr kumimoji="1" lang="ja-JP" altLang="en-US" sz="1463" dirty="0"/>
              <a:t>フォント：メイリオ本文</a:t>
            </a:r>
            <a:endParaRPr kumimoji="1" lang="en-US" altLang="ja-JP" sz="1463" dirty="0"/>
          </a:p>
          <a:p>
            <a:pPr algn="ctr"/>
            <a:r>
              <a:rPr lang="ja-JP" altLang="en-US" sz="1463" dirty="0"/>
              <a:t>サイズ：</a:t>
            </a:r>
            <a:r>
              <a:rPr lang="en-US" altLang="ja-JP" sz="1463" dirty="0"/>
              <a:t>18</a:t>
            </a:r>
          </a:p>
          <a:p>
            <a:pPr algn="ctr"/>
            <a:r>
              <a:rPr kumimoji="1" lang="ja-JP" altLang="en-US" sz="1463" dirty="0"/>
              <a:t>左寄せ</a:t>
            </a:r>
            <a:endParaRPr kumimoji="1" lang="en-US" altLang="ja-JP" sz="1463" dirty="0"/>
          </a:p>
        </p:txBody>
      </p:sp>
      <p:sp>
        <p:nvSpPr>
          <p:cNvPr id="23" name="四角形吹き出し 22"/>
          <p:cNvSpPr/>
          <p:nvPr userDrawn="1"/>
        </p:nvSpPr>
        <p:spPr>
          <a:xfrm>
            <a:off x="10657068" y="5752795"/>
            <a:ext cx="1645113" cy="970890"/>
          </a:xfrm>
          <a:prstGeom prst="wedgeRectCallout">
            <a:avLst>
              <a:gd name="adj1" fmla="val -62408"/>
              <a:gd name="adj2" fmla="val 9477"/>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この赤ガイド線内に収まるように作成してください</a:t>
            </a:r>
          </a:p>
        </p:txBody>
      </p:sp>
    </p:spTree>
    <p:extLst>
      <p:ext uri="{BB962C8B-B14F-4D97-AF65-F5344CB8AC3E}">
        <p14:creationId xmlns:p14="http://schemas.microsoft.com/office/powerpoint/2010/main" val="2117342807"/>
      </p:ext>
    </p:extLst>
  </p:cSld>
  <p:clrMapOvr>
    <a:masterClrMapping/>
  </p:clrMapOvr>
  <p:hf hdr="0" ftr="0" dt="0"/>
  <p:extLst>
    <p:ext uri="{DCECCB84-F9BA-43D5-87BE-67443E8EF086}">
      <p15:sldGuideLst xmlns:p15="http://schemas.microsoft.com/office/powerpoint/2012/main">
        <p15:guide id="1" orient="horz" pos="2160">
          <p15:clr>
            <a:srgbClr val="000000"/>
          </p15:clr>
        </p15:guide>
        <p15:guide id="2" pos="3840">
          <p15:clr>
            <a:srgbClr val="000000"/>
          </p15:clr>
        </p15:guide>
      </p15:sldGuideLst>
    </p:ext>
  </p:extLst>
</p:sldLayout>
</file>

<file path=ppt/slideLayouts/slideLayout40.xml><?xml version="1.0" encoding="utf-8"?>
<p:sldLayout xmlns:a="http://schemas.openxmlformats.org/drawingml/2006/main" xmlns:r="http://schemas.openxmlformats.org/officeDocument/2006/relationships" xmlns:p="http://schemas.openxmlformats.org/presentationml/2006/main" userDrawn="1">
  <p:cSld name="28_タイトルとコンテンツ">
    <p:spTree>
      <p:nvGrpSpPr>
        <p:cNvPr id="1" name=""/>
        <p:cNvGrpSpPr/>
        <p:nvPr/>
      </p:nvGrpSpPr>
      <p:grpSpPr>
        <a:xfrm>
          <a:off x="0" y="0"/>
          <a:ext cx="0" cy="0"/>
          <a:chOff x="0" y="0"/>
          <a:chExt cx="0" cy="0"/>
        </a:xfrm>
      </p:grpSpPr>
      <p:graphicFrame>
        <p:nvGraphicFramePr>
          <p:cNvPr id="26" name="表 25"/>
          <p:cNvGraphicFramePr>
            <a:graphicFrameLocks noGrp="1"/>
          </p:cNvGraphicFramePr>
          <p:nvPr userDrawn="1"/>
        </p:nvGraphicFramePr>
        <p:xfrm>
          <a:off x="0" y="727606"/>
          <a:ext cx="438463" cy="5882490"/>
        </p:xfrm>
        <a:graphic>
          <a:graphicData uri="http://schemas.openxmlformats.org/drawingml/2006/table">
            <a:tbl>
              <a:tblPr firstRow="1" bandRow="1">
                <a:tableStyleId>{5C22544A-7EE6-4342-B048-85BDC9FD1C3A}</a:tableStyleId>
              </a:tblPr>
              <a:tblGrid>
                <a:gridCol w="438463">
                  <a:extLst>
                    <a:ext uri="{9D8B030D-6E8A-4147-A177-3AD203B41FA5}">
                      <a16:colId xmlns:a16="http://schemas.microsoft.com/office/drawing/2014/main" val="2456847792"/>
                    </a:ext>
                  </a:extLst>
                </a:gridCol>
              </a:tblGrid>
              <a:tr h="980415">
                <a:tc>
                  <a:txBody>
                    <a:bodyPr/>
                    <a:lstStyle/>
                    <a:p>
                      <a:pPr algn="ctr"/>
                      <a:r>
                        <a:rPr kumimoji="1" lang="ja-JP" altLang="en-US" sz="1100" b="1" dirty="0">
                          <a:solidFill>
                            <a:schemeClr val="bg1"/>
                          </a:solidFill>
                        </a:rPr>
                        <a:t>①タイトル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1512206185"/>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②タイトル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2631667891"/>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③タイトル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627911894"/>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④タイトル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2091809632"/>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⑤タイトル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1750606519"/>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⑥タイトル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149417652"/>
                  </a:ext>
                </a:extLst>
              </a:tr>
            </a:tbl>
          </a:graphicData>
        </a:graphic>
      </p:graphicFrame>
      <p:sp>
        <p:nvSpPr>
          <p:cNvPr id="35" name="正方形/長方形 34"/>
          <p:cNvSpPr/>
          <p:nvPr userDrawn="1"/>
        </p:nvSpPr>
        <p:spPr>
          <a:xfrm>
            <a:off x="85255" y="1119975"/>
            <a:ext cx="267950" cy="5341188"/>
          </a:xfrm>
          <a:prstGeom prst="rect">
            <a:avLst/>
          </a:prstGeom>
          <a:solidFill>
            <a:srgbClr val="FF00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vert="eaVert" rtlCol="0" anchor="ctr"/>
          <a:lstStyle/>
          <a:p>
            <a:pPr algn="ctr"/>
            <a:r>
              <a:rPr kumimoji="1" lang="ja-JP" altLang="en-US" sz="1463" dirty="0"/>
              <a:t>こちらで変更します。</a:t>
            </a:r>
          </a:p>
        </p:txBody>
      </p:sp>
      <p:sp>
        <p:nvSpPr>
          <p:cNvPr id="8" name="正方形/長方形 7"/>
          <p:cNvSpPr/>
          <p:nvPr userDrawn="1"/>
        </p:nvSpPr>
        <p:spPr>
          <a:xfrm>
            <a:off x="0" y="6610097"/>
            <a:ext cx="9906000" cy="24765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7" name="Text Box 31"/>
          <p:cNvSpPr txBox="1">
            <a:spLocks noChangeArrowheads="1"/>
          </p:cNvSpPr>
          <p:nvPr userDrawn="1"/>
        </p:nvSpPr>
        <p:spPr bwMode="auto">
          <a:xfrm>
            <a:off x="42215" y="6580034"/>
            <a:ext cx="4206531" cy="267446"/>
          </a:xfrm>
          <a:prstGeom prst="rect">
            <a:avLst/>
          </a:prstGeom>
          <a:noFill/>
          <a:ln w="9525">
            <a:noFill/>
            <a:miter lim="800000"/>
            <a:headEnd/>
            <a:tailEnd/>
          </a:ln>
          <a:effectLst/>
        </p:spPr>
        <p:txBody>
          <a:bodyPr wrap="square">
            <a:spAutoFit/>
          </a:bodyPr>
          <a:lstStyle/>
          <a:p>
            <a:pPr>
              <a:defRPr/>
            </a:pPr>
            <a:r>
              <a:rPr lang="en-US" altLang="ja-JP" sz="1138" b="1" dirty="0" err="1">
                <a:solidFill>
                  <a:schemeClr val="bg1"/>
                </a:solidFill>
                <a:latin typeface="Monotype Corsiva" pitchFamily="66" charset="0"/>
                <a:ea typeface="HGP創英角ｺﾞｼｯｸUB" pitchFamily="50" charset="-128"/>
              </a:rPr>
              <a:t>Copyright©Funai</a:t>
            </a:r>
            <a:r>
              <a:rPr lang="en-US" altLang="ja-JP" sz="1138" b="1" dirty="0">
                <a:solidFill>
                  <a:schemeClr val="bg1"/>
                </a:solidFill>
                <a:latin typeface="Monotype Corsiva" pitchFamily="66" charset="0"/>
                <a:ea typeface="HGP創英角ｺﾞｼｯｸUB" pitchFamily="50" charset="-128"/>
              </a:rPr>
              <a:t> Consulting Incorporated </a:t>
            </a:r>
            <a:r>
              <a:rPr lang="ja-JP" altLang="en-US" sz="1138" b="1" dirty="0">
                <a:solidFill>
                  <a:schemeClr val="bg1"/>
                </a:solidFill>
                <a:latin typeface="Monotype Corsiva" pitchFamily="66" charset="0"/>
                <a:ea typeface="HGP創英角ｺﾞｼｯｸUB" pitchFamily="50" charset="-128"/>
              </a:rPr>
              <a:t>　　（</a:t>
            </a:r>
            <a:r>
              <a:rPr lang="en-US" altLang="ja-JP" sz="1138" b="1" dirty="0" err="1">
                <a:solidFill>
                  <a:schemeClr val="bg1"/>
                </a:solidFill>
                <a:latin typeface="Monotype Corsiva" pitchFamily="66" charset="0"/>
                <a:ea typeface="HGP創英角ｺﾞｼｯｸUB" pitchFamily="50" charset="-128"/>
              </a:rPr>
              <a:t>Funai</a:t>
            </a:r>
            <a:r>
              <a:rPr lang="en-US" altLang="ja-JP" sz="1138" b="1" dirty="0">
                <a:solidFill>
                  <a:schemeClr val="bg1"/>
                </a:solidFill>
                <a:latin typeface="Monotype Corsiva" pitchFamily="66" charset="0"/>
                <a:ea typeface="HGP創英角ｺﾞｼｯｸUB" pitchFamily="50" charset="-128"/>
              </a:rPr>
              <a:t> Consulting</a:t>
            </a:r>
            <a:r>
              <a:rPr lang="ja-JP" altLang="en-US" sz="1138" b="1" dirty="0">
                <a:solidFill>
                  <a:schemeClr val="bg1"/>
                </a:solidFill>
                <a:latin typeface="Monotype Corsiva" pitchFamily="66" charset="0"/>
                <a:ea typeface="HGP創英角ｺﾞｼｯｸUB" pitchFamily="50" charset="-128"/>
              </a:rPr>
              <a:t> </a:t>
            </a:r>
            <a:r>
              <a:rPr lang="en-US" altLang="ja-JP" sz="1138" b="1" dirty="0">
                <a:solidFill>
                  <a:schemeClr val="bg1"/>
                </a:solidFill>
                <a:latin typeface="Monotype Corsiva" pitchFamily="66" charset="0"/>
                <a:ea typeface="HGP創英角ｺﾞｼｯｸUB" pitchFamily="50" charset="-128"/>
              </a:rPr>
              <a:t>Inc.</a:t>
            </a:r>
            <a:r>
              <a:rPr lang="ja-JP" altLang="en-US" sz="1138" b="1" dirty="0">
                <a:solidFill>
                  <a:schemeClr val="bg1"/>
                </a:solidFill>
                <a:latin typeface="Monotype Corsiva" pitchFamily="66" charset="0"/>
                <a:ea typeface="HGP創英角ｺﾞｼｯｸUB" pitchFamily="50" charset="-128"/>
              </a:rPr>
              <a:t>）</a:t>
            </a:r>
            <a:endParaRPr lang="en-US" altLang="ja-JP" sz="1138" b="1" dirty="0">
              <a:solidFill>
                <a:schemeClr val="bg1"/>
              </a:solidFill>
              <a:latin typeface="Monotype Corsiva" pitchFamily="66" charset="0"/>
              <a:ea typeface="HGP創英角ｺﾞｼｯｸUB" pitchFamily="50" charset="-128"/>
            </a:endParaRPr>
          </a:p>
        </p:txBody>
      </p:sp>
      <p:sp>
        <p:nvSpPr>
          <p:cNvPr id="12" name="スライド番号プレースホルダー 11"/>
          <p:cNvSpPr>
            <a:spLocks noGrp="1"/>
          </p:cNvSpPr>
          <p:nvPr>
            <p:ph type="sldNum" sz="quarter" idx="12"/>
          </p:nvPr>
        </p:nvSpPr>
        <p:spPr>
          <a:xfrm>
            <a:off x="7677150" y="6551360"/>
            <a:ext cx="2228850" cy="365125"/>
          </a:xfrm>
        </p:spPr>
        <p:txBody>
          <a:bodyPr/>
          <a:lstStyle>
            <a:lvl1pPr>
              <a:defRPr sz="1300" b="1">
                <a:solidFill>
                  <a:schemeClr val="bg1"/>
                </a:solidFill>
              </a:defRPr>
            </a:lvl1pPr>
          </a:lstStyle>
          <a:p>
            <a:fld id="{85FC83C8-0BB2-4721-BA19-3C9CC69276E3}" type="slidenum">
              <a:rPr lang="ja-JP" altLang="en-US" smtClean="0"/>
              <a:pPr/>
              <a:t>‹#›</a:t>
            </a:fld>
            <a:endParaRPr lang="ja-JP" altLang="en-US"/>
          </a:p>
        </p:txBody>
      </p:sp>
      <p:sp>
        <p:nvSpPr>
          <p:cNvPr id="22" name="楕円 21"/>
          <p:cNvSpPr/>
          <p:nvPr userDrawn="1"/>
        </p:nvSpPr>
        <p:spPr>
          <a:xfrm>
            <a:off x="-2244328" y="-788766"/>
            <a:ext cx="14437221" cy="1759809"/>
          </a:xfrm>
          <a:prstGeom prst="ellipse">
            <a:avLst/>
          </a:prstGeom>
          <a:solidFill>
            <a:srgbClr val="8B945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24" name="タイトル 1"/>
          <p:cNvSpPr>
            <a:spLocks noGrp="1"/>
          </p:cNvSpPr>
          <p:nvPr>
            <p:ph type="title"/>
          </p:nvPr>
        </p:nvSpPr>
        <p:spPr>
          <a:xfrm>
            <a:off x="255770" y="245205"/>
            <a:ext cx="9378221" cy="605918"/>
          </a:xfrm>
        </p:spPr>
        <p:txBody>
          <a:bodyPr>
            <a:noAutofit/>
          </a:bodyPr>
          <a:lstStyle>
            <a:lvl1pPr algn="ctr">
              <a:defRPr sz="3900" b="1">
                <a:solidFill>
                  <a:schemeClr val="bg1"/>
                </a:solidFill>
              </a:defRPr>
            </a:lvl1pPr>
          </a:lstStyle>
          <a:p>
            <a:r>
              <a:rPr kumimoji="1" lang="ja-JP" altLang="en-US" dirty="0"/>
              <a:t>マスター タイトルの書式設定</a:t>
            </a:r>
          </a:p>
        </p:txBody>
      </p:sp>
      <p:sp>
        <p:nvSpPr>
          <p:cNvPr id="36" name="正方形/長方形 35"/>
          <p:cNvSpPr/>
          <p:nvPr userDrawn="1"/>
        </p:nvSpPr>
        <p:spPr>
          <a:xfrm>
            <a:off x="-2650779" y="-1508644"/>
            <a:ext cx="2642953" cy="3507698"/>
          </a:xfrm>
          <a:prstGeom prst="rect">
            <a:avLst/>
          </a:prstGeom>
          <a:solidFill>
            <a:srgbClr val="E6E6E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37" name="正方形/長方形 36"/>
          <p:cNvSpPr/>
          <p:nvPr userDrawn="1"/>
        </p:nvSpPr>
        <p:spPr>
          <a:xfrm>
            <a:off x="-200669" y="-3521490"/>
            <a:ext cx="11734663" cy="3507698"/>
          </a:xfrm>
          <a:prstGeom prst="rect">
            <a:avLst/>
          </a:prstGeom>
          <a:solidFill>
            <a:srgbClr val="E6E6E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38" name="正方形/長方形 37"/>
          <p:cNvSpPr/>
          <p:nvPr userDrawn="1"/>
        </p:nvSpPr>
        <p:spPr>
          <a:xfrm>
            <a:off x="9918180" y="-2387723"/>
            <a:ext cx="2642953" cy="3507698"/>
          </a:xfrm>
          <a:prstGeom prst="rect">
            <a:avLst/>
          </a:prstGeom>
          <a:solidFill>
            <a:srgbClr val="E6E6E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27" name="楕円 26"/>
          <p:cNvSpPr/>
          <p:nvPr userDrawn="1"/>
        </p:nvSpPr>
        <p:spPr>
          <a:xfrm>
            <a:off x="10081668" y="4975630"/>
            <a:ext cx="340519" cy="417363"/>
          </a:xfrm>
          <a:prstGeom prst="ellipse">
            <a:avLst/>
          </a:prstGeom>
          <a:solidFill>
            <a:srgbClr val="8B945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28" name="楕円 27"/>
          <p:cNvSpPr/>
          <p:nvPr userDrawn="1"/>
        </p:nvSpPr>
        <p:spPr>
          <a:xfrm>
            <a:off x="10081668" y="3641505"/>
            <a:ext cx="340519" cy="417363"/>
          </a:xfrm>
          <a:prstGeom prst="ellipse">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29" name="楕円 28"/>
          <p:cNvSpPr/>
          <p:nvPr userDrawn="1"/>
        </p:nvSpPr>
        <p:spPr>
          <a:xfrm>
            <a:off x="10081668" y="2307380"/>
            <a:ext cx="340519" cy="417363"/>
          </a:xfrm>
          <a:prstGeom prst="ellipse">
            <a:avLst/>
          </a:prstGeom>
          <a:solidFill>
            <a:schemeClr val="bg2">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30" name="楕円 29"/>
          <p:cNvSpPr/>
          <p:nvPr userDrawn="1"/>
        </p:nvSpPr>
        <p:spPr>
          <a:xfrm>
            <a:off x="10081668" y="973255"/>
            <a:ext cx="340519" cy="417363"/>
          </a:xfrm>
          <a:prstGeom prst="ellipse">
            <a:avLst/>
          </a:prstGeom>
          <a:solidFill>
            <a:schemeClr val="bg2">
              <a:lumMod val="2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31" name="四角形吹き出し 30"/>
          <p:cNvSpPr/>
          <p:nvPr userDrawn="1"/>
        </p:nvSpPr>
        <p:spPr>
          <a:xfrm>
            <a:off x="10657068" y="419727"/>
            <a:ext cx="1438387" cy="970890"/>
          </a:xfrm>
          <a:prstGeom prst="wedgeRectCallout">
            <a:avLst>
              <a:gd name="adj1" fmla="val -61477"/>
              <a:gd name="adj2" fmla="val 23901"/>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文字の色</a:t>
            </a:r>
          </a:p>
        </p:txBody>
      </p:sp>
      <p:sp>
        <p:nvSpPr>
          <p:cNvPr id="32" name="四角形吹き出し 31"/>
          <p:cNvSpPr/>
          <p:nvPr userDrawn="1"/>
        </p:nvSpPr>
        <p:spPr>
          <a:xfrm>
            <a:off x="10657068" y="1821934"/>
            <a:ext cx="1438387" cy="970890"/>
          </a:xfrm>
          <a:prstGeom prst="wedgeRectCallout">
            <a:avLst>
              <a:gd name="adj1" fmla="val -61477"/>
              <a:gd name="adj2" fmla="val 23901"/>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やじるしなどの図形の色</a:t>
            </a:r>
          </a:p>
        </p:txBody>
      </p:sp>
      <p:sp>
        <p:nvSpPr>
          <p:cNvPr id="33" name="四角形吹き出し 32"/>
          <p:cNvSpPr/>
          <p:nvPr userDrawn="1"/>
        </p:nvSpPr>
        <p:spPr>
          <a:xfrm>
            <a:off x="10657068" y="4490184"/>
            <a:ext cx="1438387" cy="970890"/>
          </a:xfrm>
          <a:prstGeom prst="wedgeRectCallout">
            <a:avLst>
              <a:gd name="adj1" fmla="val -61477"/>
              <a:gd name="adj2" fmla="val 23901"/>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ベースの色</a:t>
            </a:r>
          </a:p>
        </p:txBody>
      </p:sp>
      <p:sp>
        <p:nvSpPr>
          <p:cNvPr id="34" name="四角形吹き出し 33"/>
          <p:cNvSpPr/>
          <p:nvPr userDrawn="1"/>
        </p:nvSpPr>
        <p:spPr>
          <a:xfrm>
            <a:off x="10657068" y="3156059"/>
            <a:ext cx="1438387" cy="970890"/>
          </a:xfrm>
          <a:prstGeom prst="wedgeRectCallout">
            <a:avLst>
              <a:gd name="adj1" fmla="val -61477"/>
              <a:gd name="adj2" fmla="val 23901"/>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強調の色</a:t>
            </a:r>
          </a:p>
        </p:txBody>
      </p:sp>
      <p:sp>
        <p:nvSpPr>
          <p:cNvPr id="39" name="四角形吹き出し 38"/>
          <p:cNvSpPr/>
          <p:nvPr userDrawn="1"/>
        </p:nvSpPr>
        <p:spPr>
          <a:xfrm>
            <a:off x="-2959618" y="-919028"/>
            <a:ext cx="2448136" cy="1838056"/>
          </a:xfrm>
          <a:prstGeom prst="wedgeRectCallout">
            <a:avLst>
              <a:gd name="adj1" fmla="val 68120"/>
              <a:gd name="adj2" fmla="val 16336"/>
            </a:avLst>
          </a:prstGeom>
          <a:solidFill>
            <a:srgbClr val="07628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タイトル（目次と対応させてください。）</a:t>
            </a:r>
            <a:endParaRPr kumimoji="1" lang="en-US" altLang="ja-JP" sz="1463" dirty="0"/>
          </a:p>
          <a:p>
            <a:pPr algn="ctr"/>
            <a:r>
              <a:rPr kumimoji="1" lang="ja-JP" altLang="en-US" sz="1463" dirty="0"/>
              <a:t>フォント：メイリオ見出し</a:t>
            </a:r>
            <a:endParaRPr kumimoji="1" lang="en-US" altLang="ja-JP" sz="1463" dirty="0"/>
          </a:p>
          <a:p>
            <a:pPr algn="ctr"/>
            <a:r>
              <a:rPr lang="ja-JP" altLang="en-US" sz="1463" dirty="0"/>
              <a:t>サイズ：</a:t>
            </a:r>
            <a:r>
              <a:rPr lang="en-US" altLang="ja-JP" sz="1463" dirty="0"/>
              <a:t>48</a:t>
            </a:r>
          </a:p>
          <a:p>
            <a:pPr algn="ctr"/>
            <a:r>
              <a:rPr lang="ja-JP" altLang="en-US" sz="1463" dirty="0"/>
              <a:t>ボールド</a:t>
            </a:r>
            <a:endParaRPr lang="en-US" altLang="ja-JP" sz="1463" dirty="0"/>
          </a:p>
          <a:p>
            <a:pPr algn="ctr"/>
            <a:r>
              <a:rPr lang="ja-JP" altLang="en-US" sz="1463" dirty="0"/>
              <a:t>真ん中寄せ</a:t>
            </a:r>
            <a:endParaRPr kumimoji="1" lang="en-US" altLang="ja-JP" sz="1463" dirty="0"/>
          </a:p>
        </p:txBody>
      </p:sp>
      <p:sp>
        <p:nvSpPr>
          <p:cNvPr id="45" name="四角形吹き出し 44"/>
          <p:cNvSpPr/>
          <p:nvPr userDrawn="1"/>
        </p:nvSpPr>
        <p:spPr>
          <a:xfrm>
            <a:off x="-2933551" y="2899809"/>
            <a:ext cx="2448136" cy="1838056"/>
          </a:xfrm>
          <a:prstGeom prst="wedgeRectCallout">
            <a:avLst>
              <a:gd name="adj1" fmla="val 68120"/>
              <a:gd name="adj2" fmla="val 16336"/>
            </a:avLst>
          </a:prstGeom>
          <a:solidFill>
            <a:srgbClr val="07628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小見出し</a:t>
            </a:r>
            <a:endParaRPr kumimoji="1" lang="en-US" altLang="ja-JP" sz="1463" dirty="0"/>
          </a:p>
          <a:p>
            <a:pPr algn="ctr"/>
            <a:r>
              <a:rPr kumimoji="1" lang="ja-JP" altLang="en-US" sz="1463" dirty="0"/>
              <a:t>フォント：メイリオ本文</a:t>
            </a:r>
            <a:endParaRPr kumimoji="1" lang="en-US" altLang="ja-JP" sz="1463" dirty="0"/>
          </a:p>
          <a:p>
            <a:pPr algn="ctr"/>
            <a:r>
              <a:rPr lang="ja-JP" altLang="en-US" sz="1463" dirty="0"/>
              <a:t>サイズ：</a:t>
            </a:r>
            <a:r>
              <a:rPr lang="en-US" altLang="ja-JP" sz="1463" dirty="0"/>
              <a:t>32</a:t>
            </a:r>
          </a:p>
          <a:p>
            <a:pPr algn="ctr"/>
            <a:r>
              <a:rPr lang="ja-JP" altLang="en-US" sz="1463" dirty="0"/>
              <a:t>ボールド</a:t>
            </a:r>
            <a:endParaRPr lang="en-US" altLang="ja-JP" sz="1463" dirty="0"/>
          </a:p>
          <a:p>
            <a:pPr algn="ctr"/>
            <a:r>
              <a:rPr kumimoji="1" lang="ja-JP" altLang="en-US" sz="1463" dirty="0"/>
              <a:t>左寄せ</a:t>
            </a:r>
            <a:endParaRPr kumimoji="1" lang="en-US" altLang="ja-JP" sz="1463" dirty="0"/>
          </a:p>
        </p:txBody>
      </p:sp>
      <p:sp>
        <p:nvSpPr>
          <p:cNvPr id="46" name="四角形吹き出し 45"/>
          <p:cNvSpPr/>
          <p:nvPr userDrawn="1"/>
        </p:nvSpPr>
        <p:spPr>
          <a:xfrm>
            <a:off x="-2933551" y="4895865"/>
            <a:ext cx="2448136" cy="1838056"/>
          </a:xfrm>
          <a:prstGeom prst="wedgeRectCallout">
            <a:avLst>
              <a:gd name="adj1" fmla="val 68617"/>
              <a:gd name="adj2" fmla="val -24441"/>
            </a:avLst>
          </a:prstGeom>
          <a:solidFill>
            <a:srgbClr val="07628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本文</a:t>
            </a:r>
            <a:endParaRPr kumimoji="1" lang="en-US" altLang="ja-JP" sz="1463" dirty="0"/>
          </a:p>
          <a:p>
            <a:pPr algn="ctr"/>
            <a:r>
              <a:rPr kumimoji="1" lang="ja-JP" altLang="en-US" sz="1463" dirty="0"/>
              <a:t>フォント：メイリオ本文</a:t>
            </a:r>
            <a:endParaRPr kumimoji="1" lang="en-US" altLang="ja-JP" sz="1463" dirty="0"/>
          </a:p>
          <a:p>
            <a:pPr algn="ctr"/>
            <a:r>
              <a:rPr lang="ja-JP" altLang="en-US" sz="1463" dirty="0"/>
              <a:t>サイズ：</a:t>
            </a:r>
            <a:r>
              <a:rPr lang="en-US" altLang="ja-JP" sz="1463" dirty="0"/>
              <a:t>18</a:t>
            </a:r>
          </a:p>
          <a:p>
            <a:pPr algn="ctr"/>
            <a:r>
              <a:rPr kumimoji="1" lang="ja-JP" altLang="en-US" sz="1463" dirty="0"/>
              <a:t>左寄せ</a:t>
            </a:r>
            <a:endParaRPr kumimoji="1" lang="en-US" altLang="ja-JP" sz="1463" dirty="0"/>
          </a:p>
        </p:txBody>
      </p:sp>
      <p:sp>
        <p:nvSpPr>
          <p:cNvPr id="23" name="四角形吹き出し 22"/>
          <p:cNvSpPr/>
          <p:nvPr userDrawn="1"/>
        </p:nvSpPr>
        <p:spPr>
          <a:xfrm>
            <a:off x="10657068" y="5752795"/>
            <a:ext cx="1645113" cy="970890"/>
          </a:xfrm>
          <a:prstGeom prst="wedgeRectCallout">
            <a:avLst>
              <a:gd name="adj1" fmla="val -62408"/>
              <a:gd name="adj2" fmla="val 9477"/>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この赤ガイド線内に収まるように作成してください</a:t>
            </a:r>
          </a:p>
        </p:txBody>
      </p:sp>
    </p:spTree>
    <p:extLst>
      <p:ext uri="{BB962C8B-B14F-4D97-AF65-F5344CB8AC3E}">
        <p14:creationId xmlns:p14="http://schemas.microsoft.com/office/powerpoint/2010/main" val="2462757522"/>
      </p:ext>
    </p:extLst>
  </p:cSld>
  <p:clrMapOvr>
    <a:masterClrMapping/>
  </p:clrMapOvr>
  <p:hf hdr="0" ftr="0" dt="0"/>
  <p:extLst>
    <p:ext uri="{DCECCB84-F9BA-43D5-87BE-67443E8EF086}">
      <p15:sldGuideLst xmlns:p15="http://schemas.microsoft.com/office/powerpoint/2012/main">
        <p15:guide id="1" orient="horz" pos="2160">
          <p15:clr>
            <a:srgbClr val="000000"/>
          </p15:clr>
        </p15:guide>
        <p15:guide id="2" pos="3840">
          <p15:clr>
            <a:srgbClr val="000000"/>
          </p15:clr>
        </p15:guide>
      </p15:sldGuideLst>
    </p:ext>
  </p:extLst>
</p:sldLayout>
</file>

<file path=ppt/slideLayouts/slideLayout41.xml><?xml version="1.0" encoding="utf-8"?>
<p:sldLayout xmlns:a="http://schemas.openxmlformats.org/drawingml/2006/main" xmlns:r="http://schemas.openxmlformats.org/officeDocument/2006/relationships" xmlns:p="http://schemas.openxmlformats.org/presentationml/2006/main" userDrawn="1">
  <p:cSld name="29_タイトルとコンテンツ">
    <p:spTree>
      <p:nvGrpSpPr>
        <p:cNvPr id="1" name=""/>
        <p:cNvGrpSpPr/>
        <p:nvPr/>
      </p:nvGrpSpPr>
      <p:grpSpPr>
        <a:xfrm>
          <a:off x="0" y="0"/>
          <a:ext cx="0" cy="0"/>
          <a:chOff x="0" y="0"/>
          <a:chExt cx="0" cy="0"/>
        </a:xfrm>
      </p:grpSpPr>
      <p:graphicFrame>
        <p:nvGraphicFramePr>
          <p:cNvPr id="26" name="表 25"/>
          <p:cNvGraphicFramePr>
            <a:graphicFrameLocks noGrp="1"/>
          </p:cNvGraphicFramePr>
          <p:nvPr userDrawn="1"/>
        </p:nvGraphicFramePr>
        <p:xfrm>
          <a:off x="0" y="727606"/>
          <a:ext cx="438463" cy="5882490"/>
        </p:xfrm>
        <a:graphic>
          <a:graphicData uri="http://schemas.openxmlformats.org/drawingml/2006/table">
            <a:tbl>
              <a:tblPr firstRow="1" bandRow="1">
                <a:tableStyleId>{5C22544A-7EE6-4342-B048-85BDC9FD1C3A}</a:tableStyleId>
              </a:tblPr>
              <a:tblGrid>
                <a:gridCol w="438463">
                  <a:extLst>
                    <a:ext uri="{9D8B030D-6E8A-4147-A177-3AD203B41FA5}">
                      <a16:colId xmlns:a16="http://schemas.microsoft.com/office/drawing/2014/main" val="2456847792"/>
                    </a:ext>
                  </a:extLst>
                </a:gridCol>
              </a:tblGrid>
              <a:tr h="980415">
                <a:tc>
                  <a:txBody>
                    <a:bodyPr/>
                    <a:lstStyle/>
                    <a:p>
                      <a:pPr algn="ctr"/>
                      <a:r>
                        <a:rPr kumimoji="1" lang="ja-JP" altLang="en-US" sz="1100" b="1" dirty="0">
                          <a:solidFill>
                            <a:schemeClr val="bg1"/>
                          </a:solidFill>
                        </a:rPr>
                        <a:t>①タイトル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1512206185"/>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②タイトル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2631667891"/>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③タイトル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627911894"/>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④タイトル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2091809632"/>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⑤タイトル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1750606519"/>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⑥タイトル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149417652"/>
                  </a:ext>
                </a:extLst>
              </a:tr>
            </a:tbl>
          </a:graphicData>
        </a:graphic>
      </p:graphicFrame>
      <p:sp>
        <p:nvSpPr>
          <p:cNvPr id="35" name="正方形/長方形 34"/>
          <p:cNvSpPr/>
          <p:nvPr userDrawn="1"/>
        </p:nvSpPr>
        <p:spPr>
          <a:xfrm>
            <a:off x="85255" y="1119975"/>
            <a:ext cx="267950" cy="5341188"/>
          </a:xfrm>
          <a:prstGeom prst="rect">
            <a:avLst/>
          </a:prstGeom>
          <a:solidFill>
            <a:srgbClr val="FF00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vert="eaVert" rtlCol="0" anchor="ctr"/>
          <a:lstStyle/>
          <a:p>
            <a:pPr algn="ctr"/>
            <a:r>
              <a:rPr kumimoji="1" lang="ja-JP" altLang="en-US" sz="1463" dirty="0"/>
              <a:t>こちらで変更します。</a:t>
            </a:r>
          </a:p>
        </p:txBody>
      </p:sp>
      <p:sp>
        <p:nvSpPr>
          <p:cNvPr id="8" name="正方形/長方形 7"/>
          <p:cNvSpPr/>
          <p:nvPr userDrawn="1"/>
        </p:nvSpPr>
        <p:spPr>
          <a:xfrm>
            <a:off x="0" y="6610097"/>
            <a:ext cx="9906000" cy="24765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7" name="Text Box 31"/>
          <p:cNvSpPr txBox="1">
            <a:spLocks noChangeArrowheads="1"/>
          </p:cNvSpPr>
          <p:nvPr userDrawn="1"/>
        </p:nvSpPr>
        <p:spPr bwMode="auto">
          <a:xfrm>
            <a:off x="42215" y="6580034"/>
            <a:ext cx="4206531" cy="267446"/>
          </a:xfrm>
          <a:prstGeom prst="rect">
            <a:avLst/>
          </a:prstGeom>
          <a:noFill/>
          <a:ln w="9525">
            <a:noFill/>
            <a:miter lim="800000"/>
            <a:headEnd/>
            <a:tailEnd/>
          </a:ln>
          <a:effectLst/>
        </p:spPr>
        <p:txBody>
          <a:bodyPr wrap="square">
            <a:spAutoFit/>
          </a:bodyPr>
          <a:lstStyle/>
          <a:p>
            <a:pPr>
              <a:defRPr/>
            </a:pPr>
            <a:r>
              <a:rPr lang="en-US" altLang="ja-JP" sz="1138" b="1" dirty="0" err="1">
                <a:solidFill>
                  <a:schemeClr val="bg1"/>
                </a:solidFill>
                <a:latin typeface="Monotype Corsiva" pitchFamily="66" charset="0"/>
                <a:ea typeface="HGP創英角ｺﾞｼｯｸUB" pitchFamily="50" charset="-128"/>
              </a:rPr>
              <a:t>Copyright©Funai</a:t>
            </a:r>
            <a:r>
              <a:rPr lang="en-US" altLang="ja-JP" sz="1138" b="1" dirty="0">
                <a:solidFill>
                  <a:schemeClr val="bg1"/>
                </a:solidFill>
                <a:latin typeface="Monotype Corsiva" pitchFamily="66" charset="0"/>
                <a:ea typeface="HGP創英角ｺﾞｼｯｸUB" pitchFamily="50" charset="-128"/>
              </a:rPr>
              <a:t> Consulting Incorporated </a:t>
            </a:r>
            <a:r>
              <a:rPr lang="ja-JP" altLang="en-US" sz="1138" b="1" dirty="0">
                <a:solidFill>
                  <a:schemeClr val="bg1"/>
                </a:solidFill>
                <a:latin typeface="Monotype Corsiva" pitchFamily="66" charset="0"/>
                <a:ea typeface="HGP創英角ｺﾞｼｯｸUB" pitchFamily="50" charset="-128"/>
              </a:rPr>
              <a:t>　　（</a:t>
            </a:r>
            <a:r>
              <a:rPr lang="en-US" altLang="ja-JP" sz="1138" b="1" dirty="0" err="1">
                <a:solidFill>
                  <a:schemeClr val="bg1"/>
                </a:solidFill>
                <a:latin typeface="Monotype Corsiva" pitchFamily="66" charset="0"/>
                <a:ea typeface="HGP創英角ｺﾞｼｯｸUB" pitchFamily="50" charset="-128"/>
              </a:rPr>
              <a:t>Funai</a:t>
            </a:r>
            <a:r>
              <a:rPr lang="en-US" altLang="ja-JP" sz="1138" b="1" dirty="0">
                <a:solidFill>
                  <a:schemeClr val="bg1"/>
                </a:solidFill>
                <a:latin typeface="Monotype Corsiva" pitchFamily="66" charset="0"/>
                <a:ea typeface="HGP創英角ｺﾞｼｯｸUB" pitchFamily="50" charset="-128"/>
              </a:rPr>
              <a:t> Consulting</a:t>
            </a:r>
            <a:r>
              <a:rPr lang="ja-JP" altLang="en-US" sz="1138" b="1" dirty="0">
                <a:solidFill>
                  <a:schemeClr val="bg1"/>
                </a:solidFill>
                <a:latin typeface="Monotype Corsiva" pitchFamily="66" charset="0"/>
                <a:ea typeface="HGP創英角ｺﾞｼｯｸUB" pitchFamily="50" charset="-128"/>
              </a:rPr>
              <a:t> </a:t>
            </a:r>
            <a:r>
              <a:rPr lang="en-US" altLang="ja-JP" sz="1138" b="1" dirty="0">
                <a:solidFill>
                  <a:schemeClr val="bg1"/>
                </a:solidFill>
                <a:latin typeface="Monotype Corsiva" pitchFamily="66" charset="0"/>
                <a:ea typeface="HGP創英角ｺﾞｼｯｸUB" pitchFamily="50" charset="-128"/>
              </a:rPr>
              <a:t>Inc.</a:t>
            </a:r>
            <a:r>
              <a:rPr lang="ja-JP" altLang="en-US" sz="1138" b="1" dirty="0">
                <a:solidFill>
                  <a:schemeClr val="bg1"/>
                </a:solidFill>
                <a:latin typeface="Monotype Corsiva" pitchFamily="66" charset="0"/>
                <a:ea typeface="HGP創英角ｺﾞｼｯｸUB" pitchFamily="50" charset="-128"/>
              </a:rPr>
              <a:t>）</a:t>
            </a:r>
            <a:endParaRPr lang="en-US" altLang="ja-JP" sz="1138" b="1" dirty="0">
              <a:solidFill>
                <a:schemeClr val="bg1"/>
              </a:solidFill>
              <a:latin typeface="Monotype Corsiva" pitchFamily="66" charset="0"/>
              <a:ea typeface="HGP創英角ｺﾞｼｯｸUB" pitchFamily="50" charset="-128"/>
            </a:endParaRPr>
          </a:p>
        </p:txBody>
      </p:sp>
      <p:sp>
        <p:nvSpPr>
          <p:cNvPr id="12" name="スライド番号プレースホルダー 11"/>
          <p:cNvSpPr>
            <a:spLocks noGrp="1"/>
          </p:cNvSpPr>
          <p:nvPr>
            <p:ph type="sldNum" sz="quarter" idx="12"/>
          </p:nvPr>
        </p:nvSpPr>
        <p:spPr>
          <a:xfrm>
            <a:off x="7677150" y="6551360"/>
            <a:ext cx="2228850" cy="365125"/>
          </a:xfrm>
        </p:spPr>
        <p:txBody>
          <a:bodyPr/>
          <a:lstStyle>
            <a:lvl1pPr>
              <a:defRPr sz="1300" b="1">
                <a:solidFill>
                  <a:schemeClr val="bg1"/>
                </a:solidFill>
              </a:defRPr>
            </a:lvl1pPr>
          </a:lstStyle>
          <a:p>
            <a:fld id="{85FC83C8-0BB2-4721-BA19-3C9CC69276E3}" type="slidenum">
              <a:rPr lang="ja-JP" altLang="en-US" smtClean="0"/>
              <a:pPr/>
              <a:t>‹#›</a:t>
            </a:fld>
            <a:endParaRPr lang="ja-JP" altLang="en-US"/>
          </a:p>
        </p:txBody>
      </p:sp>
      <p:sp>
        <p:nvSpPr>
          <p:cNvPr id="22" name="楕円 21"/>
          <p:cNvSpPr/>
          <p:nvPr userDrawn="1"/>
        </p:nvSpPr>
        <p:spPr>
          <a:xfrm>
            <a:off x="-2244328" y="-788766"/>
            <a:ext cx="14437221" cy="1759809"/>
          </a:xfrm>
          <a:prstGeom prst="ellipse">
            <a:avLst/>
          </a:prstGeom>
          <a:solidFill>
            <a:srgbClr val="8B945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24" name="タイトル 1"/>
          <p:cNvSpPr>
            <a:spLocks noGrp="1"/>
          </p:cNvSpPr>
          <p:nvPr>
            <p:ph type="title"/>
          </p:nvPr>
        </p:nvSpPr>
        <p:spPr>
          <a:xfrm>
            <a:off x="255770" y="245205"/>
            <a:ext cx="9378221" cy="605918"/>
          </a:xfrm>
        </p:spPr>
        <p:txBody>
          <a:bodyPr>
            <a:noAutofit/>
          </a:bodyPr>
          <a:lstStyle>
            <a:lvl1pPr algn="ctr">
              <a:defRPr sz="3900" b="1">
                <a:solidFill>
                  <a:schemeClr val="bg1"/>
                </a:solidFill>
              </a:defRPr>
            </a:lvl1pPr>
          </a:lstStyle>
          <a:p>
            <a:r>
              <a:rPr kumimoji="1" lang="ja-JP" altLang="en-US" dirty="0"/>
              <a:t>マスター タイトルの書式設定</a:t>
            </a:r>
          </a:p>
        </p:txBody>
      </p:sp>
      <p:sp>
        <p:nvSpPr>
          <p:cNvPr id="36" name="正方形/長方形 35"/>
          <p:cNvSpPr/>
          <p:nvPr userDrawn="1"/>
        </p:nvSpPr>
        <p:spPr>
          <a:xfrm>
            <a:off x="-2650779" y="-1508644"/>
            <a:ext cx="2642953" cy="3507698"/>
          </a:xfrm>
          <a:prstGeom prst="rect">
            <a:avLst/>
          </a:prstGeom>
          <a:solidFill>
            <a:srgbClr val="E6E6E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37" name="正方形/長方形 36"/>
          <p:cNvSpPr/>
          <p:nvPr userDrawn="1"/>
        </p:nvSpPr>
        <p:spPr>
          <a:xfrm>
            <a:off x="-200669" y="-3521490"/>
            <a:ext cx="11734663" cy="3507698"/>
          </a:xfrm>
          <a:prstGeom prst="rect">
            <a:avLst/>
          </a:prstGeom>
          <a:solidFill>
            <a:srgbClr val="E6E6E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38" name="正方形/長方形 37"/>
          <p:cNvSpPr/>
          <p:nvPr userDrawn="1"/>
        </p:nvSpPr>
        <p:spPr>
          <a:xfrm>
            <a:off x="9918180" y="-2387723"/>
            <a:ext cx="2642953" cy="3507698"/>
          </a:xfrm>
          <a:prstGeom prst="rect">
            <a:avLst/>
          </a:prstGeom>
          <a:solidFill>
            <a:srgbClr val="E6E6E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27" name="楕円 26"/>
          <p:cNvSpPr/>
          <p:nvPr userDrawn="1"/>
        </p:nvSpPr>
        <p:spPr>
          <a:xfrm>
            <a:off x="10081668" y="4975630"/>
            <a:ext cx="340519" cy="417363"/>
          </a:xfrm>
          <a:prstGeom prst="ellipse">
            <a:avLst/>
          </a:prstGeom>
          <a:solidFill>
            <a:srgbClr val="8B945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28" name="楕円 27"/>
          <p:cNvSpPr/>
          <p:nvPr userDrawn="1"/>
        </p:nvSpPr>
        <p:spPr>
          <a:xfrm>
            <a:off x="10081668" y="3641505"/>
            <a:ext cx="340519" cy="417363"/>
          </a:xfrm>
          <a:prstGeom prst="ellipse">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29" name="楕円 28"/>
          <p:cNvSpPr/>
          <p:nvPr userDrawn="1"/>
        </p:nvSpPr>
        <p:spPr>
          <a:xfrm>
            <a:off x="10081668" y="2307380"/>
            <a:ext cx="340519" cy="417363"/>
          </a:xfrm>
          <a:prstGeom prst="ellipse">
            <a:avLst/>
          </a:prstGeom>
          <a:solidFill>
            <a:schemeClr val="bg2">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30" name="楕円 29"/>
          <p:cNvSpPr/>
          <p:nvPr userDrawn="1"/>
        </p:nvSpPr>
        <p:spPr>
          <a:xfrm>
            <a:off x="10081668" y="973255"/>
            <a:ext cx="340519" cy="417363"/>
          </a:xfrm>
          <a:prstGeom prst="ellipse">
            <a:avLst/>
          </a:prstGeom>
          <a:solidFill>
            <a:schemeClr val="bg2">
              <a:lumMod val="2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31" name="四角形吹き出し 30"/>
          <p:cNvSpPr/>
          <p:nvPr userDrawn="1"/>
        </p:nvSpPr>
        <p:spPr>
          <a:xfrm>
            <a:off x="10657068" y="419727"/>
            <a:ext cx="1438387" cy="970890"/>
          </a:xfrm>
          <a:prstGeom prst="wedgeRectCallout">
            <a:avLst>
              <a:gd name="adj1" fmla="val -61477"/>
              <a:gd name="adj2" fmla="val 23901"/>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文字の色</a:t>
            </a:r>
          </a:p>
        </p:txBody>
      </p:sp>
      <p:sp>
        <p:nvSpPr>
          <p:cNvPr id="32" name="四角形吹き出し 31"/>
          <p:cNvSpPr/>
          <p:nvPr userDrawn="1"/>
        </p:nvSpPr>
        <p:spPr>
          <a:xfrm>
            <a:off x="10657068" y="1821934"/>
            <a:ext cx="1438387" cy="970890"/>
          </a:xfrm>
          <a:prstGeom prst="wedgeRectCallout">
            <a:avLst>
              <a:gd name="adj1" fmla="val -61477"/>
              <a:gd name="adj2" fmla="val 23901"/>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やじるしなどの図形の色</a:t>
            </a:r>
          </a:p>
        </p:txBody>
      </p:sp>
      <p:sp>
        <p:nvSpPr>
          <p:cNvPr id="33" name="四角形吹き出し 32"/>
          <p:cNvSpPr/>
          <p:nvPr userDrawn="1"/>
        </p:nvSpPr>
        <p:spPr>
          <a:xfrm>
            <a:off x="10657068" y="4490184"/>
            <a:ext cx="1438387" cy="970890"/>
          </a:xfrm>
          <a:prstGeom prst="wedgeRectCallout">
            <a:avLst>
              <a:gd name="adj1" fmla="val -61477"/>
              <a:gd name="adj2" fmla="val 23901"/>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ベースの色</a:t>
            </a:r>
          </a:p>
        </p:txBody>
      </p:sp>
      <p:sp>
        <p:nvSpPr>
          <p:cNvPr id="34" name="四角形吹き出し 33"/>
          <p:cNvSpPr/>
          <p:nvPr userDrawn="1"/>
        </p:nvSpPr>
        <p:spPr>
          <a:xfrm>
            <a:off x="10657068" y="3156059"/>
            <a:ext cx="1438387" cy="970890"/>
          </a:xfrm>
          <a:prstGeom prst="wedgeRectCallout">
            <a:avLst>
              <a:gd name="adj1" fmla="val -61477"/>
              <a:gd name="adj2" fmla="val 23901"/>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強調の色</a:t>
            </a:r>
          </a:p>
        </p:txBody>
      </p:sp>
      <p:sp>
        <p:nvSpPr>
          <p:cNvPr id="39" name="四角形吹き出し 38"/>
          <p:cNvSpPr/>
          <p:nvPr userDrawn="1"/>
        </p:nvSpPr>
        <p:spPr>
          <a:xfrm>
            <a:off x="-2959618" y="-919028"/>
            <a:ext cx="2448136" cy="1838056"/>
          </a:xfrm>
          <a:prstGeom prst="wedgeRectCallout">
            <a:avLst>
              <a:gd name="adj1" fmla="val 68120"/>
              <a:gd name="adj2" fmla="val 16336"/>
            </a:avLst>
          </a:prstGeom>
          <a:solidFill>
            <a:srgbClr val="07628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タイトル（目次と対応させてください。）</a:t>
            </a:r>
            <a:endParaRPr kumimoji="1" lang="en-US" altLang="ja-JP" sz="1463" dirty="0"/>
          </a:p>
          <a:p>
            <a:pPr algn="ctr"/>
            <a:r>
              <a:rPr kumimoji="1" lang="ja-JP" altLang="en-US" sz="1463" dirty="0"/>
              <a:t>フォント：メイリオ見出し</a:t>
            </a:r>
            <a:endParaRPr kumimoji="1" lang="en-US" altLang="ja-JP" sz="1463" dirty="0"/>
          </a:p>
          <a:p>
            <a:pPr algn="ctr"/>
            <a:r>
              <a:rPr lang="ja-JP" altLang="en-US" sz="1463" dirty="0"/>
              <a:t>サイズ：</a:t>
            </a:r>
            <a:r>
              <a:rPr lang="en-US" altLang="ja-JP" sz="1463" dirty="0"/>
              <a:t>48</a:t>
            </a:r>
          </a:p>
          <a:p>
            <a:pPr algn="ctr"/>
            <a:r>
              <a:rPr lang="ja-JP" altLang="en-US" sz="1463" dirty="0"/>
              <a:t>ボールド</a:t>
            </a:r>
            <a:endParaRPr lang="en-US" altLang="ja-JP" sz="1463" dirty="0"/>
          </a:p>
          <a:p>
            <a:pPr algn="ctr"/>
            <a:r>
              <a:rPr lang="ja-JP" altLang="en-US" sz="1463" dirty="0"/>
              <a:t>真ん中寄せ</a:t>
            </a:r>
            <a:endParaRPr kumimoji="1" lang="en-US" altLang="ja-JP" sz="1463" dirty="0"/>
          </a:p>
        </p:txBody>
      </p:sp>
      <p:sp>
        <p:nvSpPr>
          <p:cNvPr id="45" name="四角形吹き出し 44"/>
          <p:cNvSpPr/>
          <p:nvPr userDrawn="1"/>
        </p:nvSpPr>
        <p:spPr>
          <a:xfrm>
            <a:off x="-2933551" y="2899809"/>
            <a:ext cx="2448136" cy="1838056"/>
          </a:xfrm>
          <a:prstGeom prst="wedgeRectCallout">
            <a:avLst>
              <a:gd name="adj1" fmla="val 68120"/>
              <a:gd name="adj2" fmla="val 16336"/>
            </a:avLst>
          </a:prstGeom>
          <a:solidFill>
            <a:srgbClr val="07628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小見出し</a:t>
            </a:r>
            <a:endParaRPr kumimoji="1" lang="en-US" altLang="ja-JP" sz="1463" dirty="0"/>
          </a:p>
          <a:p>
            <a:pPr algn="ctr"/>
            <a:r>
              <a:rPr kumimoji="1" lang="ja-JP" altLang="en-US" sz="1463" dirty="0"/>
              <a:t>フォント：メイリオ本文</a:t>
            </a:r>
            <a:endParaRPr kumimoji="1" lang="en-US" altLang="ja-JP" sz="1463" dirty="0"/>
          </a:p>
          <a:p>
            <a:pPr algn="ctr"/>
            <a:r>
              <a:rPr lang="ja-JP" altLang="en-US" sz="1463" dirty="0"/>
              <a:t>サイズ：</a:t>
            </a:r>
            <a:r>
              <a:rPr lang="en-US" altLang="ja-JP" sz="1463" dirty="0"/>
              <a:t>32</a:t>
            </a:r>
          </a:p>
          <a:p>
            <a:pPr algn="ctr"/>
            <a:r>
              <a:rPr lang="ja-JP" altLang="en-US" sz="1463" dirty="0"/>
              <a:t>ボールド</a:t>
            </a:r>
            <a:endParaRPr lang="en-US" altLang="ja-JP" sz="1463" dirty="0"/>
          </a:p>
          <a:p>
            <a:pPr algn="ctr"/>
            <a:r>
              <a:rPr kumimoji="1" lang="ja-JP" altLang="en-US" sz="1463" dirty="0"/>
              <a:t>左寄せ</a:t>
            </a:r>
            <a:endParaRPr kumimoji="1" lang="en-US" altLang="ja-JP" sz="1463" dirty="0"/>
          </a:p>
        </p:txBody>
      </p:sp>
      <p:sp>
        <p:nvSpPr>
          <p:cNvPr id="46" name="四角形吹き出し 45"/>
          <p:cNvSpPr/>
          <p:nvPr userDrawn="1"/>
        </p:nvSpPr>
        <p:spPr>
          <a:xfrm>
            <a:off x="-2933551" y="4895865"/>
            <a:ext cx="2448136" cy="1838056"/>
          </a:xfrm>
          <a:prstGeom prst="wedgeRectCallout">
            <a:avLst>
              <a:gd name="adj1" fmla="val 68617"/>
              <a:gd name="adj2" fmla="val -24441"/>
            </a:avLst>
          </a:prstGeom>
          <a:solidFill>
            <a:srgbClr val="07628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本文</a:t>
            </a:r>
            <a:endParaRPr kumimoji="1" lang="en-US" altLang="ja-JP" sz="1463" dirty="0"/>
          </a:p>
          <a:p>
            <a:pPr algn="ctr"/>
            <a:r>
              <a:rPr kumimoji="1" lang="ja-JP" altLang="en-US" sz="1463" dirty="0"/>
              <a:t>フォント：メイリオ本文</a:t>
            </a:r>
            <a:endParaRPr kumimoji="1" lang="en-US" altLang="ja-JP" sz="1463" dirty="0"/>
          </a:p>
          <a:p>
            <a:pPr algn="ctr"/>
            <a:r>
              <a:rPr lang="ja-JP" altLang="en-US" sz="1463" dirty="0"/>
              <a:t>サイズ：</a:t>
            </a:r>
            <a:r>
              <a:rPr lang="en-US" altLang="ja-JP" sz="1463" dirty="0"/>
              <a:t>18</a:t>
            </a:r>
          </a:p>
          <a:p>
            <a:pPr algn="ctr"/>
            <a:r>
              <a:rPr kumimoji="1" lang="ja-JP" altLang="en-US" sz="1463" dirty="0"/>
              <a:t>左寄せ</a:t>
            </a:r>
            <a:endParaRPr kumimoji="1" lang="en-US" altLang="ja-JP" sz="1463" dirty="0"/>
          </a:p>
        </p:txBody>
      </p:sp>
      <p:sp>
        <p:nvSpPr>
          <p:cNvPr id="23" name="四角形吹き出し 22"/>
          <p:cNvSpPr/>
          <p:nvPr userDrawn="1"/>
        </p:nvSpPr>
        <p:spPr>
          <a:xfrm>
            <a:off x="10657068" y="5752795"/>
            <a:ext cx="1645113" cy="970890"/>
          </a:xfrm>
          <a:prstGeom prst="wedgeRectCallout">
            <a:avLst>
              <a:gd name="adj1" fmla="val -62408"/>
              <a:gd name="adj2" fmla="val 9477"/>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この赤ガイド線内に収まるように作成してください</a:t>
            </a:r>
          </a:p>
        </p:txBody>
      </p:sp>
    </p:spTree>
    <p:extLst>
      <p:ext uri="{BB962C8B-B14F-4D97-AF65-F5344CB8AC3E}">
        <p14:creationId xmlns:p14="http://schemas.microsoft.com/office/powerpoint/2010/main" val="3158225123"/>
      </p:ext>
    </p:extLst>
  </p:cSld>
  <p:clrMapOvr>
    <a:masterClrMapping/>
  </p:clrMapOvr>
  <p:hf hdr="0" ftr="0" dt="0"/>
  <p:extLst>
    <p:ext uri="{DCECCB84-F9BA-43D5-87BE-67443E8EF086}">
      <p15:sldGuideLst xmlns:p15="http://schemas.microsoft.com/office/powerpoint/2012/main">
        <p15:guide id="1" orient="horz" pos="2160">
          <p15:clr>
            <a:srgbClr val="000000"/>
          </p15:clr>
        </p15:guide>
        <p15:guide id="2" pos="3840">
          <p15:clr>
            <a:srgbClr val="000000"/>
          </p15:clr>
        </p15:guide>
      </p15:sldGuideLst>
    </p:ext>
  </p:extLst>
</p:sldLayout>
</file>

<file path=ppt/slideLayouts/slideLayout42.xml><?xml version="1.0" encoding="utf-8"?>
<p:sldLayout xmlns:a="http://schemas.openxmlformats.org/drawingml/2006/main" xmlns:r="http://schemas.openxmlformats.org/officeDocument/2006/relationships" xmlns:p="http://schemas.openxmlformats.org/presentationml/2006/main" userDrawn="1">
  <p:cSld name="30_タイトルとコンテンツ">
    <p:spTree>
      <p:nvGrpSpPr>
        <p:cNvPr id="1" name=""/>
        <p:cNvGrpSpPr/>
        <p:nvPr/>
      </p:nvGrpSpPr>
      <p:grpSpPr>
        <a:xfrm>
          <a:off x="0" y="0"/>
          <a:ext cx="0" cy="0"/>
          <a:chOff x="0" y="0"/>
          <a:chExt cx="0" cy="0"/>
        </a:xfrm>
      </p:grpSpPr>
      <p:graphicFrame>
        <p:nvGraphicFramePr>
          <p:cNvPr id="26" name="表 25"/>
          <p:cNvGraphicFramePr>
            <a:graphicFrameLocks noGrp="1"/>
          </p:cNvGraphicFramePr>
          <p:nvPr userDrawn="1"/>
        </p:nvGraphicFramePr>
        <p:xfrm>
          <a:off x="0" y="727606"/>
          <a:ext cx="438463" cy="5882490"/>
        </p:xfrm>
        <a:graphic>
          <a:graphicData uri="http://schemas.openxmlformats.org/drawingml/2006/table">
            <a:tbl>
              <a:tblPr firstRow="1" bandRow="1">
                <a:tableStyleId>{5C22544A-7EE6-4342-B048-85BDC9FD1C3A}</a:tableStyleId>
              </a:tblPr>
              <a:tblGrid>
                <a:gridCol w="438463">
                  <a:extLst>
                    <a:ext uri="{9D8B030D-6E8A-4147-A177-3AD203B41FA5}">
                      <a16:colId xmlns:a16="http://schemas.microsoft.com/office/drawing/2014/main" val="2456847792"/>
                    </a:ext>
                  </a:extLst>
                </a:gridCol>
              </a:tblGrid>
              <a:tr h="980415">
                <a:tc>
                  <a:txBody>
                    <a:bodyPr/>
                    <a:lstStyle/>
                    <a:p>
                      <a:pPr algn="ctr"/>
                      <a:r>
                        <a:rPr kumimoji="1" lang="ja-JP" altLang="en-US" sz="1100" b="1" dirty="0">
                          <a:solidFill>
                            <a:schemeClr val="bg1"/>
                          </a:solidFill>
                        </a:rPr>
                        <a:t>①タイトル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1512206185"/>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②タイトル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2631667891"/>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③タイトル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627911894"/>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④タイトル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2091809632"/>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⑤タイトル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1750606519"/>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⑥タイトル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149417652"/>
                  </a:ext>
                </a:extLst>
              </a:tr>
            </a:tbl>
          </a:graphicData>
        </a:graphic>
      </p:graphicFrame>
      <p:sp>
        <p:nvSpPr>
          <p:cNvPr id="35" name="正方形/長方形 34"/>
          <p:cNvSpPr/>
          <p:nvPr userDrawn="1"/>
        </p:nvSpPr>
        <p:spPr>
          <a:xfrm>
            <a:off x="85255" y="1119975"/>
            <a:ext cx="267950" cy="5341188"/>
          </a:xfrm>
          <a:prstGeom prst="rect">
            <a:avLst/>
          </a:prstGeom>
          <a:solidFill>
            <a:srgbClr val="FF00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vert="eaVert" rtlCol="0" anchor="ctr"/>
          <a:lstStyle/>
          <a:p>
            <a:pPr algn="ctr"/>
            <a:r>
              <a:rPr kumimoji="1" lang="ja-JP" altLang="en-US" sz="1463" dirty="0"/>
              <a:t>こちらで変更します。</a:t>
            </a:r>
          </a:p>
        </p:txBody>
      </p:sp>
      <p:sp>
        <p:nvSpPr>
          <p:cNvPr id="8" name="正方形/長方形 7"/>
          <p:cNvSpPr/>
          <p:nvPr userDrawn="1"/>
        </p:nvSpPr>
        <p:spPr>
          <a:xfrm>
            <a:off x="0" y="6610097"/>
            <a:ext cx="9906000" cy="24765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7" name="Text Box 31"/>
          <p:cNvSpPr txBox="1">
            <a:spLocks noChangeArrowheads="1"/>
          </p:cNvSpPr>
          <p:nvPr userDrawn="1"/>
        </p:nvSpPr>
        <p:spPr bwMode="auto">
          <a:xfrm>
            <a:off x="42215" y="6580034"/>
            <a:ext cx="4206531" cy="267446"/>
          </a:xfrm>
          <a:prstGeom prst="rect">
            <a:avLst/>
          </a:prstGeom>
          <a:noFill/>
          <a:ln w="9525">
            <a:noFill/>
            <a:miter lim="800000"/>
            <a:headEnd/>
            <a:tailEnd/>
          </a:ln>
          <a:effectLst/>
        </p:spPr>
        <p:txBody>
          <a:bodyPr wrap="square">
            <a:spAutoFit/>
          </a:bodyPr>
          <a:lstStyle/>
          <a:p>
            <a:pPr>
              <a:defRPr/>
            </a:pPr>
            <a:r>
              <a:rPr lang="en-US" altLang="ja-JP" sz="1138" b="1" dirty="0" err="1">
                <a:solidFill>
                  <a:schemeClr val="bg1"/>
                </a:solidFill>
                <a:latin typeface="Monotype Corsiva" pitchFamily="66" charset="0"/>
                <a:ea typeface="HGP創英角ｺﾞｼｯｸUB" pitchFamily="50" charset="-128"/>
              </a:rPr>
              <a:t>Copyright©Funai</a:t>
            </a:r>
            <a:r>
              <a:rPr lang="en-US" altLang="ja-JP" sz="1138" b="1" dirty="0">
                <a:solidFill>
                  <a:schemeClr val="bg1"/>
                </a:solidFill>
                <a:latin typeface="Monotype Corsiva" pitchFamily="66" charset="0"/>
                <a:ea typeface="HGP創英角ｺﾞｼｯｸUB" pitchFamily="50" charset="-128"/>
              </a:rPr>
              <a:t> Consulting Incorporated </a:t>
            </a:r>
            <a:r>
              <a:rPr lang="ja-JP" altLang="en-US" sz="1138" b="1" dirty="0">
                <a:solidFill>
                  <a:schemeClr val="bg1"/>
                </a:solidFill>
                <a:latin typeface="Monotype Corsiva" pitchFamily="66" charset="0"/>
                <a:ea typeface="HGP創英角ｺﾞｼｯｸUB" pitchFamily="50" charset="-128"/>
              </a:rPr>
              <a:t>　　（</a:t>
            </a:r>
            <a:r>
              <a:rPr lang="en-US" altLang="ja-JP" sz="1138" b="1" dirty="0" err="1">
                <a:solidFill>
                  <a:schemeClr val="bg1"/>
                </a:solidFill>
                <a:latin typeface="Monotype Corsiva" pitchFamily="66" charset="0"/>
                <a:ea typeface="HGP創英角ｺﾞｼｯｸUB" pitchFamily="50" charset="-128"/>
              </a:rPr>
              <a:t>Funai</a:t>
            </a:r>
            <a:r>
              <a:rPr lang="en-US" altLang="ja-JP" sz="1138" b="1" dirty="0">
                <a:solidFill>
                  <a:schemeClr val="bg1"/>
                </a:solidFill>
                <a:latin typeface="Monotype Corsiva" pitchFamily="66" charset="0"/>
                <a:ea typeface="HGP創英角ｺﾞｼｯｸUB" pitchFamily="50" charset="-128"/>
              </a:rPr>
              <a:t> Consulting</a:t>
            </a:r>
            <a:r>
              <a:rPr lang="ja-JP" altLang="en-US" sz="1138" b="1" dirty="0">
                <a:solidFill>
                  <a:schemeClr val="bg1"/>
                </a:solidFill>
                <a:latin typeface="Monotype Corsiva" pitchFamily="66" charset="0"/>
                <a:ea typeface="HGP創英角ｺﾞｼｯｸUB" pitchFamily="50" charset="-128"/>
              </a:rPr>
              <a:t> </a:t>
            </a:r>
            <a:r>
              <a:rPr lang="en-US" altLang="ja-JP" sz="1138" b="1" dirty="0">
                <a:solidFill>
                  <a:schemeClr val="bg1"/>
                </a:solidFill>
                <a:latin typeface="Monotype Corsiva" pitchFamily="66" charset="0"/>
                <a:ea typeface="HGP創英角ｺﾞｼｯｸUB" pitchFamily="50" charset="-128"/>
              </a:rPr>
              <a:t>Inc.</a:t>
            </a:r>
            <a:r>
              <a:rPr lang="ja-JP" altLang="en-US" sz="1138" b="1" dirty="0">
                <a:solidFill>
                  <a:schemeClr val="bg1"/>
                </a:solidFill>
                <a:latin typeface="Monotype Corsiva" pitchFamily="66" charset="0"/>
                <a:ea typeface="HGP創英角ｺﾞｼｯｸUB" pitchFamily="50" charset="-128"/>
              </a:rPr>
              <a:t>）</a:t>
            </a:r>
            <a:endParaRPr lang="en-US" altLang="ja-JP" sz="1138" b="1" dirty="0">
              <a:solidFill>
                <a:schemeClr val="bg1"/>
              </a:solidFill>
              <a:latin typeface="Monotype Corsiva" pitchFamily="66" charset="0"/>
              <a:ea typeface="HGP創英角ｺﾞｼｯｸUB" pitchFamily="50" charset="-128"/>
            </a:endParaRPr>
          </a:p>
        </p:txBody>
      </p:sp>
      <p:sp>
        <p:nvSpPr>
          <p:cNvPr id="12" name="スライド番号プレースホルダー 11"/>
          <p:cNvSpPr>
            <a:spLocks noGrp="1"/>
          </p:cNvSpPr>
          <p:nvPr>
            <p:ph type="sldNum" sz="quarter" idx="12"/>
          </p:nvPr>
        </p:nvSpPr>
        <p:spPr>
          <a:xfrm>
            <a:off x="7677150" y="6551360"/>
            <a:ext cx="2228850" cy="365125"/>
          </a:xfrm>
        </p:spPr>
        <p:txBody>
          <a:bodyPr/>
          <a:lstStyle>
            <a:lvl1pPr>
              <a:defRPr sz="1300" b="1">
                <a:solidFill>
                  <a:schemeClr val="bg1"/>
                </a:solidFill>
              </a:defRPr>
            </a:lvl1pPr>
          </a:lstStyle>
          <a:p>
            <a:fld id="{85FC83C8-0BB2-4721-BA19-3C9CC69276E3}" type="slidenum">
              <a:rPr lang="ja-JP" altLang="en-US" smtClean="0"/>
              <a:pPr/>
              <a:t>‹#›</a:t>
            </a:fld>
            <a:endParaRPr lang="ja-JP" altLang="en-US"/>
          </a:p>
        </p:txBody>
      </p:sp>
      <p:sp>
        <p:nvSpPr>
          <p:cNvPr id="22" name="楕円 21"/>
          <p:cNvSpPr/>
          <p:nvPr userDrawn="1"/>
        </p:nvSpPr>
        <p:spPr>
          <a:xfrm>
            <a:off x="-2244328" y="-788766"/>
            <a:ext cx="14437221" cy="1759809"/>
          </a:xfrm>
          <a:prstGeom prst="ellipse">
            <a:avLst/>
          </a:prstGeom>
          <a:solidFill>
            <a:srgbClr val="8B945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24" name="タイトル 1"/>
          <p:cNvSpPr>
            <a:spLocks noGrp="1"/>
          </p:cNvSpPr>
          <p:nvPr>
            <p:ph type="title"/>
          </p:nvPr>
        </p:nvSpPr>
        <p:spPr>
          <a:xfrm>
            <a:off x="255770" y="245205"/>
            <a:ext cx="9378221" cy="605918"/>
          </a:xfrm>
        </p:spPr>
        <p:txBody>
          <a:bodyPr>
            <a:noAutofit/>
          </a:bodyPr>
          <a:lstStyle>
            <a:lvl1pPr algn="ctr">
              <a:defRPr sz="3900" b="1">
                <a:solidFill>
                  <a:schemeClr val="bg1"/>
                </a:solidFill>
              </a:defRPr>
            </a:lvl1pPr>
          </a:lstStyle>
          <a:p>
            <a:r>
              <a:rPr kumimoji="1" lang="ja-JP" altLang="en-US" dirty="0"/>
              <a:t>マスター タイトルの書式設定</a:t>
            </a:r>
          </a:p>
        </p:txBody>
      </p:sp>
      <p:sp>
        <p:nvSpPr>
          <p:cNvPr id="36" name="正方形/長方形 35"/>
          <p:cNvSpPr/>
          <p:nvPr userDrawn="1"/>
        </p:nvSpPr>
        <p:spPr>
          <a:xfrm>
            <a:off x="-2650779" y="-1508644"/>
            <a:ext cx="2642953" cy="3507698"/>
          </a:xfrm>
          <a:prstGeom prst="rect">
            <a:avLst/>
          </a:prstGeom>
          <a:solidFill>
            <a:srgbClr val="E6E6E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37" name="正方形/長方形 36"/>
          <p:cNvSpPr/>
          <p:nvPr userDrawn="1"/>
        </p:nvSpPr>
        <p:spPr>
          <a:xfrm>
            <a:off x="-200669" y="-3521490"/>
            <a:ext cx="11734663" cy="3507698"/>
          </a:xfrm>
          <a:prstGeom prst="rect">
            <a:avLst/>
          </a:prstGeom>
          <a:solidFill>
            <a:srgbClr val="E6E6E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38" name="正方形/長方形 37"/>
          <p:cNvSpPr/>
          <p:nvPr userDrawn="1"/>
        </p:nvSpPr>
        <p:spPr>
          <a:xfrm>
            <a:off x="9918180" y="-2387723"/>
            <a:ext cx="2642953" cy="3507698"/>
          </a:xfrm>
          <a:prstGeom prst="rect">
            <a:avLst/>
          </a:prstGeom>
          <a:solidFill>
            <a:srgbClr val="E6E6E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27" name="楕円 26"/>
          <p:cNvSpPr/>
          <p:nvPr userDrawn="1"/>
        </p:nvSpPr>
        <p:spPr>
          <a:xfrm>
            <a:off x="10081668" y="4975630"/>
            <a:ext cx="340519" cy="417363"/>
          </a:xfrm>
          <a:prstGeom prst="ellipse">
            <a:avLst/>
          </a:prstGeom>
          <a:solidFill>
            <a:srgbClr val="8B945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28" name="楕円 27"/>
          <p:cNvSpPr/>
          <p:nvPr userDrawn="1"/>
        </p:nvSpPr>
        <p:spPr>
          <a:xfrm>
            <a:off x="10081668" y="3641505"/>
            <a:ext cx="340519" cy="417363"/>
          </a:xfrm>
          <a:prstGeom prst="ellipse">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29" name="楕円 28"/>
          <p:cNvSpPr/>
          <p:nvPr userDrawn="1"/>
        </p:nvSpPr>
        <p:spPr>
          <a:xfrm>
            <a:off x="10081668" y="2307380"/>
            <a:ext cx="340519" cy="417363"/>
          </a:xfrm>
          <a:prstGeom prst="ellipse">
            <a:avLst/>
          </a:prstGeom>
          <a:solidFill>
            <a:schemeClr val="bg2">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30" name="楕円 29"/>
          <p:cNvSpPr/>
          <p:nvPr userDrawn="1"/>
        </p:nvSpPr>
        <p:spPr>
          <a:xfrm>
            <a:off x="10081668" y="973255"/>
            <a:ext cx="340519" cy="417363"/>
          </a:xfrm>
          <a:prstGeom prst="ellipse">
            <a:avLst/>
          </a:prstGeom>
          <a:solidFill>
            <a:schemeClr val="bg2">
              <a:lumMod val="2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31" name="四角形吹き出し 30"/>
          <p:cNvSpPr/>
          <p:nvPr userDrawn="1"/>
        </p:nvSpPr>
        <p:spPr>
          <a:xfrm>
            <a:off x="10657068" y="419727"/>
            <a:ext cx="1438387" cy="970890"/>
          </a:xfrm>
          <a:prstGeom prst="wedgeRectCallout">
            <a:avLst>
              <a:gd name="adj1" fmla="val -61477"/>
              <a:gd name="adj2" fmla="val 23901"/>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文字の色</a:t>
            </a:r>
          </a:p>
        </p:txBody>
      </p:sp>
      <p:sp>
        <p:nvSpPr>
          <p:cNvPr id="32" name="四角形吹き出し 31"/>
          <p:cNvSpPr/>
          <p:nvPr userDrawn="1"/>
        </p:nvSpPr>
        <p:spPr>
          <a:xfrm>
            <a:off x="10657068" y="1821934"/>
            <a:ext cx="1438387" cy="970890"/>
          </a:xfrm>
          <a:prstGeom prst="wedgeRectCallout">
            <a:avLst>
              <a:gd name="adj1" fmla="val -61477"/>
              <a:gd name="adj2" fmla="val 23901"/>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やじるしなどの図形の色</a:t>
            </a:r>
          </a:p>
        </p:txBody>
      </p:sp>
      <p:sp>
        <p:nvSpPr>
          <p:cNvPr id="33" name="四角形吹き出し 32"/>
          <p:cNvSpPr/>
          <p:nvPr userDrawn="1"/>
        </p:nvSpPr>
        <p:spPr>
          <a:xfrm>
            <a:off x="10657068" y="4490184"/>
            <a:ext cx="1438387" cy="970890"/>
          </a:xfrm>
          <a:prstGeom prst="wedgeRectCallout">
            <a:avLst>
              <a:gd name="adj1" fmla="val -61477"/>
              <a:gd name="adj2" fmla="val 23901"/>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ベースの色</a:t>
            </a:r>
          </a:p>
        </p:txBody>
      </p:sp>
      <p:sp>
        <p:nvSpPr>
          <p:cNvPr id="34" name="四角形吹き出し 33"/>
          <p:cNvSpPr/>
          <p:nvPr userDrawn="1"/>
        </p:nvSpPr>
        <p:spPr>
          <a:xfrm>
            <a:off x="10657068" y="3156059"/>
            <a:ext cx="1438387" cy="970890"/>
          </a:xfrm>
          <a:prstGeom prst="wedgeRectCallout">
            <a:avLst>
              <a:gd name="adj1" fmla="val -61477"/>
              <a:gd name="adj2" fmla="val 23901"/>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強調の色</a:t>
            </a:r>
          </a:p>
        </p:txBody>
      </p:sp>
      <p:sp>
        <p:nvSpPr>
          <p:cNvPr id="39" name="四角形吹き出し 38"/>
          <p:cNvSpPr/>
          <p:nvPr userDrawn="1"/>
        </p:nvSpPr>
        <p:spPr>
          <a:xfrm>
            <a:off x="-2959618" y="-919028"/>
            <a:ext cx="2448136" cy="1838056"/>
          </a:xfrm>
          <a:prstGeom prst="wedgeRectCallout">
            <a:avLst>
              <a:gd name="adj1" fmla="val 68120"/>
              <a:gd name="adj2" fmla="val 16336"/>
            </a:avLst>
          </a:prstGeom>
          <a:solidFill>
            <a:srgbClr val="07628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タイトル（目次と対応させてください。）</a:t>
            </a:r>
            <a:endParaRPr kumimoji="1" lang="en-US" altLang="ja-JP" sz="1463" dirty="0"/>
          </a:p>
          <a:p>
            <a:pPr algn="ctr"/>
            <a:r>
              <a:rPr kumimoji="1" lang="ja-JP" altLang="en-US" sz="1463" dirty="0"/>
              <a:t>フォント：メイリオ見出し</a:t>
            </a:r>
            <a:endParaRPr kumimoji="1" lang="en-US" altLang="ja-JP" sz="1463" dirty="0"/>
          </a:p>
          <a:p>
            <a:pPr algn="ctr"/>
            <a:r>
              <a:rPr lang="ja-JP" altLang="en-US" sz="1463" dirty="0"/>
              <a:t>サイズ：</a:t>
            </a:r>
            <a:r>
              <a:rPr lang="en-US" altLang="ja-JP" sz="1463" dirty="0"/>
              <a:t>48</a:t>
            </a:r>
          </a:p>
          <a:p>
            <a:pPr algn="ctr"/>
            <a:r>
              <a:rPr lang="ja-JP" altLang="en-US" sz="1463" dirty="0"/>
              <a:t>ボールド</a:t>
            </a:r>
            <a:endParaRPr lang="en-US" altLang="ja-JP" sz="1463" dirty="0"/>
          </a:p>
          <a:p>
            <a:pPr algn="ctr"/>
            <a:r>
              <a:rPr lang="ja-JP" altLang="en-US" sz="1463" dirty="0"/>
              <a:t>真ん中寄せ</a:t>
            </a:r>
            <a:endParaRPr kumimoji="1" lang="en-US" altLang="ja-JP" sz="1463" dirty="0"/>
          </a:p>
        </p:txBody>
      </p:sp>
      <p:sp>
        <p:nvSpPr>
          <p:cNvPr id="45" name="四角形吹き出し 44"/>
          <p:cNvSpPr/>
          <p:nvPr userDrawn="1"/>
        </p:nvSpPr>
        <p:spPr>
          <a:xfrm>
            <a:off x="-2933551" y="2899809"/>
            <a:ext cx="2448136" cy="1838056"/>
          </a:xfrm>
          <a:prstGeom prst="wedgeRectCallout">
            <a:avLst>
              <a:gd name="adj1" fmla="val 68120"/>
              <a:gd name="adj2" fmla="val 16336"/>
            </a:avLst>
          </a:prstGeom>
          <a:solidFill>
            <a:srgbClr val="07628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小見出し</a:t>
            </a:r>
            <a:endParaRPr kumimoji="1" lang="en-US" altLang="ja-JP" sz="1463" dirty="0"/>
          </a:p>
          <a:p>
            <a:pPr algn="ctr"/>
            <a:r>
              <a:rPr kumimoji="1" lang="ja-JP" altLang="en-US" sz="1463" dirty="0"/>
              <a:t>フォント：メイリオ本文</a:t>
            </a:r>
            <a:endParaRPr kumimoji="1" lang="en-US" altLang="ja-JP" sz="1463" dirty="0"/>
          </a:p>
          <a:p>
            <a:pPr algn="ctr"/>
            <a:r>
              <a:rPr lang="ja-JP" altLang="en-US" sz="1463" dirty="0"/>
              <a:t>サイズ：</a:t>
            </a:r>
            <a:r>
              <a:rPr lang="en-US" altLang="ja-JP" sz="1463" dirty="0"/>
              <a:t>32</a:t>
            </a:r>
          </a:p>
          <a:p>
            <a:pPr algn="ctr"/>
            <a:r>
              <a:rPr lang="ja-JP" altLang="en-US" sz="1463" dirty="0"/>
              <a:t>ボールド</a:t>
            </a:r>
            <a:endParaRPr lang="en-US" altLang="ja-JP" sz="1463" dirty="0"/>
          </a:p>
          <a:p>
            <a:pPr algn="ctr"/>
            <a:r>
              <a:rPr kumimoji="1" lang="ja-JP" altLang="en-US" sz="1463" dirty="0"/>
              <a:t>左寄せ</a:t>
            </a:r>
            <a:endParaRPr kumimoji="1" lang="en-US" altLang="ja-JP" sz="1463" dirty="0"/>
          </a:p>
        </p:txBody>
      </p:sp>
      <p:sp>
        <p:nvSpPr>
          <p:cNvPr id="46" name="四角形吹き出し 45"/>
          <p:cNvSpPr/>
          <p:nvPr userDrawn="1"/>
        </p:nvSpPr>
        <p:spPr>
          <a:xfrm>
            <a:off x="-2933551" y="4895865"/>
            <a:ext cx="2448136" cy="1838056"/>
          </a:xfrm>
          <a:prstGeom prst="wedgeRectCallout">
            <a:avLst>
              <a:gd name="adj1" fmla="val 68617"/>
              <a:gd name="adj2" fmla="val -24441"/>
            </a:avLst>
          </a:prstGeom>
          <a:solidFill>
            <a:srgbClr val="07628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本文</a:t>
            </a:r>
            <a:endParaRPr kumimoji="1" lang="en-US" altLang="ja-JP" sz="1463" dirty="0"/>
          </a:p>
          <a:p>
            <a:pPr algn="ctr"/>
            <a:r>
              <a:rPr kumimoji="1" lang="ja-JP" altLang="en-US" sz="1463" dirty="0"/>
              <a:t>フォント：メイリオ本文</a:t>
            </a:r>
            <a:endParaRPr kumimoji="1" lang="en-US" altLang="ja-JP" sz="1463" dirty="0"/>
          </a:p>
          <a:p>
            <a:pPr algn="ctr"/>
            <a:r>
              <a:rPr lang="ja-JP" altLang="en-US" sz="1463" dirty="0"/>
              <a:t>サイズ：</a:t>
            </a:r>
            <a:r>
              <a:rPr lang="en-US" altLang="ja-JP" sz="1463" dirty="0"/>
              <a:t>18</a:t>
            </a:r>
          </a:p>
          <a:p>
            <a:pPr algn="ctr"/>
            <a:r>
              <a:rPr kumimoji="1" lang="ja-JP" altLang="en-US" sz="1463" dirty="0"/>
              <a:t>左寄せ</a:t>
            </a:r>
            <a:endParaRPr kumimoji="1" lang="en-US" altLang="ja-JP" sz="1463" dirty="0"/>
          </a:p>
        </p:txBody>
      </p:sp>
      <p:sp>
        <p:nvSpPr>
          <p:cNvPr id="23" name="四角形吹き出し 22"/>
          <p:cNvSpPr/>
          <p:nvPr userDrawn="1"/>
        </p:nvSpPr>
        <p:spPr>
          <a:xfrm>
            <a:off x="10657068" y="5752795"/>
            <a:ext cx="1645113" cy="970890"/>
          </a:xfrm>
          <a:prstGeom prst="wedgeRectCallout">
            <a:avLst>
              <a:gd name="adj1" fmla="val -62408"/>
              <a:gd name="adj2" fmla="val 9477"/>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この赤ガイド線内に収まるように作成してください</a:t>
            </a:r>
          </a:p>
        </p:txBody>
      </p:sp>
    </p:spTree>
    <p:extLst>
      <p:ext uri="{BB962C8B-B14F-4D97-AF65-F5344CB8AC3E}">
        <p14:creationId xmlns:p14="http://schemas.microsoft.com/office/powerpoint/2010/main" val="3576358992"/>
      </p:ext>
    </p:extLst>
  </p:cSld>
  <p:clrMapOvr>
    <a:masterClrMapping/>
  </p:clrMapOvr>
  <p:hf hdr="0" ftr="0" dt="0"/>
  <p:extLst>
    <p:ext uri="{DCECCB84-F9BA-43D5-87BE-67443E8EF086}">
      <p15:sldGuideLst xmlns:p15="http://schemas.microsoft.com/office/powerpoint/2012/main">
        <p15:guide id="1" orient="horz" pos="2160">
          <p15:clr>
            <a:srgbClr val="000000"/>
          </p15:clr>
        </p15:guide>
        <p15:guide id="2" pos="3840">
          <p15:clr>
            <a:srgbClr val="000000"/>
          </p15:clr>
        </p15:guide>
      </p15:sldGuideLst>
    </p:ext>
  </p:extLst>
</p:sldLayout>
</file>

<file path=ppt/slideLayouts/slideLayout43.xml><?xml version="1.0" encoding="utf-8"?>
<p:sldLayout xmlns:a="http://schemas.openxmlformats.org/drawingml/2006/main" xmlns:r="http://schemas.openxmlformats.org/officeDocument/2006/relationships" xmlns:p="http://schemas.openxmlformats.org/presentationml/2006/main" userDrawn="1">
  <p:cSld name="31_タイトルとコンテンツ">
    <p:spTree>
      <p:nvGrpSpPr>
        <p:cNvPr id="1" name=""/>
        <p:cNvGrpSpPr/>
        <p:nvPr/>
      </p:nvGrpSpPr>
      <p:grpSpPr>
        <a:xfrm>
          <a:off x="0" y="0"/>
          <a:ext cx="0" cy="0"/>
          <a:chOff x="0" y="0"/>
          <a:chExt cx="0" cy="0"/>
        </a:xfrm>
      </p:grpSpPr>
      <p:graphicFrame>
        <p:nvGraphicFramePr>
          <p:cNvPr id="26" name="表 25"/>
          <p:cNvGraphicFramePr>
            <a:graphicFrameLocks noGrp="1"/>
          </p:cNvGraphicFramePr>
          <p:nvPr userDrawn="1"/>
        </p:nvGraphicFramePr>
        <p:xfrm>
          <a:off x="0" y="727606"/>
          <a:ext cx="438463" cy="5882490"/>
        </p:xfrm>
        <a:graphic>
          <a:graphicData uri="http://schemas.openxmlformats.org/drawingml/2006/table">
            <a:tbl>
              <a:tblPr firstRow="1" bandRow="1">
                <a:tableStyleId>{5C22544A-7EE6-4342-B048-85BDC9FD1C3A}</a:tableStyleId>
              </a:tblPr>
              <a:tblGrid>
                <a:gridCol w="438463">
                  <a:extLst>
                    <a:ext uri="{9D8B030D-6E8A-4147-A177-3AD203B41FA5}">
                      <a16:colId xmlns:a16="http://schemas.microsoft.com/office/drawing/2014/main" val="2456847792"/>
                    </a:ext>
                  </a:extLst>
                </a:gridCol>
              </a:tblGrid>
              <a:tr h="980415">
                <a:tc>
                  <a:txBody>
                    <a:bodyPr/>
                    <a:lstStyle/>
                    <a:p>
                      <a:pPr algn="ctr"/>
                      <a:r>
                        <a:rPr kumimoji="1" lang="ja-JP" altLang="en-US" sz="1100" b="1" dirty="0">
                          <a:solidFill>
                            <a:schemeClr val="bg1"/>
                          </a:solidFill>
                        </a:rPr>
                        <a:t>①タイトル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1512206185"/>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②タイトル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2631667891"/>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③タイトル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627911894"/>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④タイトル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2091809632"/>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⑤タイトル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1750606519"/>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⑥タイトル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149417652"/>
                  </a:ext>
                </a:extLst>
              </a:tr>
            </a:tbl>
          </a:graphicData>
        </a:graphic>
      </p:graphicFrame>
      <p:sp>
        <p:nvSpPr>
          <p:cNvPr id="35" name="正方形/長方形 34"/>
          <p:cNvSpPr/>
          <p:nvPr userDrawn="1"/>
        </p:nvSpPr>
        <p:spPr>
          <a:xfrm>
            <a:off x="85255" y="1119975"/>
            <a:ext cx="267950" cy="5341188"/>
          </a:xfrm>
          <a:prstGeom prst="rect">
            <a:avLst/>
          </a:prstGeom>
          <a:solidFill>
            <a:srgbClr val="FF00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vert="eaVert" rtlCol="0" anchor="ctr"/>
          <a:lstStyle/>
          <a:p>
            <a:pPr algn="ctr"/>
            <a:r>
              <a:rPr kumimoji="1" lang="ja-JP" altLang="en-US" sz="1463" dirty="0"/>
              <a:t>こちらで変更します。</a:t>
            </a:r>
          </a:p>
        </p:txBody>
      </p:sp>
      <p:sp>
        <p:nvSpPr>
          <p:cNvPr id="8" name="正方形/長方形 7"/>
          <p:cNvSpPr/>
          <p:nvPr userDrawn="1"/>
        </p:nvSpPr>
        <p:spPr>
          <a:xfrm>
            <a:off x="0" y="6610097"/>
            <a:ext cx="9906000" cy="24765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7" name="Text Box 31"/>
          <p:cNvSpPr txBox="1">
            <a:spLocks noChangeArrowheads="1"/>
          </p:cNvSpPr>
          <p:nvPr userDrawn="1"/>
        </p:nvSpPr>
        <p:spPr bwMode="auto">
          <a:xfrm>
            <a:off x="42215" y="6580034"/>
            <a:ext cx="4206531" cy="267446"/>
          </a:xfrm>
          <a:prstGeom prst="rect">
            <a:avLst/>
          </a:prstGeom>
          <a:noFill/>
          <a:ln w="9525">
            <a:noFill/>
            <a:miter lim="800000"/>
            <a:headEnd/>
            <a:tailEnd/>
          </a:ln>
          <a:effectLst/>
        </p:spPr>
        <p:txBody>
          <a:bodyPr wrap="square">
            <a:spAutoFit/>
          </a:bodyPr>
          <a:lstStyle/>
          <a:p>
            <a:pPr>
              <a:defRPr/>
            </a:pPr>
            <a:r>
              <a:rPr lang="en-US" altLang="ja-JP" sz="1138" b="1" dirty="0" err="1">
                <a:solidFill>
                  <a:schemeClr val="bg1"/>
                </a:solidFill>
                <a:latin typeface="Monotype Corsiva" pitchFamily="66" charset="0"/>
                <a:ea typeface="HGP創英角ｺﾞｼｯｸUB" pitchFamily="50" charset="-128"/>
              </a:rPr>
              <a:t>Copyright©Funai</a:t>
            </a:r>
            <a:r>
              <a:rPr lang="en-US" altLang="ja-JP" sz="1138" b="1" dirty="0">
                <a:solidFill>
                  <a:schemeClr val="bg1"/>
                </a:solidFill>
                <a:latin typeface="Monotype Corsiva" pitchFamily="66" charset="0"/>
                <a:ea typeface="HGP創英角ｺﾞｼｯｸUB" pitchFamily="50" charset="-128"/>
              </a:rPr>
              <a:t> Consulting Incorporated </a:t>
            </a:r>
            <a:r>
              <a:rPr lang="ja-JP" altLang="en-US" sz="1138" b="1" dirty="0">
                <a:solidFill>
                  <a:schemeClr val="bg1"/>
                </a:solidFill>
                <a:latin typeface="Monotype Corsiva" pitchFamily="66" charset="0"/>
                <a:ea typeface="HGP創英角ｺﾞｼｯｸUB" pitchFamily="50" charset="-128"/>
              </a:rPr>
              <a:t>　　（</a:t>
            </a:r>
            <a:r>
              <a:rPr lang="en-US" altLang="ja-JP" sz="1138" b="1" dirty="0" err="1">
                <a:solidFill>
                  <a:schemeClr val="bg1"/>
                </a:solidFill>
                <a:latin typeface="Monotype Corsiva" pitchFamily="66" charset="0"/>
                <a:ea typeface="HGP創英角ｺﾞｼｯｸUB" pitchFamily="50" charset="-128"/>
              </a:rPr>
              <a:t>Funai</a:t>
            </a:r>
            <a:r>
              <a:rPr lang="en-US" altLang="ja-JP" sz="1138" b="1" dirty="0">
                <a:solidFill>
                  <a:schemeClr val="bg1"/>
                </a:solidFill>
                <a:latin typeface="Monotype Corsiva" pitchFamily="66" charset="0"/>
                <a:ea typeface="HGP創英角ｺﾞｼｯｸUB" pitchFamily="50" charset="-128"/>
              </a:rPr>
              <a:t> Consulting</a:t>
            </a:r>
            <a:r>
              <a:rPr lang="ja-JP" altLang="en-US" sz="1138" b="1" dirty="0">
                <a:solidFill>
                  <a:schemeClr val="bg1"/>
                </a:solidFill>
                <a:latin typeface="Monotype Corsiva" pitchFamily="66" charset="0"/>
                <a:ea typeface="HGP創英角ｺﾞｼｯｸUB" pitchFamily="50" charset="-128"/>
              </a:rPr>
              <a:t> </a:t>
            </a:r>
            <a:r>
              <a:rPr lang="en-US" altLang="ja-JP" sz="1138" b="1" dirty="0">
                <a:solidFill>
                  <a:schemeClr val="bg1"/>
                </a:solidFill>
                <a:latin typeface="Monotype Corsiva" pitchFamily="66" charset="0"/>
                <a:ea typeface="HGP創英角ｺﾞｼｯｸUB" pitchFamily="50" charset="-128"/>
              </a:rPr>
              <a:t>Inc.</a:t>
            </a:r>
            <a:r>
              <a:rPr lang="ja-JP" altLang="en-US" sz="1138" b="1" dirty="0">
                <a:solidFill>
                  <a:schemeClr val="bg1"/>
                </a:solidFill>
                <a:latin typeface="Monotype Corsiva" pitchFamily="66" charset="0"/>
                <a:ea typeface="HGP創英角ｺﾞｼｯｸUB" pitchFamily="50" charset="-128"/>
              </a:rPr>
              <a:t>）</a:t>
            </a:r>
            <a:endParaRPr lang="en-US" altLang="ja-JP" sz="1138" b="1" dirty="0">
              <a:solidFill>
                <a:schemeClr val="bg1"/>
              </a:solidFill>
              <a:latin typeface="Monotype Corsiva" pitchFamily="66" charset="0"/>
              <a:ea typeface="HGP創英角ｺﾞｼｯｸUB" pitchFamily="50" charset="-128"/>
            </a:endParaRPr>
          </a:p>
        </p:txBody>
      </p:sp>
      <p:sp>
        <p:nvSpPr>
          <p:cNvPr id="12" name="スライド番号プレースホルダー 11"/>
          <p:cNvSpPr>
            <a:spLocks noGrp="1"/>
          </p:cNvSpPr>
          <p:nvPr>
            <p:ph type="sldNum" sz="quarter" idx="12"/>
          </p:nvPr>
        </p:nvSpPr>
        <p:spPr>
          <a:xfrm>
            <a:off x="7677150" y="6551360"/>
            <a:ext cx="2228850" cy="365125"/>
          </a:xfrm>
        </p:spPr>
        <p:txBody>
          <a:bodyPr/>
          <a:lstStyle>
            <a:lvl1pPr>
              <a:defRPr sz="1300" b="1">
                <a:solidFill>
                  <a:schemeClr val="bg1"/>
                </a:solidFill>
              </a:defRPr>
            </a:lvl1pPr>
          </a:lstStyle>
          <a:p>
            <a:fld id="{85FC83C8-0BB2-4721-BA19-3C9CC69276E3}" type="slidenum">
              <a:rPr lang="ja-JP" altLang="en-US" smtClean="0"/>
              <a:pPr/>
              <a:t>‹#›</a:t>
            </a:fld>
            <a:endParaRPr lang="ja-JP" altLang="en-US"/>
          </a:p>
        </p:txBody>
      </p:sp>
      <p:sp>
        <p:nvSpPr>
          <p:cNvPr id="22" name="楕円 21"/>
          <p:cNvSpPr/>
          <p:nvPr userDrawn="1"/>
        </p:nvSpPr>
        <p:spPr>
          <a:xfrm>
            <a:off x="-2244328" y="-788766"/>
            <a:ext cx="14437221" cy="1759809"/>
          </a:xfrm>
          <a:prstGeom prst="ellipse">
            <a:avLst/>
          </a:prstGeom>
          <a:solidFill>
            <a:srgbClr val="8B945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24" name="タイトル 1"/>
          <p:cNvSpPr>
            <a:spLocks noGrp="1"/>
          </p:cNvSpPr>
          <p:nvPr>
            <p:ph type="title"/>
          </p:nvPr>
        </p:nvSpPr>
        <p:spPr>
          <a:xfrm>
            <a:off x="255770" y="245205"/>
            <a:ext cx="9378221" cy="605918"/>
          </a:xfrm>
        </p:spPr>
        <p:txBody>
          <a:bodyPr>
            <a:noAutofit/>
          </a:bodyPr>
          <a:lstStyle>
            <a:lvl1pPr algn="ctr">
              <a:defRPr sz="3900" b="1">
                <a:solidFill>
                  <a:schemeClr val="bg1"/>
                </a:solidFill>
              </a:defRPr>
            </a:lvl1pPr>
          </a:lstStyle>
          <a:p>
            <a:r>
              <a:rPr kumimoji="1" lang="ja-JP" altLang="en-US" dirty="0"/>
              <a:t>マスター タイトルの書式設定</a:t>
            </a:r>
          </a:p>
        </p:txBody>
      </p:sp>
      <p:sp>
        <p:nvSpPr>
          <p:cNvPr id="36" name="正方形/長方形 35"/>
          <p:cNvSpPr/>
          <p:nvPr userDrawn="1"/>
        </p:nvSpPr>
        <p:spPr>
          <a:xfrm>
            <a:off x="-2650779" y="-1508644"/>
            <a:ext cx="2642953" cy="3507698"/>
          </a:xfrm>
          <a:prstGeom prst="rect">
            <a:avLst/>
          </a:prstGeom>
          <a:solidFill>
            <a:srgbClr val="E6E6E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37" name="正方形/長方形 36"/>
          <p:cNvSpPr/>
          <p:nvPr userDrawn="1"/>
        </p:nvSpPr>
        <p:spPr>
          <a:xfrm>
            <a:off x="-200669" y="-3521490"/>
            <a:ext cx="11734663" cy="3507698"/>
          </a:xfrm>
          <a:prstGeom prst="rect">
            <a:avLst/>
          </a:prstGeom>
          <a:solidFill>
            <a:srgbClr val="E6E6E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38" name="正方形/長方形 37"/>
          <p:cNvSpPr/>
          <p:nvPr userDrawn="1"/>
        </p:nvSpPr>
        <p:spPr>
          <a:xfrm>
            <a:off x="9918180" y="-2387723"/>
            <a:ext cx="2642953" cy="3507698"/>
          </a:xfrm>
          <a:prstGeom prst="rect">
            <a:avLst/>
          </a:prstGeom>
          <a:solidFill>
            <a:srgbClr val="E6E6E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27" name="楕円 26"/>
          <p:cNvSpPr/>
          <p:nvPr userDrawn="1"/>
        </p:nvSpPr>
        <p:spPr>
          <a:xfrm>
            <a:off x="10081668" y="4975630"/>
            <a:ext cx="340519" cy="417363"/>
          </a:xfrm>
          <a:prstGeom prst="ellipse">
            <a:avLst/>
          </a:prstGeom>
          <a:solidFill>
            <a:srgbClr val="8B945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28" name="楕円 27"/>
          <p:cNvSpPr/>
          <p:nvPr userDrawn="1"/>
        </p:nvSpPr>
        <p:spPr>
          <a:xfrm>
            <a:off x="10081668" y="3641505"/>
            <a:ext cx="340519" cy="417363"/>
          </a:xfrm>
          <a:prstGeom prst="ellipse">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29" name="楕円 28"/>
          <p:cNvSpPr/>
          <p:nvPr userDrawn="1"/>
        </p:nvSpPr>
        <p:spPr>
          <a:xfrm>
            <a:off x="10081668" y="2307380"/>
            <a:ext cx="340519" cy="417363"/>
          </a:xfrm>
          <a:prstGeom prst="ellipse">
            <a:avLst/>
          </a:prstGeom>
          <a:solidFill>
            <a:schemeClr val="bg2">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30" name="楕円 29"/>
          <p:cNvSpPr/>
          <p:nvPr userDrawn="1"/>
        </p:nvSpPr>
        <p:spPr>
          <a:xfrm>
            <a:off x="10081668" y="973255"/>
            <a:ext cx="340519" cy="417363"/>
          </a:xfrm>
          <a:prstGeom prst="ellipse">
            <a:avLst/>
          </a:prstGeom>
          <a:solidFill>
            <a:schemeClr val="bg2">
              <a:lumMod val="2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31" name="四角形吹き出し 30"/>
          <p:cNvSpPr/>
          <p:nvPr userDrawn="1"/>
        </p:nvSpPr>
        <p:spPr>
          <a:xfrm>
            <a:off x="10657068" y="419727"/>
            <a:ext cx="1438387" cy="970890"/>
          </a:xfrm>
          <a:prstGeom prst="wedgeRectCallout">
            <a:avLst>
              <a:gd name="adj1" fmla="val -61477"/>
              <a:gd name="adj2" fmla="val 23901"/>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文字の色</a:t>
            </a:r>
          </a:p>
        </p:txBody>
      </p:sp>
      <p:sp>
        <p:nvSpPr>
          <p:cNvPr id="32" name="四角形吹き出し 31"/>
          <p:cNvSpPr/>
          <p:nvPr userDrawn="1"/>
        </p:nvSpPr>
        <p:spPr>
          <a:xfrm>
            <a:off x="10657068" y="1821934"/>
            <a:ext cx="1438387" cy="970890"/>
          </a:xfrm>
          <a:prstGeom prst="wedgeRectCallout">
            <a:avLst>
              <a:gd name="adj1" fmla="val -61477"/>
              <a:gd name="adj2" fmla="val 23901"/>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やじるしなどの図形の色</a:t>
            </a:r>
          </a:p>
        </p:txBody>
      </p:sp>
      <p:sp>
        <p:nvSpPr>
          <p:cNvPr id="33" name="四角形吹き出し 32"/>
          <p:cNvSpPr/>
          <p:nvPr userDrawn="1"/>
        </p:nvSpPr>
        <p:spPr>
          <a:xfrm>
            <a:off x="10657068" y="4490184"/>
            <a:ext cx="1438387" cy="970890"/>
          </a:xfrm>
          <a:prstGeom prst="wedgeRectCallout">
            <a:avLst>
              <a:gd name="adj1" fmla="val -61477"/>
              <a:gd name="adj2" fmla="val 23901"/>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ベースの色</a:t>
            </a:r>
          </a:p>
        </p:txBody>
      </p:sp>
      <p:sp>
        <p:nvSpPr>
          <p:cNvPr id="34" name="四角形吹き出し 33"/>
          <p:cNvSpPr/>
          <p:nvPr userDrawn="1"/>
        </p:nvSpPr>
        <p:spPr>
          <a:xfrm>
            <a:off x="10657068" y="3156059"/>
            <a:ext cx="1438387" cy="970890"/>
          </a:xfrm>
          <a:prstGeom prst="wedgeRectCallout">
            <a:avLst>
              <a:gd name="adj1" fmla="val -61477"/>
              <a:gd name="adj2" fmla="val 23901"/>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強調の色</a:t>
            </a:r>
          </a:p>
        </p:txBody>
      </p:sp>
      <p:sp>
        <p:nvSpPr>
          <p:cNvPr id="39" name="四角形吹き出し 38"/>
          <p:cNvSpPr/>
          <p:nvPr userDrawn="1"/>
        </p:nvSpPr>
        <p:spPr>
          <a:xfrm>
            <a:off x="-2959618" y="-919028"/>
            <a:ext cx="2448136" cy="1838056"/>
          </a:xfrm>
          <a:prstGeom prst="wedgeRectCallout">
            <a:avLst>
              <a:gd name="adj1" fmla="val 68120"/>
              <a:gd name="adj2" fmla="val 16336"/>
            </a:avLst>
          </a:prstGeom>
          <a:solidFill>
            <a:srgbClr val="07628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タイトル（目次と対応させてください。）</a:t>
            </a:r>
            <a:endParaRPr kumimoji="1" lang="en-US" altLang="ja-JP" sz="1463" dirty="0"/>
          </a:p>
          <a:p>
            <a:pPr algn="ctr"/>
            <a:r>
              <a:rPr kumimoji="1" lang="ja-JP" altLang="en-US" sz="1463" dirty="0"/>
              <a:t>フォント：メイリオ見出し</a:t>
            </a:r>
            <a:endParaRPr kumimoji="1" lang="en-US" altLang="ja-JP" sz="1463" dirty="0"/>
          </a:p>
          <a:p>
            <a:pPr algn="ctr"/>
            <a:r>
              <a:rPr lang="ja-JP" altLang="en-US" sz="1463" dirty="0"/>
              <a:t>サイズ：</a:t>
            </a:r>
            <a:r>
              <a:rPr lang="en-US" altLang="ja-JP" sz="1463" dirty="0"/>
              <a:t>48</a:t>
            </a:r>
          </a:p>
          <a:p>
            <a:pPr algn="ctr"/>
            <a:r>
              <a:rPr lang="ja-JP" altLang="en-US" sz="1463" dirty="0"/>
              <a:t>ボールド</a:t>
            </a:r>
            <a:endParaRPr lang="en-US" altLang="ja-JP" sz="1463" dirty="0"/>
          </a:p>
          <a:p>
            <a:pPr algn="ctr"/>
            <a:r>
              <a:rPr lang="ja-JP" altLang="en-US" sz="1463" dirty="0"/>
              <a:t>真ん中寄せ</a:t>
            </a:r>
            <a:endParaRPr kumimoji="1" lang="en-US" altLang="ja-JP" sz="1463" dirty="0"/>
          </a:p>
        </p:txBody>
      </p:sp>
      <p:sp>
        <p:nvSpPr>
          <p:cNvPr id="45" name="四角形吹き出し 44"/>
          <p:cNvSpPr/>
          <p:nvPr userDrawn="1"/>
        </p:nvSpPr>
        <p:spPr>
          <a:xfrm>
            <a:off x="-2933551" y="2899809"/>
            <a:ext cx="2448136" cy="1838056"/>
          </a:xfrm>
          <a:prstGeom prst="wedgeRectCallout">
            <a:avLst>
              <a:gd name="adj1" fmla="val 68120"/>
              <a:gd name="adj2" fmla="val 16336"/>
            </a:avLst>
          </a:prstGeom>
          <a:solidFill>
            <a:srgbClr val="07628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小見出し</a:t>
            </a:r>
            <a:endParaRPr kumimoji="1" lang="en-US" altLang="ja-JP" sz="1463" dirty="0"/>
          </a:p>
          <a:p>
            <a:pPr algn="ctr"/>
            <a:r>
              <a:rPr kumimoji="1" lang="ja-JP" altLang="en-US" sz="1463" dirty="0"/>
              <a:t>フォント：メイリオ本文</a:t>
            </a:r>
            <a:endParaRPr kumimoji="1" lang="en-US" altLang="ja-JP" sz="1463" dirty="0"/>
          </a:p>
          <a:p>
            <a:pPr algn="ctr"/>
            <a:r>
              <a:rPr lang="ja-JP" altLang="en-US" sz="1463" dirty="0"/>
              <a:t>サイズ：</a:t>
            </a:r>
            <a:r>
              <a:rPr lang="en-US" altLang="ja-JP" sz="1463" dirty="0"/>
              <a:t>32</a:t>
            </a:r>
          </a:p>
          <a:p>
            <a:pPr algn="ctr"/>
            <a:r>
              <a:rPr lang="ja-JP" altLang="en-US" sz="1463" dirty="0"/>
              <a:t>ボールド</a:t>
            </a:r>
            <a:endParaRPr lang="en-US" altLang="ja-JP" sz="1463" dirty="0"/>
          </a:p>
          <a:p>
            <a:pPr algn="ctr"/>
            <a:r>
              <a:rPr kumimoji="1" lang="ja-JP" altLang="en-US" sz="1463" dirty="0"/>
              <a:t>左寄せ</a:t>
            </a:r>
            <a:endParaRPr kumimoji="1" lang="en-US" altLang="ja-JP" sz="1463" dirty="0"/>
          </a:p>
        </p:txBody>
      </p:sp>
      <p:sp>
        <p:nvSpPr>
          <p:cNvPr id="46" name="四角形吹き出し 45"/>
          <p:cNvSpPr/>
          <p:nvPr userDrawn="1"/>
        </p:nvSpPr>
        <p:spPr>
          <a:xfrm>
            <a:off x="-2933551" y="4895865"/>
            <a:ext cx="2448136" cy="1838056"/>
          </a:xfrm>
          <a:prstGeom prst="wedgeRectCallout">
            <a:avLst>
              <a:gd name="adj1" fmla="val 68617"/>
              <a:gd name="adj2" fmla="val -24441"/>
            </a:avLst>
          </a:prstGeom>
          <a:solidFill>
            <a:srgbClr val="07628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本文</a:t>
            </a:r>
            <a:endParaRPr kumimoji="1" lang="en-US" altLang="ja-JP" sz="1463" dirty="0"/>
          </a:p>
          <a:p>
            <a:pPr algn="ctr"/>
            <a:r>
              <a:rPr kumimoji="1" lang="ja-JP" altLang="en-US" sz="1463" dirty="0"/>
              <a:t>フォント：メイリオ本文</a:t>
            </a:r>
            <a:endParaRPr kumimoji="1" lang="en-US" altLang="ja-JP" sz="1463" dirty="0"/>
          </a:p>
          <a:p>
            <a:pPr algn="ctr"/>
            <a:r>
              <a:rPr lang="ja-JP" altLang="en-US" sz="1463" dirty="0"/>
              <a:t>サイズ：</a:t>
            </a:r>
            <a:r>
              <a:rPr lang="en-US" altLang="ja-JP" sz="1463" dirty="0"/>
              <a:t>18</a:t>
            </a:r>
          </a:p>
          <a:p>
            <a:pPr algn="ctr"/>
            <a:r>
              <a:rPr kumimoji="1" lang="ja-JP" altLang="en-US" sz="1463" dirty="0"/>
              <a:t>左寄せ</a:t>
            </a:r>
            <a:endParaRPr kumimoji="1" lang="en-US" altLang="ja-JP" sz="1463" dirty="0"/>
          </a:p>
        </p:txBody>
      </p:sp>
      <p:sp>
        <p:nvSpPr>
          <p:cNvPr id="23" name="四角形吹き出し 22"/>
          <p:cNvSpPr/>
          <p:nvPr userDrawn="1"/>
        </p:nvSpPr>
        <p:spPr>
          <a:xfrm>
            <a:off x="10657068" y="5752795"/>
            <a:ext cx="1645113" cy="970890"/>
          </a:xfrm>
          <a:prstGeom prst="wedgeRectCallout">
            <a:avLst>
              <a:gd name="adj1" fmla="val -62408"/>
              <a:gd name="adj2" fmla="val 9477"/>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この赤ガイド線内に収まるように作成してください</a:t>
            </a:r>
          </a:p>
        </p:txBody>
      </p:sp>
    </p:spTree>
    <p:extLst>
      <p:ext uri="{BB962C8B-B14F-4D97-AF65-F5344CB8AC3E}">
        <p14:creationId xmlns:p14="http://schemas.microsoft.com/office/powerpoint/2010/main" val="10441640"/>
      </p:ext>
    </p:extLst>
  </p:cSld>
  <p:clrMapOvr>
    <a:masterClrMapping/>
  </p:clrMapOvr>
  <p:hf hdr="0" ftr="0" dt="0"/>
  <p:extLst>
    <p:ext uri="{DCECCB84-F9BA-43D5-87BE-67443E8EF086}">
      <p15:sldGuideLst xmlns:p15="http://schemas.microsoft.com/office/powerpoint/2012/main">
        <p15:guide id="1" orient="horz" pos="2160">
          <p15:clr>
            <a:srgbClr val="000000"/>
          </p15:clr>
        </p15:guide>
        <p15:guide id="2" pos="3840">
          <p15:clr>
            <a:srgbClr val="000000"/>
          </p15:clr>
        </p15:guide>
      </p15:sldGuideLst>
    </p:ext>
  </p:extLst>
</p:sldLayout>
</file>

<file path=ppt/slideLayouts/slideLayout44.xml><?xml version="1.0" encoding="utf-8"?>
<p:sldLayout xmlns:a="http://schemas.openxmlformats.org/drawingml/2006/main" xmlns:r="http://schemas.openxmlformats.org/officeDocument/2006/relationships" xmlns:p="http://schemas.openxmlformats.org/presentationml/2006/main" userDrawn="1">
  <p:cSld name="32_タイトルとコンテンツ">
    <p:spTree>
      <p:nvGrpSpPr>
        <p:cNvPr id="1" name=""/>
        <p:cNvGrpSpPr/>
        <p:nvPr/>
      </p:nvGrpSpPr>
      <p:grpSpPr>
        <a:xfrm>
          <a:off x="0" y="0"/>
          <a:ext cx="0" cy="0"/>
          <a:chOff x="0" y="0"/>
          <a:chExt cx="0" cy="0"/>
        </a:xfrm>
      </p:grpSpPr>
      <p:graphicFrame>
        <p:nvGraphicFramePr>
          <p:cNvPr id="26" name="表 25"/>
          <p:cNvGraphicFramePr>
            <a:graphicFrameLocks noGrp="1"/>
          </p:cNvGraphicFramePr>
          <p:nvPr userDrawn="1"/>
        </p:nvGraphicFramePr>
        <p:xfrm>
          <a:off x="0" y="727606"/>
          <a:ext cx="438463" cy="5882490"/>
        </p:xfrm>
        <a:graphic>
          <a:graphicData uri="http://schemas.openxmlformats.org/drawingml/2006/table">
            <a:tbl>
              <a:tblPr firstRow="1" bandRow="1">
                <a:tableStyleId>{5C22544A-7EE6-4342-B048-85BDC9FD1C3A}</a:tableStyleId>
              </a:tblPr>
              <a:tblGrid>
                <a:gridCol w="438463">
                  <a:extLst>
                    <a:ext uri="{9D8B030D-6E8A-4147-A177-3AD203B41FA5}">
                      <a16:colId xmlns:a16="http://schemas.microsoft.com/office/drawing/2014/main" val="2456847792"/>
                    </a:ext>
                  </a:extLst>
                </a:gridCol>
              </a:tblGrid>
              <a:tr h="980415">
                <a:tc>
                  <a:txBody>
                    <a:bodyPr/>
                    <a:lstStyle/>
                    <a:p>
                      <a:pPr algn="ctr"/>
                      <a:r>
                        <a:rPr kumimoji="1" lang="ja-JP" altLang="en-US" sz="1100" b="1" dirty="0">
                          <a:solidFill>
                            <a:schemeClr val="bg1"/>
                          </a:solidFill>
                        </a:rPr>
                        <a:t>①タイトル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1512206185"/>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②タイトル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2631667891"/>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③タイトル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627911894"/>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④タイトル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2091809632"/>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⑤タイトル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1750606519"/>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⑥タイトル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149417652"/>
                  </a:ext>
                </a:extLst>
              </a:tr>
            </a:tbl>
          </a:graphicData>
        </a:graphic>
      </p:graphicFrame>
      <p:sp>
        <p:nvSpPr>
          <p:cNvPr id="35" name="正方形/長方形 34"/>
          <p:cNvSpPr/>
          <p:nvPr userDrawn="1"/>
        </p:nvSpPr>
        <p:spPr>
          <a:xfrm>
            <a:off x="85255" y="1119975"/>
            <a:ext cx="267950" cy="5341188"/>
          </a:xfrm>
          <a:prstGeom prst="rect">
            <a:avLst/>
          </a:prstGeom>
          <a:solidFill>
            <a:srgbClr val="FF00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vert="eaVert" rtlCol="0" anchor="ctr"/>
          <a:lstStyle/>
          <a:p>
            <a:pPr algn="ctr"/>
            <a:r>
              <a:rPr kumimoji="1" lang="ja-JP" altLang="en-US" sz="1463" dirty="0"/>
              <a:t>こちらで変更します。</a:t>
            </a:r>
          </a:p>
        </p:txBody>
      </p:sp>
      <p:sp>
        <p:nvSpPr>
          <p:cNvPr id="8" name="正方形/長方形 7"/>
          <p:cNvSpPr/>
          <p:nvPr userDrawn="1"/>
        </p:nvSpPr>
        <p:spPr>
          <a:xfrm>
            <a:off x="0" y="6610097"/>
            <a:ext cx="9906000" cy="24765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7" name="Text Box 31"/>
          <p:cNvSpPr txBox="1">
            <a:spLocks noChangeArrowheads="1"/>
          </p:cNvSpPr>
          <p:nvPr userDrawn="1"/>
        </p:nvSpPr>
        <p:spPr bwMode="auto">
          <a:xfrm>
            <a:off x="42215" y="6580034"/>
            <a:ext cx="4206531" cy="267446"/>
          </a:xfrm>
          <a:prstGeom prst="rect">
            <a:avLst/>
          </a:prstGeom>
          <a:noFill/>
          <a:ln w="9525">
            <a:noFill/>
            <a:miter lim="800000"/>
            <a:headEnd/>
            <a:tailEnd/>
          </a:ln>
          <a:effectLst/>
        </p:spPr>
        <p:txBody>
          <a:bodyPr wrap="square">
            <a:spAutoFit/>
          </a:bodyPr>
          <a:lstStyle/>
          <a:p>
            <a:pPr>
              <a:defRPr/>
            </a:pPr>
            <a:r>
              <a:rPr lang="en-US" altLang="ja-JP" sz="1138" b="1" dirty="0" err="1">
                <a:solidFill>
                  <a:schemeClr val="bg1"/>
                </a:solidFill>
                <a:latin typeface="Monotype Corsiva" pitchFamily="66" charset="0"/>
                <a:ea typeface="HGP創英角ｺﾞｼｯｸUB" pitchFamily="50" charset="-128"/>
              </a:rPr>
              <a:t>Copyright©Funai</a:t>
            </a:r>
            <a:r>
              <a:rPr lang="en-US" altLang="ja-JP" sz="1138" b="1" dirty="0">
                <a:solidFill>
                  <a:schemeClr val="bg1"/>
                </a:solidFill>
                <a:latin typeface="Monotype Corsiva" pitchFamily="66" charset="0"/>
                <a:ea typeface="HGP創英角ｺﾞｼｯｸUB" pitchFamily="50" charset="-128"/>
              </a:rPr>
              <a:t> Consulting Incorporated </a:t>
            </a:r>
            <a:r>
              <a:rPr lang="ja-JP" altLang="en-US" sz="1138" b="1" dirty="0">
                <a:solidFill>
                  <a:schemeClr val="bg1"/>
                </a:solidFill>
                <a:latin typeface="Monotype Corsiva" pitchFamily="66" charset="0"/>
                <a:ea typeface="HGP創英角ｺﾞｼｯｸUB" pitchFamily="50" charset="-128"/>
              </a:rPr>
              <a:t>　　（</a:t>
            </a:r>
            <a:r>
              <a:rPr lang="en-US" altLang="ja-JP" sz="1138" b="1" dirty="0" err="1">
                <a:solidFill>
                  <a:schemeClr val="bg1"/>
                </a:solidFill>
                <a:latin typeface="Monotype Corsiva" pitchFamily="66" charset="0"/>
                <a:ea typeface="HGP創英角ｺﾞｼｯｸUB" pitchFamily="50" charset="-128"/>
              </a:rPr>
              <a:t>Funai</a:t>
            </a:r>
            <a:r>
              <a:rPr lang="en-US" altLang="ja-JP" sz="1138" b="1" dirty="0">
                <a:solidFill>
                  <a:schemeClr val="bg1"/>
                </a:solidFill>
                <a:latin typeface="Monotype Corsiva" pitchFamily="66" charset="0"/>
                <a:ea typeface="HGP創英角ｺﾞｼｯｸUB" pitchFamily="50" charset="-128"/>
              </a:rPr>
              <a:t> Consulting</a:t>
            </a:r>
            <a:r>
              <a:rPr lang="ja-JP" altLang="en-US" sz="1138" b="1" dirty="0">
                <a:solidFill>
                  <a:schemeClr val="bg1"/>
                </a:solidFill>
                <a:latin typeface="Monotype Corsiva" pitchFamily="66" charset="0"/>
                <a:ea typeface="HGP創英角ｺﾞｼｯｸUB" pitchFamily="50" charset="-128"/>
              </a:rPr>
              <a:t> </a:t>
            </a:r>
            <a:r>
              <a:rPr lang="en-US" altLang="ja-JP" sz="1138" b="1" dirty="0">
                <a:solidFill>
                  <a:schemeClr val="bg1"/>
                </a:solidFill>
                <a:latin typeface="Monotype Corsiva" pitchFamily="66" charset="0"/>
                <a:ea typeface="HGP創英角ｺﾞｼｯｸUB" pitchFamily="50" charset="-128"/>
              </a:rPr>
              <a:t>Inc.</a:t>
            </a:r>
            <a:r>
              <a:rPr lang="ja-JP" altLang="en-US" sz="1138" b="1" dirty="0">
                <a:solidFill>
                  <a:schemeClr val="bg1"/>
                </a:solidFill>
                <a:latin typeface="Monotype Corsiva" pitchFamily="66" charset="0"/>
                <a:ea typeface="HGP創英角ｺﾞｼｯｸUB" pitchFamily="50" charset="-128"/>
              </a:rPr>
              <a:t>）</a:t>
            </a:r>
            <a:endParaRPr lang="en-US" altLang="ja-JP" sz="1138" b="1" dirty="0">
              <a:solidFill>
                <a:schemeClr val="bg1"/>
              </a:solidFill>
              <a:latin typeface="Monotype Corsiva" pitchFamily="66" charset="0"/>
              <a:ea typeface="HGP創英角ｺﾞｼｯｸUB" pitchFamily="50" charset="-128"/>
            </a:endParaRPr>
          </a:p>
        </p:txBody>
      </p:sp>
      <p:sp>
        <p:nvSpPr>
          <p:cNvPr id="12" name="スライド番号プレースホルダー 11"/>
          <p:cNvSpPr>
            <a:spLocks noGrp="1"/>
          </p:cNvSpPr>
          <p:nvPr>
            <p:ph type="sldNum" sz="quarter" idx="12"/>
          </p:nvPr>
        </p:nvSpPr>
        <p:spPr>
          <a:xfrm>
            <a:off x="7677150" y="6551360"/>
            <a:ext cx="2228850" cy="365125"/>
          </a:xfrm>
        </p:spPr>
        <p:txBody>
          <a:bodyPr/>
          <a:lstStyle>
            <a:lvl1pPr>
              <a:defRPr sz="1300" b="1">
                <a:solidFill>
                  <a:schemeClr val="bg1"/>
                </a:solidFill>
              </a:defRPr>
            </a:lvl1pPr>
          </a:lstStyle>
          <a:p>
            <a:fld id="{85FC83C8-0BB2-4721-BA19-3C9CC69276E3}" type="slidenum">
              <a:rPr lang="ja-JP" altLang="en-US" smtClean="0"/>
              <a:pPr/>
              <a:t>‹#›</a:t>
            </a:fld>
            <a:endParaRPr lang="ja-JP" altLang="en-US"/>
          </a:p>
        </p:txBody>
      </p:sp>
      <p:sp>
        <p:nvSpPr>
          <p:cNvPr id="22" name="楕円 21"/>
          <p:cNvSpPr/>
          <p:nvPr userDrawn="1"/>
        </p:nvSpPr>
        <p:spPr>
          <a:xfrm>
            <a:off x="-2244328" y="-788766"/>
            <a:ext cx="14437221" cy="1759809"/>
          </a:xfrm>
          <a:prstGeom prst="ellipse">
            <a:avLst/>
          </a:prstGeom>
          <a:solidFill>
            <a:srgbClr val="8B945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24" name="タイトル 1"/>
          <p:cNvSpPr>
            <a:spLocks noGrp="1"/>
          </p:cNvSpPr>
          <p:nvPr>
            <p:ph type="title"/>
          </p:nvPr>
        </p:nvSpPr>
        <p:spPr>
          <a:xfrm>
            <a:off x="255770" y="245205"/>
            <a:ext cx="9378221" cy="605918"/>
          </a:xfrm>
        </p:spPr>
        <p:txBody>
          <a:bodyPr>
            <a:noAutofit/>
          </a:bodyPr>
          <a:lstStyle>
            <a:lvl1pPr algn="ctr">
              <a:defRPr sz="3900" b="1">
                <a:solidFill>
                  <a:schemeClr val="bg1"/>
                </a:solidFill>
              </a:defRPr>
            </a:lvl1pPr>
          </a:lstStyle>
          <a:p>
            <a:r>
              <a:rPr kumimoji="1" lang="ja-JP" altLang="en-US" dirty="0"/>
              <a:t>マスター タイトルの書式設定</a:t>
            </a:r>
          </a:p>
        </p:txBody>
      </p:sp>
      <p:sp>
        <p:nvSpPr>
          <p:cNvPr id="36" name="正方形/長方形 35"/>
          <p:cNvSpPr/>
          <p:nvPr userDrawn="1"/>
        </p:nvSpPr>
        <p:spPr>
          <a:xfrm>
            <a:off x="-2650779" y="-1508644"/>
            <a:ext cx="2642953" cy="3507698"/>
          </a:xfrm>
          <a:prstGeom prst="rect">
            <a:avLst/>
          </a:prstGeom>
          <a:solidFill>
            <a:srgbClr val="E6E6E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37" name="正方形/長方形 36"/>
          <p:cNvSpPr/>
          <p:nvPr userDrawn="1"/>
        </p:nvSpPr>
        <p:spPr>
          <a:xfrm>
            <a:off x="-200669" y="-3521490"/>
            <a:ext cx="11734663" cy="3507698"/>
          </a:xfrm>
          <a:prstGeom prst="rect">
            <a:avLst/>
          </a:prstGeom>
          <a:solidFill>
            <a:srgbClr val="E6E6E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38" name="正方形/長方形 37"/>
          <p:cNvSpPr/>
          <p:nvPr userDrawn="1"/>
        </p:nvSpPr>
        <p:spPr>
          <a:xfrm>
            <a:off x="9918180" y="-2387723"/>
            <a:ext cx="2642953" cy="3507698"/>
          </a:xfrm>
          <a:prstGeom prst="rect">
            <a:avLst/>
          </a:prstGeom>
          <a:solidFill>
            <a:srgbClr val="E6E6E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27" name="楕円 26"/>
          <p:cNvSpPr/>
          <p:nvPr userDrawn="1"/>
        </p:nvSpPr>
        <p:spPr>
          <a:xfrm>
            <a:off x="10081668" y="4975630"/>
            <a:ext cx="340519" cy="417363"/>
          </a:xfrm>
          <a:prstGeom prst="ellipse">
            <a:avLst/>
          </a:prstGeom>
          <a:solidFill>
            <a:srgbClr val="8B945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28" name="楕円 27"/>
          <p:cNvSpPr/>
          <p:nvPr userDrawn="1"/>
        </p:nvSpPr>
        <p:spPr>
          <a:xfrm>
            <a:off x="10081668" y="3641505"/>
            <a:ext cx="340519" cy="417363"/>
          </a:xfrm>
          <a:prstGeom prst="ellipse">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29" name="楕円 28"/>
          <p:cNvSpPr/>
          <p:nvPr userDrawn="1"/>
        </p:nvSpPr>
        <p:spPr>
          <a:xfrm>
            <a:off x="10081668" y="2307380"/>
            <a:ext cx="340519" cy="417363"/>
          </a:xfrm>
          <a:prstGeom prst="ellipse">
            <a:avLst/>
          </a:prstGeom>
          <a:solidFill>
            <a:schemeClr val="bg2">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30" name="楕円 29"/>
          <p:cNvSpPr/>
          <p:nvPr userDrawn="1"/>
        </p:nvSpPr>
        <p:spPr>
          <a:xfrm>
            <a:off x="10081668" y="973255"/>
            <a:ext cx="340519" cy="417363"/>
          </a:xfrm>
          <a:prstGeom prst="ellipse">
            <a:avLst/>
          </a:prstGeom>
          <a:solidFill>
            <a:schemeClr val="bg2">
              <a:lumMod val="2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31" name="四角形吹き出し 30"/>
          <p:cNvSpPr/>
          <p:nvPr userDrawn="1"/>
        </p:nvSpPr>
        <p:spPr>
          <a:xfrm>
            <a:off x="10657068" y="419727"/>
            <a:ext cx="1438387" cy="970890"/>
          </a:xfrm>
          <a:prstGeom prst="wedgeRectCallout">
            <a:avLst>
              <a:gd name="adj1" fmla="val -61477"/>
              <a:gd name="adj2" fmla="val 23901"/>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文字の色</a:t>
            </a:r>
          </a:p>
        </p:txBody>
      </p:sp>
      <p:sp>
        <p:nvSpPr>
          <p:cNvPr id="32" name="四角形吹き出し 31"/>
          <p:cNvSpPr/>
          <p:nvPr userDrawn="1"/>
        </p:nvSpPr>
        <p:spPr>
          <a:xfrm>
            <a:off x="10657068" y="1821934"/>
            <a:ext cx="1438387" cy="970890"/>
          </a:xfrm>
          <a:prstGeom prst="wedgeRectCallout">
            <a:avLst>
              <a:gd name="adj1" fmla="val -61477"/>
              <a:gd name="adj2" fmla="val 23901"/>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やじるしなどの図形の色</a:t>
            </a:r>
          </a:p>
        </p:txBody>
      </p:sp>
      <p:sp>
        <p:nvSpPr>
          <p:cNvPr id="33" name="四角形吹き出し 32"/>
          <p:cNvSpPr/>
          <p:nvPr userDrawn="1"/>
        </p:nvSpPr>
        <p:spPr>
          <a:xfrm>
            <a:off x="10657068" y="4490184"/>
            <a:ext cx="1438387" cy="970890"/>
          </a:xfrm>
          <a:prstGeom prst="wedgeRectCallout">
            <a:avLst>
              <a:gd name="adj1" fmla="val -61477"/>
              <a:gd name="adj2" fmla="val 23901"/>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ベースの色</a:t>
            </a:r>
          </a:p>
        </p:txBody>
      </p:sp>
      <p:sp>
        <p:nvSpPr>
          <p:cNvPr id="34" name="四角形吹き出し 33"/>
          <p:cNvSpPr/>
          <p:nvPr userDrawn="1"/>
        </p:nvSpPr>
        <p:spPr>
          <a:xfrm>
            <a:off x="10657068" y="3156059"/>
            <a:ext cx="1438387" cy="970890"/>
          </a:xfrm>
          <a:prstGeom prst="wedgeRectCallout">
            <a:avLst>
              <a:gd name="adj1" fmla="val -61477"/>
              <a:gd name="adj2" fmla="val 23901"/>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強調の色</a:t>
            </a:r>
          </a:p>
        </p:txBody>
      </p:sp>
      <p:sp>
        <p:nvSpPr>
          <p:cNvPr id="39" name="四角形吹き出し 38"/>
          <p:cNvSpPr/>
          <p:nvPr userDrawn="1"/>
        </p:nvSpPr>
        <p:spPr>
          <a:xfrm>
            <a:off x="-2959618" y="-919028"/>
            <a:ext cx="2448136" cy="1838056"/>
          </a:xfrm>
          <a:prstGeom prst="wedgeRectCallout">
            <a:avLst>
              <a:gd name="adj1" fmla="val 68120"/>
              <a:gd name="adj2" fmla="val 16336"/>
            </a:avLst>
          </a:prstGeom>
          <a:solidFill>
            <a:srgbClr val="07628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タイトル（目次と対応させてください。）</a:t>
            </a:r>
            <a:endParaRPr kumimoji="1" lang="en-US" altLang="ja-JP" sz="1463" dirty="0"/>
          </a:p>
          <a:p>
            <a:pPr algn="ctr"/>
            <a:r>
              <a:rPr kumimoji="1" lang="ja-JP" altLang="en-US" sz="1463" dirty="0"/>
              <a:t>フォント：メイリオ見出し</a:t>
            </a:r>
            <a:endParaRPr kumimoji="1" lang="en-US" altLang="ja-JP" sz="1463" dirty="0"/>
          </a:p>
          <a:p>
            <a:pPr algn="ctr"/>
            <a:r>
              <a:rPr lang="ja-JP" altLang="en-US" sz="1463" dirty="0"/>
              <a:t>サイズ：</a:t>
            </a:r>
            <a:r>
              <a:rPr lang="en-US" altLang="ja-JP" sz="1463" dirty="0"/>
              <a:t>48</a:t>
            </a:r>
          </a:p>
          <a:p>
            <a:pPr algn="ctr"/>
            <a:r>
              <a:rPr lang="ja-JP" altLang="en-US" sz="1463" dirty="0"/>
              <a:t>ボールド</a:t>
            </a:r>
            <a:endParaRPr lang="en-US" altLang="ja-JP" sz="1463" dirty="0"/>
          </a:p>
          <a:p>
            <a:pPr algn="ctr"/>
            <a:r>
              <a:rPr lang="ja-JP" altLang="en-US" sz="1463" dirty="0"/>
              <a:t>真ん中寄せ</a:t>
            </a:r>
            <a:endParaRPr kumimoji="1" lang="en-US" altLang="ja-JP" sz="1463" dirty="0"/>
          </a:p>
        </p:txBody>
      </p:sp>
      <p:sp>
        <p:nvSpPr>
          <p:cNvPr id="45" name="四角形吹き出し 44"/>
          <p:cNvSpPr/>
          <p:nvPr userDrawn="1"/>
        </p:nvSpPr>
        <p:spPr>
          <a:xfrm>
            <a:off x="-2933551" y="2899809"/>
            <a:ext cx="2448136" cy="1838056"/>
          </a:xfrm>
          <a:prstGeom prst="wedgeRectCallout">
            <a:avLst>
              <a:gd name="adj1" fmla="val 68120"/>
              <a:gd name="adj2" fmla="val 16336"/>
            </a:avLst>
          </a:prstGeom>
          <a:solidFill>
            <a:srgbClr val="07628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小見出し</a:t>
            </a:r>
            <a:endParaRPr kumimoji="1" lang="en-US" altLang="ja-JP" sz="1463" dirty="0"/>
          </a:p>
          <a:p>
            <a:pPr algn="ctr"/>
            <a:r>
              <a:rPr kumimoji="1" lang="ja-JP" altLang="en-US" sz="1463" dirty="0"/>
              <a:t>フォント：メイリオ本文</a:t>
            </a:r>
            <a:endParaRPr kumimoji="1" lang="en-US" altLang="ja-JP" sz="1463" dirty="0"/>
          </a:p>
          <a:p>
            <a:pPr algn="ctr"/>
            <a:r>
              <a:rPr lang="ja-JP" altLang="en-US" sz="1463" dirty="0"/>
              <a:t>サイズ：</a:t>
            </a:r>
            <a:r>
              <a:rPr lang="en-US" altLang="ja-JP" sz="1463" dirty="0"/>
              <a:t>32</a:t>
            </a:r>
          </a:p>
          <a:p>
            <a:pPr algn="ctr"/>
            <a:r>
              <a:rPr lang="ja-JP" altLang="en-US" sz="1463" dirty="0"/>
              <a:t>ボールド</a:t>
            </a:r>
            <a:endParaRPr lang="en-US" altLang="ja-JP" sz="1463" dirty="0"/>
          </a:p>
          <a:p>
            <a:pPr algn="ctr"/>
            <a:r>
              <a:rPr kumimoji="1" lang="ja-JP" altLang="en-US" sz="1463" dirty="0"/>
              <a:t>左寄せ</a:t>
            </a:r>
            <a:endParaRPr kumimoji="1" lang="en-US" altLang="ja-JP" sz="1463" dirty="0"/>
          </a:p>
        </p:txBody>
      </p:sp>
      <p:sp>
        <p:nvSpPr>
          <p:cNvPr id="46" name="四角形吹き出し 45"/>
          <p:cNvSpPr/>
          <p:nvPr userDrawn="1"/>
        </p:nvSpPr>
        <p:spPr>
          <a:xfrm>
            <a:off x="-2933551" y="4895865"/>
            <a:ext cx="2448136" cy="1838056"/>
          </a:xfrm>
          <a:prstGeom prst="wedgeRectCallout">
            <a:avLst>
              <a:gd name="adj1" fmla="val 68617"/>
              <a:gd name="adj2" fmla="val -24441"/>
            </a:avLst>
          </a:prstGeom>
          <a:solidFill>
            <a:srgbClr val="07628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本文</a:t>
            </a:r>
            <a:endParaRPr kumimoji="1" lang="en-US" altLang="ja-JP" sz="1463" dirty="0"/>
          </a:p>
          <a:p>
            <a:pPr algn="ctr"/>
            <a:r>
              <a:rPr kumimoji="1" lang="ja-JP" altLang="en-US" sz="1463" dirty="0"/>
              <a:t>フォント：メイリオ本文</a:t>
            </a:r>
            <a:endParaRPr kumimoji="1" lang="en-US" altLang="ja-JP" sz="1463" dirty="0"/>
          </a:p>
          <a:p>
            <a:pPr algn="ctr"/>
            <a:r>
              <a:rPr lang="ja-JP" altLang="en-US" sz="1463" dirty="0"/>
              <a:t>サイズ：</a:t>
            </a:r>
            <a:r>
              <a:rPr lang="en-US" altLang="ja-JP" sz="1463" dirty="0"/>
              <a:t>18</a:t>
            </a:r>
          </a:p>
          <a:p>
            <a:pPr algn="ctr"/>
            <a:r>
              <a:rPr kumimoji="1" lang="ja-JP" altLang="en-US" sz="1463" dirty="0"/>
              <a:t>左寄せ</a:t>
            </a:r>
            <a:endParaRPr kumimoji="1" lang="en-US" altLang="ja-JP" sz="1463" dirty="0"/>
          </a:p>
        </p:txBody>
      </p:sp>
      <p:sp>
        <p:nvSpPr>
          <p:cNvPr id="23" name="四角形吹き出し 22"/>
          <p:cNvSpPr/>
          <p:nvPr userDrawn="1"/>
        </p:nvSpPr>
        <p:spPr>
          <a:xfrm>
            <a:off x="10657068" y="5752795"/>
            <a:ext cx="1645113" cy="970890"/>
          </a:xfrm>
          <a:prstGeom prst="wedgeRectCallout">
            <a:avLst>
              <a:gd name="adj1" fmla="val -62408"/>
              <a:gd name="adj2" fmla="val 9477"/>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この赤ガイド線内に収まるように作成してください</a:t>
            </a:r>
          </a:p>
        </p:txBody>
      </p:sp>
    </p:spTree>
    <p:extLst>
      <p:ext uri="{BB962C8B-B14F-4D97-AF65-F5344CB8AC3E}">
        <p14:creationId xmlns:p14="http://schemas.microsoft.com/office/powerpoint/2010/main" val="3521934954"/>
      </p:ext>
    </p:extLst>
  </p:cSld>
  <p:clrMapOvr>
    <a:masterClrMapping/>
  </p:clrMapOvr>
  <p:hf hdr="0" ftr="0" dt="0"/>
  <p:extLst>
    <p:ext uri="{DCECCB84-F9BA-43D5-87BE-67443E8EF086}">
      <p15:sldGuideLst xmlns:p15="http://schemas.microsoft.com/office/powerpoint/2012/main">
        <p15:guide id="1" orient="horz" pos="2160">
          <p15:clr>
            <a:srgbClr val="000000"/>
          </p15:clr>
        </p15:guide>
        <p15:guide id="2" pos="3840">
          <p15:clr>
            <a:srgbClr val="000000"/>
          </p15:clr>
        </p15:guide>
      </p15:sldGuideLst>
    </p:ext>
  </p:extLst>
</p:sldLayout>
</file>

<file path=ppt/slideLayouts/slideLayout45.xml><?xml version="1.0" encoding="utf-8"?>
<p:sldLayout xmlns:a="http://schemas.openxmlformats.org/drawingml/2006/main" xmlns:r="http://schemas.openxmlformats.org/officeDocument/2006/relationships" xmlns:p="http://schemas.openxmlformats.org/presentationml/2006/main" userDrawn="1">
  <p:cSld name="33_タイトルとコンテンツ">
    <p:spTree>
      <p:nvGrpSpPr>
        <p:cNvPr id="1" name=""/>
        <p:cNvGrpSpPr/>
        <p:nvPr/>
      </p:nvGrpSpPr>
      <p:grpSpPr>
        <a:xfrm>
          <a:off x="0" y="0"/>
          <a:ext cx="0" cy="0"/>
          <a:chOff x="0" y="0"/>
          <a:chExt cx="0" cy="0"/>
        </a:xfrm>
      </p:grpSpPr>
      <p:graphicFrame>
        <p:nvGraphicFramePr>
          <p:cNvPr id="26" name="表 25"/>
          <p:cNvGraphicFramePr>
            <a:graphicFrameLocks noGrp="1"/>
          </p:cNvGraphicFramePr>
          <p:nvPr userDrawn="1"/>
        </p:nvGraphicFramePr>
        <p:xfrm>
          <a:off x="0" y="727606"/>
          <a:ext cx="438463" cy="5882490"/>
        </p:xfrm>
        <a:graphic>
          <a:graphicData uri="http://schemas.openxmlformats.org/drawingml/2006/table">
            <a:tbl>
              <a:tblPr firstRow="1" bandRow="1">
                <a:tableStyleId>{5C22544A-7EE6-4342-B048-85BDC9FD1C3A}</a:tableStyleId>
              </a:tblPr>
              <a:tblGrid>
                <a:gridCol w="438463">
                  <a:extLst>
                    <a:ext uri="{9D8B030D-6E8A-4147-A177-3AD203B41FA5}">
                      <a16:colId xmlns:a16="http://schemas.microsoft.com/office/drawing/2014/main" val="2456847792"/>
                    </a:ext>
                  </a:extLst>
                </a:gridCol>
              </a:tblGrid>
              <a:tr h="980415">
                <a:tc>
                  <a:txBody>
                    <a:bodyPr/>
                    <a:lstStyle/>
                    <a:p>
                      <a:pPr algn="ctr"/>
                      <a:r>
                        <a:rPr kumimoji="1" lang="ja-JP" altLang="en-US" sz="1100" b="1" dirty="0">
                          <a:solidFill>
                            <a:schemeClr val="bg1"/>
                          </a:solidFill>
                        </a:rPr>
                        <a:t>①タイトル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1512206185"/>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②タイトル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2631667891"/>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③タイトル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627911894"/>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④タイトル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2091809632"/>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⑤タイトル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1750606519"/>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⑥タイトル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149417652"/>
                  </a:ext>
                </a:extLst>
              </a:tr>
            </a:tbl>
          </a:graphicData>
        </a:graphic>
      </p:graphicFrame>
      <p:sp>
        <p:nvSpPr>
          <p:cNvPr id="35" name="正方形/長方形 34"/>
          <p:cNvSpPr/>
          <p:nvPr userDrawn="1"/>
        </p:nvSpPr>
        <p:spPr>
          <a:xfrm>
            <a:off x="85255" y="1119975"/>
            <a:ext cx="267950" cy="5341188"/>
          </a:xfrm>
          <a:prstGeom prst="rect">
            <a:avLst/>
          </a:prstGeom>
          <a:solidFill>
            <a:srgbClr val="FF00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vert="eaVert" rtlCol="0" anchor="ctr"/>
          <a:lstStyle/>
          <a:p>
            <a:pPr algn="ctr"/>
            <a:r>
              <a:rPr kumimoji="1" lang="ja-JP" altLang="en-US" sz="1463" dirty="0"/>
              <a:t>こちらで変更します。</a:t>
            </a:r>
          </a:p>
        </p:txBody>
      </p:sp>
      <p:sp>
        <p:nvSpPr>
          <p:cNvPr id="8" name="正方形/長方形 7"/>
          <p:cNvSpPr/>
          <p:nvPr userDrawn="1"/>
        </p:nvSpPr>
        <p:spPr>
          <a:xfrm>
            <a:off x="0" y="6610097"/>
            <a:ext cx="9906000" cy="24765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7" name="Text Box 31"/>
          <p:cNvSpPr txBox="1">
            <a:spLocks noChangeArrowheads="1"/>
          </p:cNvSpPr>
          <p:nvPr userDrawn="1"/>
        </p:nvSpPr>
        <p:spPr bwMode="auto">
          <a:xfrm>
            <a:off x="42215" y="6580034"/>
            <a:ext cx="4206531" cy="267446"/>
          </a:xfrm>
          <a:prstGeom prst="rect">
            <a:avLst/>
          </a:prstGeom>
          <a:noFill/>
          <a:ln w="9525">
            <a:noFill/>
            <a:miter lim="800000"/>
            <a:headEnd/>
            <a:tailEnd/>
          </a:ln>
          <a:effectLst/>
        </p:spPr>
        <p:txBody>
          <a:bodyPr wrap="square">
            <a:spAutoFit/>
          </a:bodyPr>
          <a:lstStyle/>
          <a:p>
            <a:pPr>
              <a:defRPr/>
            </a:pPr>
            <a:r>
              <a:rPr lang="en-US" altLang="ja-JP" sz="1138" b="1" dirty="0" err="1">
                <a:solidFill>
                  <a:schemeClr val="bg1"/>
                </a:solidFill>
                <a:latin typeface="Monotype Corsiva" pitchFamily="66" charset="0"/>
                <a:ea typeface="HGP創英角ｺﾞｼｯｸUB" pitchFamily="50" charset="-128"/>
              </a:rPr>
              <a:t>Copyright©Funai</a:t>
            </a:r>
            <a:r>
              <a:rPr lang="en-US" altLang="ja-JP" sz="1138" b="1" dirty="0">
                <a:solidFill>
                  <a:schemeClr val="bg1"/>
                </a:solidFill>
                <a:latin typeface="Monotype Corsiva" pitchFamily="66" charset="0"/>
                <a:ea typeface="HGP創英角ｺﾞｼｯｸUB" pitchFamily="50" charset="-128"/>
              </a:rPr>
              <a:t> Consulting Incorporated </a:t>
            </a:r>
            <a:r>
              <a:rPr lang="ja-JP" altLang="en-US" sz="1138" b="1" dirty="0">
                <a:solidFill>
                  <a:schemeClr val="bg1"/>
                </a:solidFill>
                <a:latin typeface="Monotype Corsiva" pitchFamily="66" charset="0"/>
                <a:ea typeface="HGP創英角ｺﾞｼｯｸUB" pitchFamily="50" charset="-128"/>
              </a:rPr>
              <a:t>　　（</a:t>
            </a:r>
            <a:r>
              <a:rPr lang="en-US" altLang="ja-JP" sz="1138" b="1" dirty="0" err="1">
                <a:solidFill>
                  <a:schemeClr val="bg1"/>
                </a:solidFill>
                <a:latin typeface="Monotype Corsiva" pitchFamily="66" charset="0"/>
                <a:ea typeface="HGP創英角ｺﾞｼｯｸUB" pitchFamily="50" charset="-128"/>
              </a:rPr>
              <a:t>Funai</a:t>
            </a:r>
            <a:r>
              <a:rPr lang="en-US" altLang="ja-JP" sz="1138" b="1" dirty="0">
                <a:solidFill>
                  <a:schemeClr val="bg1"/>
                </a:solidFill>
                <a:latin typeface="Monotype Corsiva" pitchFamily="66" charset="0"/>
                <a:ea typeface="HGP創英角ｺﾞｼｯｸUB" pitchFamily="50" charset="-128"/>
              </a:rPr>
              <a:t> Consulting</a:t>
            </a:r>
            <a:r>
              <a:rPr lang="ja-JP" altLang="en-US" sz="1138" b="1" dirty="0">
                <a:solidFill>
                  <a:schemeClr val="bg1"/>
                </a:solidFill>
                <a:latin typeface="Monotype Corsiva" pitchFamily="66" charset="0"/>
                <a:ea typeface="HGP創英角ｺﾞｼｯｸUB" pitchFamily="50" charset="-128"/>
              </a:rPr>
              <a:t> </a:t>
            </a:r>
            <a:r>
              <a:rPr lang="en-US" altLang="ja-JP" sz="1138" b="1" dirty="0">
                <a:solidFill>
                  <a:schemeClr val="bg1"/>
                </a:solidFill>
                <a:latin typeface="Monotype Corsiva" pitchFamily="66" charset="0"/>
                <a:ea typeface="HGP創英角ｺﾞｼｯｸUB" pitchFamily="50" charset="-128"/>
              </a:rPr>
              <a:t>Inc.</a:t>
            </a:r>
            <a:r>
              <a:rPr lang="ja-JP" altLang="en-US" sz="1138" b="1" dirty="0">
                <a:solidFill>
                  <a:schemeClr val="bg1"/>
                </a:solidFill>
                <a:latin typeface="Monotype Corsiva" pitchFamily="66" charset="0"/>
                <a:ea typeface="HGP創英角ｺﾞｼｯｸUB" pitchFamily="50" charset="-128"/>
              </a:rPr>
              <a:t>）</a:t>
            </a:r>
            <a:endParaRPr lang="en-US" altLang="ja-JP" sz="1138" b="1" dirty="0">
              <a:solidFill>
                <a:schemeClr val="bg1"/>
              </a:solidFill>
              <a:latin typeface="Monotype Corsiva" pitchFamily="66" charset="0"/>
              <a:ea typeface="HGP創英角ｺﾞｼｯｸUB" pitchFamily="50" charset="-128"/>
            </a:endParaRPr>
          </a:p>
        </p:txBody>
      </p:sp>
      <p:sp>
        <p:nvSpPr>
          <p:cNvPr id="12" name="スライド番号プレースホルダー 11"/>
          <p:cNvSpPr>
            <a:spLocks noGrp="1"/>
          </p:cNvSpPr>
          <p:nvPr>
            <p:ph type="sldNum" sz="quarter" idx="12"/>
          </p:nvPr>
        </p:nvSpPr>
        <p:spPr>
          <a:xfrm>
            <a:off x="7677150" y="6551360"/>
            <a:ext cx="2228850" cy="365125"/>
          </a:xfrm>
        </p:spPr>
        <p:txBody>
          <a:bodyPr/>
          <a:lstStyle>
            <a:lvl1pPr>
              <a:defRPr sz="1300" b="1">
                <a:solidFill>
                  <a:schemeClr val="bg1"/>
                </a:solidFill>
              </a:defRPr>
            </a:lvl1pPr>
          </a:lstStyle>
          <a:p>
            <a:fld id="{85FC83C8-0BB2-4721-BA19-3C9CC69276E3}" type="slidenum">
              <a:rPr lang="ja-JP" altLang="en-US" smtClean="0"/>
              <a:pPr/>
              <a:t>‹#›</a:t>
            </a:fld>
            <a:endParaRPr lang="ja-JP" altLang="en-US"/>
          </a:p>
        </p:txBody>
      </p:sp>
      <p:sp>
        <p:nvSpPr>
          <p:cNvPr id="22" name="楕円 21"/>
          <p:cNvSpPr/>
          <p:nvPr userDrawn="1"/>
        </p:nvSpPr>
        <p:spPr>
          <a:xfrm>
            <a:off x="-2244328" y="-788766"/>
            <a:ext cx="14437221" cy="1759809"/>
          </a:xfrm>
          <a:prstGeom prst="ellipse">
            <a:avLst/>
          </a:prstGeom>
          <a:solidFill>
            <a:srgbClr val="8B945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24" name="タイトル 1"/>
          <p:cNvSpPr>
            <a:spLocks noGrp="1"/>
          </p:cNvSpPr>
          <p:nvPr>
            <p:ph type="title"/>
          </p:nvPr>
        </p:nvSpPr>
        <p:spPr>
          <a:xfrm>
            <a:off x="255770" y="245205"/>
            <a:ext cx="9378221" cy="605918"/>
          </a:xfrm>
        </p:spPr>
        <p:txBody>
          <a:bodyPr>
            <a:noAutofit/>
          </a:bodyPr>
          <a:lstStyle>
            <a:lvl1pPr algn="ctr">
              <a:defRPr sz="3900" b="1">
                <a:solidFill>
                  <a:schemeClr val="bg1"/>
                </a:solidFill>
              </a:defRPr>
            </a:lvl1pPr>
          </a:lstStyle>
          <a:p>
            <a:r>
              <a:rPr kumimoji="1" lang="ja-JP" altLang="en-US" dirty="0"/>
              <a:t>マスター タイトルの書式設定</a:t>
            </a:r>
          </a:p>
        </p:txBody>
      </p:sp>
      <p:sp>
        <p:nvSpPr>
          <p:cNvPr id="36" name="正方形/長方形 35"/>
          <p:cNvSpPr/>
          <p:nvPr userDrawn="1"/>
        </p:nvSpPr>
        <p:spPr>
          <a:xfrm>
            <a:off x="-2650779" y="-1508644"/>
            <a:ext cx="2642953" cy="3507698"/>
          </a:xfrm>
          <a:prstGeom prst="rect">
            <a:avLst/>
          </a:prstGeom>
          <a:solidFill>
            <a:srgbClr val="E6E6E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37" name="正方形/長方形 36"/>
          <p:cNvSpPr/>
          <p:nvPr userDrawn="1"/>
        </p:nvSpPr>
        <p:spPr>
          <a:xfrm>
            <a:off x="-200669" y="-3521490"/>
            <a:ext cx="11734663" cy="3507698"/>
          </a:xfrm>
          <a:prstGeom prst="rect">
            <a:avLst/>
          </a:prstGeom>
          <a:solidFill>
            <a:srgbClr val="E6E6E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38" name="正方形/長方形 37"/>
          <p:cNvSpPr/>
          <p:nvPr userDrawn="1"/>
        </p:nvSpPr>
        <p:spPr>
          <a:xfrm>
            <a:off x="9918180" y="-2387723"/>
            <a:ext cx="2642953" cy="3507698"/>
          </a:xfrm>
          <a:prstGeom prst="rect">
            <a:avLst/>
          </a:prstGeom>
          <a:solidFill>
            <a:srgbClr val="E6E6E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27" name="楕円 26"/>
          <p:cNvSpPr/>
          <p:nvPr userDrawn="1"/>
        </p:nvSpPr>
        <p:spPr>
          <a:xfrm>
            <a:off x="10081668" y="4975630"/>
            <a:ext cx="340519" cy="417363"/>
          </a:xfrm>
          <a:prstGeom prst="ellipse">
            <a:avLst/>
          </a:prstGeom>
          <a:solidFill>
            <a:srgbClr val="8B945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28" name="楕円 27"/>
          <p:cNvSpPr/>
          <p:nvPr userDrawn="1"/>
        </p:nvSpPr>
        <p:spPr>
          <a:xfrm>
            <a:off x="10081668" y="3641505"/>
            <a:ext cx="340519" cy="417363"/>
          </a:xfrm>
          <a:prstGeom prst="ellipse">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29" name="楕円 28"/>
          <p:cNvSpPr/>
          <p:nvPr userDrawn="1"/>
        </p:nvSpPr>
        <p:spPr>
          <a:xfrm>
            <a:off x="10081668" y="2307380"/>
            <a:ext cx="340519" cy="417363"/>
          </a:xfrm>
          <a:prstGeom prst="ellipse">
            <a:avLst/>
          </a:prstGeom>
          <a:solidFill>
            <a:schemeClr val="bg2">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30" name="楕円 29"/>
          <p:cNvSpPr/>
          <p:nvPr userDrawn="1"/>
        </p:nvSpPr>
        <p:spPr>
          <a:xfrm>
            <a:off x="10081668" y="973255"/>
            <a:ext cx="340519" cy="417363"/>
          </a:xfrm>
          <a:prstGeom prst="ellipse">
            <a:avLst/>
          </a:prstGeom>
          <a:solidFill>
            <a:schemeClr val="bg2">
              <a:lumMod val="2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31" name="四角形吹き出し 30"/>
          <p:cNvSpPr/>
          <p:nvPr userDrawn="1"/>
        </p:nvSpPr>
        <p:spPr>
          <a:xfrm>
            <a:off x="10657068" y="419727"/>
            <a:ext cx="1438387" cy="970890"/>
          </a:xfrm>
          <a:prstGeom prst="wedgeRectCallout">
            <a:avLst>
              <a:gd name="adj1" fmla="val -61477"/>
              <a:gd name="adj2" fmla="val 23901"/>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文字の色</a:t>
            </a:r>
          </a:p>
        </p:txBody>
      </p:sp>
      <p:sp>
        <p:nvSpPr>
          <p:cNvPr id="32" name="四角形吹き出し 31"/>
          <p:cNvSpPr/>
          <p:nvPr userDrawn="1"/>
        </p:nvSpPr>
        <p:spPr>
          <a:xfrm>
            <a:off x="10657068" y="1821934"/>
            <a:ext cx="1438387" cy="970890"/>
          </a:xfrm>
          <a:prstGeom prst="wedgeRectCallout">
            <a:avLst>
              <a:gd name="adj1" fmla="val -61477"/>
              <a:gd name="adj2" fmla="val 23901"/>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やじるしなどの図形の色</a:t>
            </a:r>
          </a:p>
        </p:txBody>
      </p:sp>
      <p:sp>
        <p:nvSpPr>
          <p:cNvPr id="33" name="四角形吹き出し 32"/>
          <p:cNvSpPr/>
          <p:nvPr userDrawn="1"/>
        </p:nvSpPr>
        <p:spPr>
          <a:xfrm>
            <a:off x="10657068" y="4490184"/>
            <a:ext cx="1438387" cy="970890"/>
          </a:xfrm>
          <a:prstGeom prst="wedgeRectCallout">
            <a:avLst>
              <a:gd name="adj1" fmla="val -61477"/>
              <a:gd name="adj2" fmla="val 23901"/>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ベースの色</a:t>
            </a:r>
          </a:p>
        </p:txBody>
      </p:sp>
      <p:sp>
        <p:nvSpPr>
          <p:cNvPr id="34" name="四角形吹き出し 33"/>
          <p:cNvSpPr/>
          <p:nvPr userDrawn="1"/>
        </p:nvSpPr>
        <p:spPr>
          <a:xfrm>
            <a:off x="10657068" y="3156059"/>
            <a:ext cx="1438387" cy="970890"/>
          </a:xfrm>
          <a:prstGeom prst="wedgeRectCallout">
            <a:avLst>
              <a:gd name="adj1" fmla="val -61477"/>
              <a:gd name="adj2" fmla="val 23901"/>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強調の色</a:t>
            </a:r>
          </a:p>
        </p:txBody>
      </p:sp>
      <p:sp>
        <p:nvSpPr>
          <p:cNvPr id="39" name="四角形吹き出し 38"/>
          <p:cNvSpPr/>
          <p:nvPr userDrawn="1"/>
        </p:nvSpPr>
        <p:spPr>
          <a:xfrm>
            <a:off x="-2959618" y="-919028"/>
            <a:ext cx="2448136" cy="1838056"/>
          </a:xfrm>
          <a:prstGeom prst="wedgeRectCallout">
            <a:avLst>
              <a:gd name="adj1" fmla="val 68120"/>
              <a:gd name="adj2" fmla="val 16336"/>
            </a:avLst>
          </a:prstGeom>
          <a:solidFill>
            <a:srgbClr val="07628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タイトル（目次と対応させてください。）</a:t>
            </a:r>
            <a:endParaRPr kumimoji="1" lang="en-US" altLang="ja-JP" sz="1463" dirty="0"/>
          </a:p>
          <a:p>
            <a:pPr algn="ctr"/>
            <a:r>
              <a:rPr kumimoji="1" lang="ja-JP" altLang="en-US" sz="1463" dirty="0"/>
              <a:t>フォント：メイリオ見出し</a:t>
            </a:r>
            <a:endParaRPr kumimoji="1" lang="en-US" altLang="ja-JP" sz="1463" dirty="0"/>
          </a:p>
          <a:p>
            <a:pPr algn="ctr"/>
            <a:r>
              <a:rPr lang="ja-JP" altLang="en-US" sz="1463" dirty="0"/>
              <a:t>サイズ：</a:t>
            </a:r>
            <a:r>
              <a:rPr lang="en-US" altLang="ja-JP" sz="1463" dirty="0"/>
              <a:t>48</a:t>
            </a:r>
          </a:p>
          <a:p>
            <a:pPr algn="ctr"/>
            <a:r>
              <a:rPr lang="ja-JP" altLang="en-US" sz="1463" dirty="0"/>
              <a:t>ボールド</a:t>
            </a:r>
            <a:endParaRPr lang="en-US" altLang="ja-JP" sz="1463" dirty="0"/>
          </a:p>
          <a:p>
            <a:pPr algn="ctr"/>
            <a:r>
              <a:rPr lang="ja-JP" altLang="en-US" sz="1463" dirty="0"/>
              <a:t>真ん中寄せ</a:t>
            </a:r>
            <a:endParaRPr kumimoji="1" lang="en-US" altLang="ja-JP" sz="1463" dirty="0"/>
          </a:p>
        </p:txBody>
      </p:sp>
      <p:sp>
        <p:nvSpPr>
          <p:cNvPr id="45" name="四角形吹き出し 44"/>
          <p:cNvSpPr/>
          <p:nvPr userDrawn="1"/>
        </p:nvSpPr>
        <p:spPr>
          <a:xfrm>
            <a:off x="-2933551" y="2899809"/>
            <a:ext cx="2448136" cy="1838056"/>
          </a:xfrm>
          <a:prstGeom prst="wedgeRectCallout">
            <a:avLst>
              <a:gd name="adj1" fmla="val 68120"/>
              <a:gd name="adj2" fmla="val 16336"/>
            </a:avLst>
          </a:prstGeom>
          <a:solidFill>
            <a:srgbClr val="07628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小見出し</a:t>
            </a:r>
            <a:endParaRPr kumimoji="1" lang="en-US" altLang="ja-JP" sz="1463" dirty="0"/>
          </a:p>
          <a:p>
            <a:pPr algn="ctr"/>
            <a:r>
              <a:rPr kumimoji="1" lang="ja-JP" altLang="en-US" sz="1463" dirty="0"/>
              <a:t>フォント：メイリオ本文</a:t>
            </a:r>
            <a:endParaRPr kumimoji="1" lang="en-US" altLang="ja-JP" sz="1463" dirty="0"/>
          </a:p>
          <a:p>
            <a:pPr algn="ctr"/>
            <a:r>
              <a:rPr lang="ja-JP" altLang="en-US" sz="1463" dirty="0"/>
              <a:t>サイズ：</a:t>
            </a:r>
            <a:r>
              <a:rPr lang="en-US" altLang="ja-JP" sz="1463" dirty="0"/>
              <a:t>32</a:t>
            </a:r>
          </a:p>
          <a:p>
            <a:pPr algn="ctr"/>
            <a:r>
              <a:rPr lang="ja-JP" altLang="en-US" sz="1463" dirty="0"/>
              <a:t>ボールド</a:t>
            </a:r>
            <a:endParaRPr lang="en-US" altLang="ja-JP" sz="1463" dirty="0"/>
          </a:p>
          <a:p>
            <a:pPr algn="ctr"/>
            <a:r>
              <a:rPr kumimoji="1" lang="ja-JP" altLang="en-US" sz="1463" dirty="0"/>
              <a:t>左寄せ</a:t>
            </a:r>
            <a:endParaRPr kumimoji="1" lang="en-US" altLang="ja-JP" sz="1463" dirty="0"/>
          </a:p>
        </p:txBody>
      </p:sp>
      <p:sp>
        <p:nvSpPr>
          <p:cNvPr id="46" name="四角形吹き出し 45"/>
          <p:cNvSpPr/>
          <p:nvPr userDrawn="1"/>
        </p:nvSpPr>
        <p:spPr>
          <a:xfrm>
            <a:off x="-2933551" y="4895865"/>
            <a:ext cx="2448136" cy="1838056"/>
          </a:xfrm>
          <a:prstGeom prst="wedgeRectCallout">
            <a:avLst>
              <a:gd name="adj1" fmla="val 68617"/>
              <a:gd name="adj2" fmla="val -24441"/>
            </a:avLst>
          </a:prstGeom>
          <a:solidFill>
            <a:srgbClr val="07628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本文</a:t>
            </a:r>
            <a:endParaRPr kumimoji="1" lang="en-US" altLang="ja-JP" sz="1463" dirty="0"/>
          </a:p>
          <a:p>
            <a:pPr algn="ctr"/>
            <a:r>
              <a:rPr kumimoji="1" lang="ja-JP" altLang="en-US" sz="1463" dirty="0"/>
              <a:t>フォント：メイリオ本文</a:t>
            </a:r>
            <a:endParaRPr kumimoji="1" lang="en-US" altLang="ja-JP" sz="1463" dirty="0"/>
          </a:p>
          <a:p>
            <a:pPr algn="ctr"/>
            <a:r>
              <a:rPr lang="ja-JP" altLang="en-US" sz="1463" dirty="0"/>
              <a:t>サイズ：</a:t>
            </a:r>
            <a:r>
              <a:rPr lang="en-US" altLang="ja-JP" sz="1463" dirty="0"/>
              <a:t>18</a:t>
            </a:r>
          </a:p>
          <a:p>
            <a:pPr algn="ctr"/>
            <a:r>
              <a:rPr kumimoji="1" lang="ja-JP" altLang="en-US" sz="1463" dirty="0"/>
              <a:t>左寄せ</a:t>
            </a:r>
            <a:endParaRPr kumimoji="1" lang="en-US" altLang="ja-JP" sz="1463" dirty="0"/>
          </a:p>
        </p:txBody>
      </p:sp>
      <p:sp>
        <p:nvSpPr>
          <p:cNvPr id="23" name="四角形吹き出し 22"/>
          <p:cNvSpPr/>
          <p:nvPr userDrawn="1"/>
        </p:nvSpPr>
        <p:spPr>
          <a:xfrm>
            <a:off x="10657068" y="5752795"/>
            <a:ext cx="1645113" cy="970890"/>
          </a:xfrm>
          <a:prstGeom prst="wedgeRectCallout">
            <a:avLst>
              <a:gd name="adj1" fmla="val -62408"/>
              <a:gd name="adj2" fmla="val 9477"/>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この赤ガイド線内に収まるように作成してください</a:t>
            </a:r>
          </a:p>
        </p:txBody>
      </p:sp>
    </p:spTree>
    <p:extLst>
      <p:ext uri="{BB962C8B-B14F-4D97-AF65-F5344CB8AC3E}">
        <p14:creationId xmlns:p14="http://schemas.microsoft.com/office/powerpoint/2010/main" val="15220761"/>
      </p:ext>
    </p:extLst>
  </p:cSld>
  <p:clrMapOvr>
    <a:masterClrMapping/>
  </p:clrMapOvr>
  <p:hf hdr="0" ftr="0" dt="0"/>
  <p:extLst>
    <p:ext uri="{DCECCB84-F9BA-43D5-87BE-67443E8EF086}">
      <p15:sldGuideLst xmlns:p15="http://schemas.microsoft.com/office/powerpoint/2012/main">
        <p15:guide id="1" orient="horz" pos="2160">
          <p15:clr>
            <a:srgbClr val="000000"/>
          </p15:clr>
        </p15:guide>
        <p15:guide id="2" pos="3840">
          <p15:clr>
            <a:srgbClr val="000000"/>
          </p15:clr>
        </p15:guide>
      </p15:sldGuideLst>
    </p:ext>
  </p:extLst>
</p:sldLayout>
</file>

<file path=ppt/slideLayouts/slideLayout46.xml><?xml version="1.0" encoding="utf-8"?>
<p:sldLayout xmlns:a="http://schemas.openxmlformats.org/drawingml/2006/main" xmlns:r="http://schemas.openxmlformats.org/officeDocument/2006/relationships" xmlns:p="http://schemas.openxmlformats.org/presentationml/2006/main" userDrawn="1">
  <p:cSld name="34_タイトルとコンテンツ">
    <p:spTree>
      <p:nvGrpSpPr>
        <p:cNvPr id="1" name=""/>
        <p:cNvGrpSpPr/>
        <p:nvPr/>
      </p:nvGrpSpPr>
      <p:grpSpPr>
        <a:xfrm>
          <a:off x="0" y="0"/>
          <a:ext cx="0" cy="0"/>
          <a:chOff x="0" y="0"/>
          <a:chExt cx="0" cy="0"/>
        </a:xfrm>
      </p:grpSpPr>
      <p:graphicFrame>
        <p:nvGraphicFramePr>
          <p:cNvPr id="26" name="表 25"/>
          <p:cNvGraphicFramePr>
            <a:graphicFrameLocks noGrp="1"/>
          </p:cNvGraphicFramePr>
          <p:nvPr userDrawn="1"/>
        </p:nvGraphicFramePr>
        <p:xfrm>
          <a:off x="0" y="727606"/>
          <a:ext cx="438463" cy="5882490"/>
        </p:xfrm>
        <a:graphic>
          <a:graphicData uri="http://schemas.openxmlformats.org/drawingml/2006/table">
            <a:tbl>
              <a:tblPr firstRow="1" bandRow="1">
                <a:tableStyleId>{5C22544A-7EE6-4342-B048-85BDC9FD1C3A}</a:tableStyleId>
              </a:tblPr>
              <a:tblGrid>
                <a:gridCol w="438463">
                  <a:extLst>
                    <a:ext uri="{9D8B030D-6E8A-4147-A177-3AD203B41FA5}">
                      <a16:colId xmlns:a16="http://schemas.microsoft.com/office/drawing/2014/main" val="2456847792"/>
                    </a:ext>
                  </a:extLst>
                </a:gridCol>
              </a:tblGrid>
              <a:tr h="980415">
                <a:tc>
                  <a:txBody>
                    <a:bodyPr/>
                    <a:lstStyle/>
                    <a:p>
                      <a:pPr algn="ctr"/>
                      <a:r>
                        <a:rPr kumimoji="1" lang="ja-JP" altLang="en-US" sz="1100" b="1" dirty="0">
                          <a:solidFill>
                            <a:schemeClr val="bg1"/>
                          </a:solidFill>
                        </a:rPr>
                        <a:t>①タイトル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1512206185"/>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②タイトル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2631667891"/>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③タイトル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627911894"/>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④タイトル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2091809632"/>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⑤タイトル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1750606519"/>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⑥タイトル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149417652"/>
                  </a:ext>
                </a:extLst>
              </a:tr>
            </a:tbl>
          </a:graphicData>
        </a:graphic>
      </p:graphicFrame>
      <p:sp>
        <p:nvSpPr>
          <p:cNvPr id="35" name="正方形/長方形 34"/>
          <p:cNvSpPr/>
          <p:nvPr userDrawn="1"/>
        </p:nvSpPr>
        <p:spPr>
          <a:xfrm>
            <a:off x="85255" y="1119975"/>
            <a:ext cx="267950" cy="5341188"/>
          </a:xfrm>
          <a:prstGeom prst="rect">
            <a:avLst/>
          </a:prstGeom>
          <a:solidFill>
            <a:srgbClr val="FF00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vert="eaVert" rtlCol="0" anchor="ctr"/>
          <a:lstStyle/>
          <a:p>
            <a:pPr algn="ctr"/>
            <a:r>
              <a:rPr kumimoji="1" lang="ja-JP" altLang="en-US" sz="1463" dirty="0"/>
              <a:t>こちらで変更します。</a:t>
            </a:r>
          </a:p>
        </p:txBody>
      </p:sp>
      <p:sp>
        <p:nvSpPr>
          <p:cNvPr id="8" name="正方形/長方形 7"/>
          <p:cNvSpPr/>
          <p:nvPr userDrawn="1"/>
        </p:nvSpPr>
        <p:spPr>
          <a:xfrm>
            <a:off x="0" y="6610097"/>
            <a:ext cx="9906000" cy="24765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7" name="Text Box 31"/>
          <p:cNvSpPr txBox="1">
            <a:spLocks noChangeArrowheads="1"/>
          </p:cNvSpPr>
          <p:nvPr userDrawn="1"/>
        </p:nvSpPr>
        <p:spPr bwMode="auto">
          <a:xfrm>
            <a:off x="42215" y="6580034"/>
            <a:ext cx="4206531" cy="267446"/>
          </a:xfrm>
          <a:prstGeom prst="rect">
            <a:avLst/>
          </a:prstGeom>
          <a:noFill/>
          <a:ln w="9525">
            <a:noFill/>
            <a:miter lim="800000"/>
            <a:headEnd/>
            <a:tailEnd/>
          </a:ln>
          <a:effectLst/>
        </p:spPr>
        <p:txBody>
          <a:bodyPr wrap="square">
            <a:spAutoFit/>
          </a:bodyPr>
          <a:lstStyle/>
          <a:p>
            <a:pPr>
              <a:defRPr/>
            </a:pPr>
            <a:r>
              <a:rPr lang="en-US" altLang="ja-JP" sz="1138" b="1" dirty="0" err="1">
                <a:solidFill>
                  <a:schemeClr val="bg1"/>
                </a:solidFill>
                <a:latin typeface="Monotype Corsiva" pitchFamily="66" charset="0"/>
                <a:ea typeface="HGP創英角ｺﾞｼｯｸUB" pitchFamily="50" charset="-128"/>
              </a:rPr>
              <a:t>Copyright©Funai</a:t>
            </a:r>
            <a:r>
              <a:rPr lang="en-US" altLang="ja-JP" sz="1138" b="1" dirty="0">
                <a:solidFill>
                  <a:schemeClr val="bg1"/>
                </a:solidFill>
                <a:latin typeface="Monotype Corsiva" pitchFamily="66" charset="0"/>
                <a:ea typeface="HGP創英角ｺﾞｼｯｸUB" pitchFamily="50" charset="-128"/>
              </a:rPr>
              <a:t> Consulting Incorporated </a:t>
            </a:r>
            <a:r>
              <a:rPr lang="ja-JP" altLang="en-US" sz="1138" b="1" dirty="0">
                <a:solidFill>
                  <a:schemeClr val="bg1"/>
                </a:solidFill>
                <a:latin typeface="Monotype Corsiva" pitchFamily="66" charset="0"/>
                <a:ea typeface="HGP創英角ｺﾞｼｯｸUB" pitchFamily="50" charset="-128"/>
              </a:rPr>
              <a:t>　　（</a:t>
            </a:r>
            <a:r>
              <a:rPr lang="en-US" altLang="ja-JP" sz="1138" b="1" dirty="0" err="1">
                <a:solidFill>
                  <a:schemeClr val="bg1"/>
                </a:solidFill>
                <a:latin typeface="Monotype Corsiva" pitchFamily="66" charset="0"/>
                <a:ea typeface="HGP創英角ｺﾞｼｯｸUB" pitchFamily="50" charset="-128"/>
              </a:rPr>
              <a:t>Funai</a:t>
            </a:r>
            <a:r>
              <a:rPr lang="en-US" altLang="ja-JP" sz="1138" b="1" dirty="0">
                <a:solidFill>
                  <a:schemeClr val="bg1"/>
                </a:solidFill>
                <a:latin typeface="Monotype Corsiva" pitchFamily="66" charset="0"/>
                <a:ea typeface="HGP創英角ｺﾞｼｯｸUB" pitchFamily="50" charset="-128"/>
              </a:rPr>
              <a:t> Consulting</a:t>
            </a:r>
            <a:r>
              <a:rPr lang="ja-JP" altLang="en-US" sz="1138" b="1" dirty="0">
                <a:solidFill>
                  <a:schemeClr val="bg1"/>
                </a:solidFill>
                <a:latin typeface="Monotype Corsiva" pitchFamily="66" charset="0"/>
                <a:ea typeface="HGP創英角ｺﾞｼｯｸUB" pitchFamily="50" charset="-128"/>
              </a:rPr>
              <a:t> </a:t>
            </a:r>
            <a:r>
              <a:rPr lang="en-US" altLang="ja-JP" sz="1138" b="1" dirty="0">
                <a:solidFill>
                  <a:schemeClr val="bg1"/>
                </a:solidFill>
                <a:latin typeface="Monotype Corsiva" pitchFamily="66" charset="0"/>
                <a:ea typeface="HGP創英角ｺﾞｼｯｸUB" pitchFamily="50" charset="-128"/>
              </a:rPr>
              <a:t>Inc.</a:t>
            </a:r>
            <a:r>
              <a:rPr lang="ja-JP" altLang="en-US" sz="1138" b="1" dirty="0">
                <a:solidFill>
                  <a:schemeClr val="bg1"/>
                </a:solidFill>
                <a:latin typeface="Monotype Corsiva" pitchFamily="66" charset="0"/>
                <a:ea typeface="HGP創英角ｺﾞｼｯｸUB" pitchFamily="50" charset="-128"/>
              </a:rPr>
              <a:t>）</a:t>
            </a:r>
            <a:endParaRPr lang="en-US" altLang="ja-JP" sz="1138" b="1" dirty="0">
              <a:solidFill>
                <a:schemeClr val="bg1"/>
              </a:solidFill>
              <a:latin typeface="Monotype Corsiva" pitchFamily="66" charset="0"/>
              <a:ea typeface="HGP創英角ｺﾞｼｯｸUB" pitchFamily="50" charset="-128"/>
            </a:endParaRPr>
          </a:p>
        </p:txBody>
      </p:sp>
      <p:sp>
        <p:nvSpPr>
          <p:cNvPr id="12" name="スライド番号プレースホルダー 11"/>
          <p:cNvSpPr>
            <a:spLocks noGrp="1"/>
          </p:cNvSpPr>
          <p:nvPr>
            <p:ph type="sldNum" sz="quarter" idx="12"/>
          </p:nvPr>
        </p:nvSpPr>
        <p:spPr>
          <a:xfrm>
            <a:off x="7677150" y="6551360"/>
            <a:ext cx="2228850" cy="365125"/>
          </a:xfrm>
        </p:spPr>
        <p:txBody>
          <a:bodyPr/>
          <a:lstStyle>
            <a:lvl1pPr>
              <a:defRPr sz="1300" b="1">
                <a:solidFill>
                  <a:schemeClr val="bg1"/>
                </a:solidFill>
              </a:defRPr>
            </a:lvl1pPr>
          </a:lstStyle>
          <a:p>
            <a:fld id="{85FC83C8-0BB2-4721-BA19-3C9CC69276E3}" type="slidenum">
              <a:rPr lang="ja-JP" altLang="en-US" smtClean="0"/>
              <a:pPr/>
              <a:t>‹#›</a:t>
            </a:fld>
            <a:endParaRPr lang="ja-JP" altLang="en-US"/>
          </a:p>
        </p:txBody>
      </p:sp>
      <p:sp>
        <p:nvSpPr>
          <p:cNvPr id="22" name="楕円 21"/>
          <p:cNvSpPr/>
          <p:nvPr userDrawn="1"/>
        </p:nvSpPr>
        <p:spPr>
          <a:xfrm>
            <a:off x="-2244328" y="-788766"/>
            <a:ext cx="14437221" cy="1759809"/>
          </a:xfrm>
          <a:prstGeom prst="ellipse">
            <a:avLst/>
          </a:prstGeom>
          <a:solidFill>
            <a:srgbClr val="8B945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24" name="タイトル 1"/>
          <p:cNvSpPr>
            <a:spLocks noGrp="1"/>
          </p:cNvSpPr>
          <p:nvPr>
            <p:ph type="title"/>
          </p:nvPr>
        </p:nvSpPr>
        <p:spPr>
          <a:xfrm>
            <a:off x="255770" y="245205"/>
            <a:ext cx="9378221" cy="605918"/>
          </a:xfrm>
        </p:spPr>
        <p:txBody>
          <a:bodyPr>
            <a:noAutofit/>
          </a:bodyPr>
          <a:lstStyle>
            <a:lvl1pPr algn="ctr">
              <a:defRPr sz="3900" b="1">
                <a:solidFill>
                  <a:schemeClr val="bg1"/>
                </a:solidFill>
              </a:defRPr>
            </a:lvl1pPr>
          </a:lstStyle>
          <a:p>
            <a:r>
              <a:rPr kumimoji="1" lang="ja-JP" altLang="en-US" dirty="0"/>
              <a:t>マスター タイトルの書式設定</a:t>
            </a:r>
          </a:p>
        </p:txBody>
      </p:sp>
      <p:sp>
        <p:nvSpPr>
          <p:cNvPr id="36" name="正方形/長方形 35"/>
          <p:cNvSpPr/>
          <p:nvPr userDrawn="1"/>
        </p:nvSpPr>
        <p:spPr>
          <a:xfrm>
            <a:off x="-2650779" y="-1508644"/>
            <a:ext cx="2642953" cy="3507698"/>
          </a:xfrm>
          <a:prstGeom prst="rect">
            <a:avLst/>
          </a:prstGeom>
          <a:solidFill>
            <a:srgbClr val="E6E6E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37" name="正方形/長方形 36"/>
          <p:cNvSpPr/>
          <p:nvPr userDrawn="1"/>
        </p:nvSpPr>
        <p:spPr>
          <a:xfrm>
            <a:off x="-200669" y="-3521490"/>
            <a:ext cx="11734663" cy="3507698"/>
          </a:xfrm>
          <a:prstGeom prst="rect">
            <a:avLst/>
          </a:prstGeom>
          <a:solidFill>
            <a:srgbClr val="E6E6E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38" name="正方形/長方形 37"/>
          <p:cNvSpPr/>
          <p:nvPr userDrawn="1"/>
        </p:nvSpPr>
        <p:spPr>
          <a:xfrm>
            <a:off x="9918180" y="-2387723"/>
            <a:ext cx="2642953" cy="3507698"/>
          </a:xfrm>
          <a:prstGeom prst="rect">
            <a:avLst/>
          </a:prstGeom>
          <a:solidFill>
            <a:srgbClr val="E6E6E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27" name="楕円 26"/>
          <p:cNvSpPr/>
          <p:nvPr userDrawn="1"/>
        </p:nvSpPr>
        <p:spPr>
          <a:xfrm>
            <a:off x="10081668" y="4975630"/>
            <a:ext cx="340519" cy="417363"/>
          </a:xfrm>
          <a:prstGeom prst="ellipse">
            <a:avLst/>
          </a:prstGeom>
          <a:solidFill>
            <a:srgbClr val="8B945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28" name="楕円 27"/>
          <p:cNvSpPr/>
          <p:nvPr userDrawn="1"/>
        </p:nvSpPr>
        <p:spPr>
          <a:xfrm>
            <a:off x="10081668" y="3641505"/>
            <a:ext cx="340519" cy="417363"/>
          </a:xfrm>
          <a:prstGeom prst="ellipse">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29" name="楕円 28"/>
          <p:cNvSpPr/>
          <p:nvPr userDrawn="1"/>
        </p:nvSpPr>
        <p:spPr>
          <a:xfrm>
            <a:off x="10081668" y="2307380"/>
            <a:ext cx="340519" cy="417363"/>
          </a:xfrm>
          <a:prstGeom prst="ellipse">
            <a:avLst/>
          </a:prstGeom>
          <a:solidFill>
            <a:schemeClr val="bg2">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30" name="楕円 29"/>
          <p:cNvSpPr/>
          <p:nvPr userDrawn="1"/>
        </p:nvSpPr>
        <p:spPr>
          <a:xfrm>
            <a:off x="10081668" y="973255"/>
            <a:ext cx="340519" cy="417363"/>
          </a:xfrm>
          <a:prstGeom prst="ellipse">
            <a:avLst/>
          </a:prstGeom>
          <a:solidFill>
            <a:schemeClr val="bg2">
              <a:lumMod val="2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31" name="四角形吹き出し 30"/>
          <p:cNvSpPr/>
          <p:nvPr userDrawn="1"/>
        </p:nvSpPr>
        <p:spPr>
          <a:xfrm>
            <a:off x="10657068" y="419727"/>
            <a:ext cx="1438387" cy="970890"/>
          </a:xfrm>
          <a:prstGeom prst="wedgeRectCallout">
            <a:avLst>
              <a:gd name="adj1" fmla="val -61477"/>
              <a:gd name="adj2" fmla="val 23901"/>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文字の色</a:t>
            </a:r>
          </a:p>
        </p:txBody>
      </p:sp>
      <p:sp>
        <p:nvSpPr>
          <p:cNvPr id="32" name="四角形吹き出し 31"/>
          <p:cNvSpPr/>
          <p:nvPr userDrawn="1"/>
        </p:nvSpPr>
        <p:spPr>
          <a:xfrm>
            <a:off x="10657068" y="1821934"/>
            <a:ext cx="1438387" cy="970890"/>
          </a:xfrm>
          <a:prstGeom prst="wedgeRectCallout">
            <a:avLst>
              <a:gd name="adj1" fmla="val -61477"/>
              <a:gd name="adj2" fmla="val 23901"/>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やじるしなどの図形の色</a:t>
            </a:r>
          </a:p>
        </p:txBody>
      </p:sp>
      <p:sp>
        <p:nvSpPr>
          <p:cNvPr id="33" name="四角形吹き出し 32"/>
          <p:cNvSpPr/>
          <p:nvPr userDrawn="1"/>
        </p:nvSpPr>
        <p:spPr>
          <a:xfrm>
            <a:off x="10657068" y="4490184"/>
            <a:ext cx="1438387" cy="970890"/>
          </a:xfrm>
          <a:prstGeom prst="wedgeRectCallout">
            <a:avLst>
              <a:gd name="adj1" fmla="val -61477"/>
              <a:gd name="adj2" fmla="val 23901"/>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ベースの色</a:t>
            </a:r>
          </a:p>
        </p:txBody>
      </p:sp>
      <p:sp>
        <p:nvSpPr>
          <p:cNvPr id="34" name="四角形吹き出し 33"/>
          <p:cNvSpPr/>
          <p:nvPr userDrawn="1"/>
        </p:nvSpPr>
        <p:spPr>
          <a:xfrm>
            <a:off x="10657068" y="3156059"/>
            <a:ext cx="1438387" cy="970890"/>
          </a:xfrm>
          <a:prstGeom prst="wedgeRectCallout">
            <a:avLst>
              <a:gd name="adj1" fmla="val -61477"/>
              <a:gd name="adj2" fmla="val 23901"/>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強調の色</a:t>
            </a:r>
          </a:p>
        </p:txBody>
      </p:sp>
      <p:sp>
        <p:nvSpPr>
          <p:cNvPr id="39" name="四角形吹き出し 38"/>
          <p:cNvSpPr/>
          <p:nvPr userDrawn="1"/>
        </p:nvSpPr>
        <p:spPr>
          <a:xfrm>
            <a:off x="-2959618" y="-919028"/>
            <a:ext cx="2448136" cy="1838056"/>
          </a:xfrm>
          <a:prstGeom prst="wedgeRectCallout">
            <a:avLst>
              <a:gd name="adj1" fmla="val 68120"/>
              <a:gd name="adj2" fmla="val 16336"/>
            </a:avLst>
          </a:prstGeom>
          <a:solidFill>
            <a:srgbClr val="07628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タイトル（目次と対応させてください。）</a:t>
            </a:r>
            <a:endParaRPr kumimoji="1" lang="en-US" altLang="ja-JP" sz="1463" dirty="0"/>
          </a:p>
          <a:p>
            <a:pPr algn="ctr"/>
            <a:r>
              <a:rPr kumimoji="1" lang="ja-JP" altLang="en-US" sz="1463" dirty="0"/>
              <a:t>フォント：メイリオ見出し</a:t>
            </a:r>
            <a:endParaRPr kumimoji="1" lang="en-US" altLang="ja-JP" sz="1463" dirty="0"/>
          </a:p>
          <a:p>
            <a:pPr algn="ctr"/>
            <a:r>
              <a:rPr lang="ja-JP" altLang="en-US" sz="1463" dirty="0"/>
              <a:t>サイズ：</a:t>
            </a:r>
            <a:r>
              <a:rPr lang="en-US" altLang="ja-JP" sz="1463" dirty="0"/>
              <a:t>48</a:t>
            </a:r>
          </a:p>
          <a:p>
            <a:pPr algn="ctr"/>
            <a:r>
              <a:rPr lang="ja-JP" altLang="en-US" sz="1463" dirty="0"/>
              <a:t>ボールド</a:t>
            </a:r>
            <a:endParaRPr lang="en-US" altLang="ja-JP" sz="1463" dirty="0"/>
          </a:p>
          <a:p>
            <a:pPr algn="ctr"/>
            <a:r>
              <a:rPr lang="ja-JP" altLang="en-US" sz="1463" dirty="0"/>
              <a:t>真ん中寄せ</a:t>
            </a:r>
            <a:endParaRPr kumimoji="1" lang="en-US" altLang="ja-JP" sz="1463" dirty="0"/>
          </a:p>
        </p:txBody>
      </p:sp>
      <p:sp>
        <p:nvSpPr>
          <p:cNvPr id="45" name="四角形吹き出し 44"/>
          <p:cNvSpPr/>
          <p:nvPr userDrawn="1"/>
        </p:nvSpPr>
        <p:spPr>
          <a:xfrm>
            <a:off x="-2933551" y="2899809"/>
            <a:ext cx="2448136" cy="1838056"/>
          </a:xfrm>
          <a:prstGeom prst="wedgeRectCallout">
            <a:avLst>
              <a:gd name="adj1" fmla="val 68120"/>
              <a:gd name="adj2" fmla="val 16336"/>
            </a:avLst>
          </a:prstGeom>
          <a:solidFill>
            <a:srgbClr val="07628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小見出し</a:t>
            </a:r>
            <a:endParaRPr kumimoji="1" lang="en-US" altLang="ja-JP" sz="1463" dirty="0"/>
          </a:p>
          <a:p>
            <a:pPr algn="ctr"/>
            <a:r>
              <a:rPr kumimoji="1" lang="ja-JP" altLang="en-US" sz="1463" dirty="0"/>
              <a:t>フォント：メイリオ本文</a:t>
            </a:r>
            <a:endParaRPr kumimoji="1" lang="en-US" altLang="ja-JP" sz="1463" dirty="0"/>
          </a:p>
          <a:p>
            <a:pPr algn="ctr"/>
            <a:r>
              <a:rPr lang="ja-JP" altLang="en-US" sz="1463" dirty="0"/>
              <a:t>サイズ：</a:t>
            </a:r>
            <a:r>
              <a:rPr lang="en-US" altLang="ja-JP" sz="1463" dirty="0"/>
              <a:t>32</a:t>
            </a:r>
          </a:p>
          <a:p>
            <a:pPr algn="ctr"/>
            <a:r>
              <a:rPr lang="ja-JP" altLang="en-US" sz="1463" dirty="0"/>
              <a:t>ボールド</a:t>
            </a:r>
            <a:endParaRPr lang="en-US" altLang="ja-JP" sz="1463" dirty="0"/>
          </a:p>
          <a:p>
            <a:pPr algn="ctr"/>
            <a:r>
              <a:rPr kumimoji="1" lang="ja-JP" altLang="en-US" sz="1463" dirty="0"/>
              <a:t>左寄せ</a:t>
            </a:r>
            <a:endParaRPr kumimoji="1" lang="en-US" altLang="ja-JP" sz="1463" dirty="0"/>
          </a:p>
        </p:txBody>
      </p:sp>
      <p:sp>
        <p:nvSpPr>
          <p:cNvPr id="46" name="四角形吹き出し 45"/>
          <p:cNvSpPr/>
          <p:nvPr userDrawn="1"/>
        </p:nvSpPr>
        <p:spPr>
          <a:xfrm>
            <a:off x="-2933551" y="4895865"/>
            <a:ext cx="2448136" cy="1838056"/>
          </a:xfrm>
          <a:prstGeom prst="wedgeRectCallout">
            <a:avLst>
              <a:gd name="adj1" fmla="val 68617"/>
              <a:gd name="adj2" fmla="val -24441"/>
            </a:avLst>
          </a:prstGeom>
          <a:solidFill>
            <a:srgbClr val="07628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本文</a:t>
            </a:r>
            <a:endParaRPr kumimoji="1" lang="en-US" altLang="ja-JP" sz="1463" dirty="0"/>
          </a:p>
          <a:p>
            <a:pPr algn="ctr"/>
            <a:r>
              <a:rPr kumimoji="1" lang="ja-JP" altLang="en-US" sz="1463" dirty="0"/>
              <a:t>フォント：メイリオ本文</a:t>
            </a:r>
            <a:endParaRPr kumimoji="1" lang="en-US" altLang="ja-JP" sz="1463" dirty="0"/>
          </a:p>
          <a:p>
            <a:pPr algn="ctr"/>
            <a:r>
              <a:rPr lang="ja-JP" altLang="en-US" sz="1463" dirty="0"/>
              <a:t>サイズ：</a:t>
            </a:r>
            <a:r>
              <a:rPr lang="en-US" altLang="ja-JP" sz="1463" dirty="0"/>
              <a:t>18</a:t>
            </a:r>
          </a:p>
          <a:p>
            <a:pPr algn="ctr"/>
            <a:r>
              <a:rPr kumimoji="1" lang="ja-JP" altLang="en-US" sz="1463" dirty="0"/>
              <a:t>左寄せ</a:t>
            </a:r>
            <a:endParaRPr kumimoji="1" lang="en-US" altLang="ja-JP" sz="1463" dirty="0"/>
          </a:p>
        </p:txBody>
      </p:sp>
      <p:sp>
        <p:nvSpPr>
          <p:cNvPr id="23" name="四角形吹き出し 22"/>
          <p:cNvSpPr/>
          <p:nvPr userDrawn="1"/>
        </p:nvSpPr>
        <p:spPr>
          <a:xfrm>
            <a:off x="10657068" y="5752795"/>
            <a:ext cx="1645113" cy="970890"/>
          </a:xfrm>
          <a:prstGeom prst="wedgeRectCallout">
            <a:avLst>
              <a:gd name="adj1" fmla="val -62408"/>
              <a:gd name="adj2" fmla="val 9477"/>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この赤ガイド線内に収まるように作成してください</a:t>
            </a:r>
          </a:p>
        </p:txBody>
      </p:sp>
    </p:spTree>
    <p:extLst>
      <p:ext uri="{BB962C8B-B14F-4D97-AF65-F5344CB8AC3E}">
        <p14:creationId xmlns:p14="http://schemas.microsoft.com/office/powerpoint/2010/main" val="985575324"/>
      </p:ext>
    </p:extLst>
  </p:cSld>
  <p:clrMapOvr>
    <a:masterClrMapping/>
  </p:clrMapOvr>
  <p:hf hdr="0" ftr="0" dt="0"/>
  <p:extLst>
    <p:ext uri="{DCECCB84-F9BA-43D5-87BE-67443E8EF086}">
      <p15:sldGuideLst xmlns:p15="http://schemas.microsoft.com/office/powerpoint/2012/main">
        <p15:guide id="1" orient="horz" pos="2160">
          <p15:clr>
            <a:srgbClr val="000000"/>
          </p15:clr>
        </p15:guide>
        <p15:guide id="2" pos="3840">
          <p15:clr>
            <a:srgbClr val="000000"/>
          </p15:clr>
        </p15:guide>
      </p15:sldGuideLst>
    </p:ext>
  </p:extLst>
</p:sldLayout>
</file>

<file path=ppt/slideLayouts/slideLayout47.xml><?xml version="1.0" encoding="utf-8"?>
<p:sldLayout xmlns:a="http://schemas.openxmlformats.org/drawingml/2006/main" xmlns:r="http://schemas.openxmlformats.org/officeDocument/2006/relationships" xmlns:p="http://schemas.openxmlformats.org/presentationml/2006/main" userDrawn="1">
  <p:cSld name="35_タイトルとコンテンツ">
    <p:spTree>
      <p:nvGrpSpPr>
        <p:cNvPr id="1" name=""/>
        <p:cNvGrpSpPr/>
        <p:nvPr/>
      </p:nvGrpSpPr>
      <p:grpSpPr>
        <a:xfrm>
          <a:off x="0" y="0"/>
          <a:ext cx="0" cy="0"/>
          <a:chOff x="0" y="0"/>
          <a:chExt cx="0" cy="0"/>
        </a:xfrm>
      </p:grpSpPr>
      <p:graphicFrame>
        <p:nvGraphicFramePr>
          <p:cNvPr id="26" name="表 25"/>
          <p:cNvGraphicFramePr>
            <a:graphicFrameLocks noGrp="1"/>
          </p:cNvGraphicFramePr>
          <p:nvPr userDrawn="1"/>
        </p:nvGraphicFramePr>
        <p:xfrm>
          <a:off x="0" y="727606"/>
          <a:ext cx="438463" cy="5882490"/>
        </p:xfrm>
        <a:graphic>
          <a:graphicData uri="http://schemas.openxmlformats.org/drawingml/2006/table">
            <a:tbl>
              <a:tblPr firstRow="1" bandRow="1">
                <a:tableStyleId>{5C22544A-7EE6-4342-B048-85BDC9FD1C3A}</a:tableStyleId>
              </a:tblPr>
              <a:tblGrid>
                <a:gridCol w="438463">
                  <a:extLst>
                    <a:ext uri="{9D8B030D-6E8A-4147-A177-3AD203B41FA5}">
                      <a16:colId xmlns:a16="http://schemas.microsoft.com/office/drawing/2014/main" val="2456847792"/>
                    </a:ext>
                  </a:extLst>
                </a:gridCol>
              </a:tblGrid>
              <a:tr h="980415">
                <a:tc>
                  <a:txBody>
                    <a:bodyPr/>
                    <a:lstStyle/>
                    <a:p>
                      <a:pPr algn="ctr"/>
                      <a:r>
                        <a:rPr kumimoji="1" lang="ja-JP" altLang="en-US" sz="1100" b="1" dirty="0">
                          <a:solidFill>
                            <a:schemeClr val="bg1"/>
                          </a:solidFill>
                        </a:rPr>
                        <a:t>①タイトル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1512206185"/>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②タイトル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2631667891"/>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③タイトル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627911894"/>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④タイトル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2091809632"/>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⑤タイトル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1750606519"/>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⑥タイトル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149417652"/>
                  </a:ext>
                </a:extLst>
              </a:tr>
            </a:tbl>
          </a:graphicData>
        </a:graphic>
      </p:graphicFrame>
      <p:sp>
        <p:nvSpPr>
          <p:cNvPr id="35" name="正方形/長方形 34"/>
          <p:cNvSpPr/>
          <p:nvPr userDrawn="1"/>
        </p:nvSpPr>
        <p:spPr>
          <a:xfrm>
            <a:off x="85255" y="1119975"/>
            <a:ext cx="267950" cy="5341188"/>
          </a:xfrm>
          <a:prstGeom prst="rect">
            <a:avLst/>
          </a:prstGeom>
          <a:solidFill>
            <a:srgbClr val="FF00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vert="eaVert" rtlCol="0" anchor="ctr"/>
          <a:lstStyle/>
          <a:p>
            <a:pPr algn="ctr"/>
            <a:r>
              <a:rPr kumimoji="1" lang="ja-JP" altLang="en-US" sz="1463" dirty="0"/>
              <a:t>こちらで変更します。</a:t>
            </a:r>
          </a:p>
        </p:txBody>
      </p:sp>
      <p:sp>
        <p:nvSpPr>
          <p:cNvPr id="8" name="正方形/長方形 7"/>
          <p:cNvSpPr/>
          <p:nvPr userDrawn="1"/>
        </p:nvSpPr>
        <p:spPr>
          <a:xfrm>
            <a:off x="0" y="6610097"/>
            <a:ext cx="9906000" cy="24765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7" name="Text Box 31"/>
          <p:cNvSpPr txBox="1">
            <a:spLocks noChangeArrowheads="1"/>
          </p:cNvSpPr>
          <p:nvPr userDrawn="1"/>
        </p:nvSpPr>
        <p:spPr bwMode="auto">
          <a:xfrm>
            <a:off x="42215" y="6580034"/>
            <a:ext cx="4206531" cy="267446"/>
          </a:xfrm>
          <a:prstGeom prst="rect">
            <a:avLst/>
          </a:prstGeom>
          <a:noFill/>
          <a:ln w="9525">
            <a:noFill/>
            <a:miter lim="800000"/>
            <a:headEnd/>
            <a:tailEnd/>
          </a:ln>
          <a:effectLst/>
        </p:spPr>
        <p:txBody>
          <a:bodyPr wrap="square">
            <a:spAutoFit/>
          </a:bodyPr>
          <a:lstStyle/>
          <a:p>
            <a:pPr>
              <a:defRPr/>
            </a:pPr>
            <a:r>
              <a:rPr lang="en-US" altLang="ja-JP" sz="1138" b="1" dirty="0" err="1">
                <a:solidFill>
                  <a:schemeClr val="bg1"/>
                </a:solidFill>
                <a:latin typeface="Monotype Corsiva" pitchFamily="66" charset="0"/>
                <a:ea typeface="HGP創英角ｺﾞｼｯｸUB" pitchFamily="50" charset="-128"/>
              </a:rPr>
              <a:t>Copyright©Funai</a:t>
            </a:r>
            <a:r>
              <a:rPr lang="en-US" altLang="ja-JP" sz="1138" b="1" dirty="0">
                <a:solidFill>
                  <a:schemeClr val="bg1"/>
                </a:solidFill>
                <a:latin typeface="Monotype Corsiva" pitchFamily="66" charset="0"/>
                <a:ea typeface="HGP創英角ｺﾞｼｯｸUB" pitchFamily="50" charset="-128"/>
              </a:rPr>
              <a:t> Consulting Incorporated </a:t>
            </a:r>
            <a:r>
              <a:rPr lang="ja-JP" altLang="en-US" sz="1138" b="1" dirty="0">
                <a:solidFill>
                  <a:schemeClr val="bg1"/>
                </a:solidFill>
                <a:latin typeface="Monotype Corsiva" pitchFamily="66" charset="0"/>
                <a:ea typeface="HGP創英角ｺﾞｼｯｸUB" pitchFamily="50" charset="-128"/>
              </a:rPr>
              <a:t>　　（</a:t>
            </a:r>
            <a:r>
              <a:rPr lang="en-US" altLang="ja-JP" sz="1138" b="1" dirty="0" err="1">
                <a:solidFill>
                  <a:schemeClr val="bg1"/>
                </a:solidFill>
                <a:latin typeface="Monotype Corsiva" pitchFamily="66" charset="0"/>
                <a:ea typeface="HGP創英角ｺﾞｼｯｸUB" pitchFamily="50" charset="-128"/>
              </a:rPr>
              <a:t>Funai</a:t>
            </a:r>
            <a:r>
              <a:rPr lang="en-US" altLang="ja-JP" sz="1138" b="1" dirty="0">
                <a:solidFill>
                  <a:schemeClr val="bg1"/>
                </a:solidFill>
                <a:latin typeface="Monotype Corsiva" pitchFamily="66" charset="0"/>
                <a:ea typeface="HGP創英角ｺﾞｼｯｸUB" pitchFamily="50" charset="-128"/>
              </a:rPr>
              <a:t> Consulting</a:t>
            </a:r>
            <a:r>
              <a:rPr lang="ja-JP" altLang="en-US" sz="1138" b="1" dirty="0">
                <a:solidFill>
                  <a:schemeClr val="bg1"/>
                </a:solidFill>
                <a:latin typeface="Monotype Corsiva" pitchFamily="66" charset="0"/>
                <a:ea typeface="HGP創英角ｺﾞｼｯｸUB" pitchFamily="50" charset="-128"/>
              </a:rPr>
              <a:t> </a:t>
            </a:r>
            <a:r>
              <a:rPr lang="en-US" altLang="ja-JP" sz="1138" b="1" dirty="0">
                <a:solidFill>
                  <a:schemeClr val="bg1"/>
                </a:solidFill>
                <a:latin typeface="Monotype Corsiva" pitchFamily="66" charset="0"/>
                <a:ea typeface="HGP創英角ｺﾞｼｯｸUB" pitchFamily="50" charset="-128"/>
              </a:rPr>
              <a:t>Inc.</a:t>
            </a:r>
            <a:r>
              <a:rPr lang="ja-JP" altLang="en-US" sz="1138" b="1" dirty="0">
                <a:solidFill>
                  <a:schemeClr val="bg1"/>
                </a:solidFill>
                <a:latin typeface="Monotype Corsiva" pitchFamily="66" charset="0"/>
                <a:ea typeface="HGP創英角ｺﾞｼｯｸUB" pitchFamily="50" charset="-128"/>
              </a:rPr>
              <a:t>）</a:t>
            </a:r>
            <a:endParaRPr lang="en-US" altLang="ja-JP" sz="1138" b="1" dirty="0">
              <a:solidFill>
                <a:schemeClr val="bg1"/>
              </a:solidFill>
              <a:latin typeface="Monotype Corsiva" pitchFamily="66" charset="0"/>
              <a:ea typeface="HGP創英角ｺﾞｼｯｸUB" pitchFamily="50" charset="-128"/>
            </a:endParaRPr>
          </a:p>
        </p:txBody>
      </p:sp>
      <p:sp>
        <p:nvSpPr>
          <p:cNvPr id="12" name="スライド番号プレースホルダー 11"/>
          <p:cNvSpPr>
            <a:spLocks noGrp="1"/>
          </p:cNvSpPr>
          <p:nvPr>
            <p:ph type="sldNum" sz="quarter" idx="12"/>
          </p:nvPr>
        </p:nvSpPr>
        <p:spPr>
          <a:xfrm>
            <a:off x="7677150" y="6551360"/>
            <a:ext cx="2228850" cy="365125"/>
          </a:xfrm>
        </p:spPr>
        <p:txBody>
          <a:bodyPr/>
          <a:lstStyle>
            <a:lvl1pPr>
              <a:defRPr sz="1300" b="1">
                <a:solidFill>
                  <a:schemeClr val="bg1"/>
                </a:solidFill>
              </a:defRPr>
            </a:lvl1pPr>
          </a:lstStyle>
          <a:p>
            <a:fld id="{85FC83C8-0BB2-4721-BA19-3C9CC69276E3}" type="slidenum">
              <a:rPr lang="ja-JP" altLang="en-US" smtClean="0"/>
              <a:pPr/>
              <a:t>‹#›</a:t>
            </a:fld>
            <a:endParaRPr lang="ja-JP" altLang="en-US"/>
          </a:p>
        </p:txBody>
      </p:sp>
      <p:sp>
        <p:nvSpPr>
          <p:cNvPr id="22" name="楕円 21"/>
          <p:cNvSpPr/>
          <p:nvPr userDrawn="1"/>
        </p:nvSpPr>
        <p:spPr>
          <a:xfrm>
            <a:off x="-2244328" y="-788766"/>
            <a:ext cx="14437221" cy="1759809"/>
          </a:xfrm>
          <a:prstGeom prst="ellipse">
            <a:avLst/>
          </a:prstGeom>
          <a:solidFill>
            <a:srgbClr val="8B945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24" name="タイトル 1"/>
          <p:cNvSpPr>
            <a:spLocks noGrp="1"/>
          </p:cNvSpPr>
          <p:nvPr>
            <p:ph type="title"/>
          </p:nvPr>
        </p:nvSpPr>
        <p:spPr>
          <a:xfrm>
            <a:off x="255770" y="245205"/>
            <a:ext cx="9378221" cy="605918"/>
          </a:xfrm>
        </p:spPr>
        <p:txBody>
          <a:bodyPr>
            <a:noAutofit/>
          </a:bodyPr>
          <a:lstStyle>
            <a:lvl1pPr algn="ctr">
              <a:defRPr sz="3900" b="1">
                <a:solidFill>
                  <a:schemeClr val="bg1"/>
                </a:solidFill>
              </a:defRPr>
            </a:lvl1pPr>
          </a:lstStyle>
          <a:p>
            <a:r>
              <a:rPr kumimoji="1" lang="ja-JP" altLang="en-US" dirty="0"/>
              <a:t>マスター タイトルの書式設定</a:t>
            </a:r>
          </a:p>
        </p:txBody>
      </p:sp>
      <p:sp>
        <p:nvSpPr>
          <p:cNvPr id="36" name="正方形/長方形 35"/>
          <p:cNvSpPr/>
          <p:nvPr userDrawn="1"/>
        </p:nvSpPr>
        <p:spPr>
          <a:xfrm>
            <a:off x="-2650779" y="-1508644"/>
            <a:ext cx="2642953" cy="3507698"/>
          </a:xfrm>
          <a:prstGeom prst="rect">
            <a:avLst/>
          </a:prstGeom>
          <a:solidFill>
            <a:srgbClr val="E6E6E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37" name="正方形/長方形 36"/>
          <p:cNvSpPr/>
          <p:nvPr userDrawn="1"/>
        </p:nvSpPr>
        <p:spPr>
          <a:xfrm>
            <a:off x="-200669" y="-3521490"/>
            <a:ext cx="11734663" cy="3507698"/>
          </a:xfrm>
          <a:prstGeom prst="rect">
            <a:avLst/>
          </a:prstGeom>
          <a:solidFill>
            <a:srgbClr val="E6E6E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38" name="正方形/長方形 37"/>
          <p:cNvSpPr/>
          <p:nvPr userDrawn="1"/>
        </p:nvSpPr>
        <p:spPr>
          <a:xfrm>
            <a:off x="9918180" y="-2387723"/>
            <a:ext cx="2642953" cy="3507698"/>
          </a:xfrm>
          <a:prstGeom prst="rect">
            <a:avLst/>
          </a:prstGeom>
          <a:solidFill>
            <a:srgbClr val="E6E6E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27" name="楕円 26"/>
          <p:cNvSpPr/>
          <p:nvPr userDrawn="1"/>
        </p:nvSpPr>
        <p:spPr>
          <a:xfrm>
            <a:off x="10081668" y="4975630"/>
            <a:ext cx="340519" cy="417363"/>
          </a:xfrm>
          <a:prstGeom prst="ellipse">
            <a:avLst/>
          </a:prstGeom>
          <a:solidFill>
            <a:srgbClr val="8B945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28" name="楕円 27"/>
          <p:cNvSpPr/>
          <p:nvPr userDrawn="1"/>
        </p:nvSpPr>
        <p:spPr>
          <a:xfrm>
            <a:off x="10081668" y="3641505"/>
            <a:ext cx="340519" cy="417363"/>
          </a:xfrm>
          <a:prstGeom prst="ellipse">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29" name="楕円 28"/>
          <p:cNvSpPr/>
          <p:nvPr userDrawn="1"/>
        </p:nvSpPr>
        <p:spPr>
          <a:xfrm>
            <a:off x="10081668" y="2307380"/>
            <a:ext cx="340519" cy="417363"/>
          </a:xfrm>
          <a:prstGeom prst="ellipse">
            <a:avLst/>
          </a:prstGeom>
          <a:solidFill>
            <a:schemeClr val="bg2">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30" name="楕円 29"/>
          <p:cNvSpPr/>
          <p:nvPr userDrawn="1"/>
        </p:nvSpPr>
        <p:spPr>
          <a:xfrm>
            <a:off x="10081668" y="973255"/>
            <a:ext cx="340519" cy="417363"/>
          </a:xfrm>
          <a:prstGeom prst="ellipse">
            <a:avLst/>
          </a:prstGeom>
          <a:solidFill>
            <a:schemeClr val="bg2">
              <a:lumMod val="2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31" name="四角形吹き出し 30"/>
          <p:cNvSpPr/>
          <p:nvPr userDrawn="1"/>
        </p:nvSpPr>
        <p:spPr>
          <a:xfrm>
            <a:off x="10657068" y="419727"/>
            <a:ext cx="1438387" cy="970890"/>
          </a:xfrm>
          <a:prstGeom prst="wedgeRectCallout">
            <a:avLst>
              <a:gd name="adj1" fmla="val -61477"/>
              <a:gd name="adj2" fmla="val 23901"/>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文字の色</a:t>
            </a:r>
          </a:p>
        </p:txBody>
      </p:sp>
      <p:sp>
        <p:nvSpPr>
          <p:cNvPr id="32" name="四角形吹き出し 31"/>
          <p:cNvSpPr/>
          <p:nvPr userDrawn="1"/>
        </p:nvSpPr>
        <p:spPr>
          <a:xfrm>
            <a:off x="10657068" y="1821934"/>
            <a:ext cx="1438387" cy="970890"/>
          </a:xfrm>
          <a:prstGeom prst="wedgeRectCallout">
            <a:avLst>
              <a:gd name="adj1" fmla="val -61477"/>
              <a:gd name="adj2" fmla="val 23901"/>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やじるしなどの図形の色</a:t>
            </a:r>
          </a:p>
        </p:txBody>
      </p:sp>
      <p:sp>
        <p:nvSpPr>
          <p:cNvPr id="33" name="四角形吹き出し 32"/>
          <p:cNvSpPr/>
          <p:nvPr userDrawn="1"/>
        </p:nvSpPr>
        <p:spPr>
          <a:xfrm>
            <a:off x="10657068" y="4490184"/>
            <a:ext cx="1438387" cy="970890"/>
          </a:xfrm>
          <a:prstGeom prst="wedgeRectCallout">
            <a:avLst>
              <a:gd name="adj1" fmla="val -61477"/>
              <a:gd name="adj2" fmla="val 23901"/>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ベースの色</a:t>
            </a:r>
          </a:p>
        </p:txBody>
      </p:sp>
      <p:sp>
        <p:nvSpPr>
          <p:cNvPr id="34" name="四角形吹き出し 33"/>
          <p:cNvSpPr/>
          <p:nvPr userDrawn="1"/>
        </p:nvSpPr>
        <p:spPr>
          <a:xfrm>
            <a:off x="10657068" y="3156059"/>
            <a:ext cx="1438387" cy="970890"/>
          </a:xfrm>
          <a:prstGeom prst="wedgeRectCallout">
            <a:avLst>
              <a:gd name="adj1" fmla="val -61477"/>
              <a:gd name="adj2" fmla="val 23901"/>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強調の色</a:t>
            </a:r>
          </a:p>
        </p:txBody>
      </p:sp>
      <p:sp>
        <p:nvSpPr>
          <p:cNvPr id="39" name="四角形吹き出し 38"/>
          <p:cNvSpPr/>
          <p:nvPr userDrawn="1"/>
        </p:nvSpPr>
        <p:spPr>
          <a:xfrm>
            <a:off x="-2959618" y="-919028"/>
            <a:ext cx="2448136" cy="1838056"/>
          </a:xfrm>
          <a:prstGeom prst="wedgeRectCallout">
            <a:avLst>
              <a:gd name="adj1" fmla="val 68120"/>
              <a:gd name="adj2" fmla="val 16336"/>
            </a:avLst>
          </a:prstGeom>
          <a:solidFill>
            <a:srgbClr val="07628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タイトル（目次と対応させてください。）</a:t>
            </a:r>
            <a:endParaRPr kumimoji="1" lang="en-US" altLang="ja-JP" sz="1463" dirty="0"/>
          </a:p>
          <a:p>
            <a:pPr algn="ctr"/>
            <a:r>
              <a:rPr kumimoji="1" lang="ja-JP" altLang="en-US" sz="1463" dirty="0"/>
              <a:t>フォント：メイリオ見出し</a:t>
            </a:r>
            <a:endParaRPr kumimoji="1" lang="en-US" altLang="ja-JP" sz="1463" dirty="0"/>
          </a:p>
          <a:p>
            <a:pPr algn="ctr"/>
            <a:r>
              <a:rPr lang="ja-JP" altLang="en-US" sz="1463" dirty="0"/>
              <a:t>サイズ：</a:t>
            </a:r>
            <a:r>
              <a:rPr lang="en-US" altLang="ja-JP" sz="1463" dirty="0"/>
              <a:t>48</a:t>
            </a:r>
          </a:p>
          <a:p>
            <a:pPr algn="ctr"/>
            <a:r>
              <a:rPr lang="ja-JP" altLang="en-US" sz="1463" dirty="0"/>
              <a:t>ボールド</a:t>
            </a:r>
            <a:endParaRPr lang="en-US" altLang="ja-JP" sz="1463" dirty="0"/>
          </a:p>
          <a:p>
            <a:pPr algn="ctr"/>
            <a:r>
              <a:rPr lang="ja-JP" altLang="en-US" sz="1463" dirty="0"/>
              <a:t>真ん中寄せ</a:t>
            </a:r>
            <a:endParaRPr kumimoji="1" lang="en-US" altLang="ja-JP" sz="1463" dirty="0"/>
          </a:p>
        </p:txBody>
      </p:sp>
      <p:sp>
        <p:nvSpPr>
          <p:cNvPr id="45" name="四角形吹き出し 44"/>
          <p:cNvSpPr/>
          <p:nvPr userDrawn="1"/>
        </p:nvSpPr>
        <p:spPr>
          <a:xfrm>
            <a:off x="-2933551" y="2899809"/>
            <a:ext cx="2448136" cy="1838056"/>
          </a:xfrm>
          <a:prstGeom prst="wedgeRectCallout">
            <a:avLst>
              <a:gd name="adj1" fmla="val 68120"/>
              <a:gd name="adj2" fmla="val 16336"/>
            </a:avLst>
          </a:prstGeom>
          <a:solidFill>
            <a:srgbClr val="07628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小見出し</a:t>
            </a:r>
            <a:endParaRPr kumimoji="1" lang="en-US" altLang="ja-JP" sz="1463" dirty="0"/>
          </a:p>
          <a:p>
            <a:pPr algn="ctr"/>
            <a:r>
              <a:rPr kumimoji="1" lang="ja-JP" altLang="en-US" sz="1463" dirty="0"/>
              <a:t>フォント：メイリオ本文</a:t>
            </a:r>
            <a:endParaRPr kumimoji="1" lang="en-US" altLang="ja-JP" sz="1463" dirty="0"/>
          </a:p>
          <a:p>
            <a:pPr algn="ctr"/>
            <a:r>
              <a:rPr lang="ja-JP" altLang="en-US" sz="1463" dirty="0"/>
              <a:t>サイズ：</a:t>
            </a:r>
            <a:r>
              <a:rPr lang="en-US" altLang="ja-JP" sz="1463" dirty="0"/>
              <a:t>32</a:t>
            </a:r>
          </a:p>
          <a:p>
            <a:pPr algn="ctr"/>
            <a:r>
              <a:rPr lang="ja-JP" altLang="en-US" sz="1463" dirty="0"/>
              <a:t>ボールド</a:t>
            </a:r>
            <a:endParaRPr lang="en-US" altLang="ja-JP" sz="1463" dirty="0"/>
          </a:p>
          <a:p>
            <a:pPr algn="ctr"/>
            <a:r>
              <a:rPr kumimoji="1" lang="ja-JP" altLang="en-US" sz="1463" dirty="0"/>
              <a:t>左寄せ</a:t>
            </a:r>
            <a:endParaRPr kumimoji="1" lang="en-US" altLang="ja-JP" sz="1463" dirty="0"/>
          </a:p>
        </p:txBody>
      </p:sp>
      <p:sp>
        <p:nvSpPr>
          <p:cNvPr id="46" name="四角形吹き出し 45"/>
          <p:cNvSpPr/>
          <p:nvPr userDrawn="1"/>
        </p:nvSpPr>
        <p:spPr>
          <a:xfrm>
            <a:off x="-2933551" y="4895865"/>
            <a:ext cx="2448136" cy="1838056"/>
          </a:xfrm>
          <a:prstGeom prst="wedgeRectCallout">
            <a:avLst>
              <a:gd name="adj1" fmla="val 68617"/>
              <a:gd name="adj2" fmla="val -24441"/>
            </a:avLst>
          </a:prstGeom>
          <a:solidFill>
            <a:srgbClr val="07628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本文</a:t>
            </a:r>
            <a:endParaRPr kumimoji="1" lang="en-US" altLang="ja-JP" sz="1463" dirty="0"/>
          </a:p>
          <a:p>
            <a:pPr algn="ctr"/>
            <a:r>
              <a:rPr kumimoji="1" lang="ja-JP" altLang="en-US" sz="1463" dirty="0"/>
              <a:t>フォント：メイリオ本文</a:t>
            </a:r>
            <a:endParaRPr kumimoji="1" lang="en-US" altLang="ja-JP" sz="1463" dirty="0"/>
          </a:p>
          <a:p>
            <a:pPr algn="ctr"/>
            <a:r>
              <a:rPr lang="ja-JP" altLang="en-US" sz="1463" dirty="0"/>
              <a:t>サイズ：</a:t>
            </a:r>
            <a:r>
              <a:rPr lang="en-US" altLang="ja-JP" sz="1463" dirty="0"/>
              <a:t>18</a:t>
            </a:r>
          </a:p>
          <a:p>
            <a:pPr algn="ctr"/>
            <a:r>
              <a:rPr kumimoji="1" lang="ja-JP" altLang="en-US" sz="1463" dirty="0"/>
              <a:t>左寄せ</a:t>
            </a:r>
            <a:endParaRPr kumimoji="1" lang="en-US" altLang="ja-JP" sz="1463" dirty="0"/>
          </a:p>
        </p:txBody>
      </p:sp>
      <p:sp>
        <p:nvSpPr>
          <p:cNvPr id="23" name="四角形吹き出し 22"/>
          <p:cNvSpPr/>
          <p:nvPr userDrawn="1"/>
        </p:nvSpPr>
        <p:spPr>
          <a:xfrm>
            <a:off x="10657068" y="5752795"/>
            <a:ext cx="1645113" cy="970890"/>
          </a:xfrm>
          <a:prstGeom prst="wedgeRectCallout">
            <a:avLst>
              <a:gd name="adj1" fmla="val -62408"/>
              <a:gd name="adj2" fmla="val 9477"/>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この赤ガイド線内に収まるように作成してください</a:t>
            </a:r>
          </a:p>
        </p:txBody>
      </p:sp>
    </p:spTree>
    <p:extLst>
      <p:ext uri="{BB962C8B-B14F-4D97-AF65-F5344CB8AC3E}">
        <p14:creationId xmlns:p14="http://schemas.microsoft.com/office/powerpoint/2010/main" val="1545577533"/>
      </p:ext>
    </p:extLst>
  </p:cSld>
  <p:clrMapOvr>
    <a:masterClrMapping/>
  </p:clrMapOvr>
  <p:hf hdr="0" ftr="0" dt="0"/>
  <p:extLst>
    <p:ext uri="{DCECCB84-F9BA-43D5-87BE-67443E8EF086}">
      <p15:sldGuideLst xmlns:p15="http://schemas.microsoft.com/office/powerpoint/2012/main">
        <p15:guide id="1" orient="horz" pos="2160">
          <p15:clr>
            <a:srgbClr val="000000"/>
          </p15:clr>
        </p15:guide>
        <p15:guide id="2" pos="3840">
          <p15:clr>
            <a:srgbClr val="000000"/>
          </p15:clr>
        </p15:guide>
      </p15:sldGuideLst>
    </p:ext>
  </p:extLst>
</p:sldLayout>
</file>

<file path=ppt/slideLayouts/slideLayout48.xml><?xml version="1.0" encoding="utf-8"?>
<p:sldLayout xmlns:a="http://schemas.openxmlformats.org/drawingml/2006/main" xmlns:r="http://schemas.openxmlformats.org/officeDocument/2006/relationships" xmlns:p="http://schemas.openxmlformats.org/presentationml/2006/main" userDrawn="1">
  <p:cSld name="36_タイトルとコンテンツ">
    <p:spTree>
      <p:nvGrpSpPr>
        <p:cNvPr id="1" name=""/>
        <p:cNvGrpSpPr/>
        <p:nvPr/>
      </p:nvGrpSpPr>
      <p:grpSpPr>
        <a:xfrm>
          <a:off x="0" y="0"/>
          <a:ext cx="0" cy="0"/>
          <a:chOff x="0" y="0"/>
          <a:chExt cx="0" cy="0"/>
        </a:xfrm>
      </p:grpSpPr>
      <p:graphicFrame>
        <p:nvGraphicFramePr>
          <p:cNvPr id="26" name="表 25"/>
          <p:cNvGraphicFramePr>
            <a:graphicFrameLocks noGrp="1"/>
          </p:cNvGraphicFramePr>
          <p:nvPr userDrawn="1"/>
        </p:nvGraphicFramePr>
        <p:xfrm>
          <a:off x="0" y="727606"/>
          <a:ext cx="438463" cy="5882490"/>
        </p:xfrm>
        <a:graphic>
          <a:graphicData uri="http://schemas.openxmlformats.org/drawingml/2006/table">
            <a:tbl>
              <a:tblPr firstRow="1" bandRow="1">
                <a:tableStyleId>{5C22544A-7EE6-4342-B048-85BDC9FD1C3A}</a:tableStyleId>
              </a:tblPr>
              <a:tblGrid>
                <a:gridCol w="438463">
                  <a:extLst>
                    <a:ext uri="{9D8B030D-6E8A-4147-A177-3AD203B41FA5}">
                      <a16:colId xmlns:a16="http://schemas.microsoft.com/office/drawing/2014/main" val="2456847792"/>
                    </a:ext>
                  </a:extLst>
                </a:gridCol>
              </a:tblGrid>
              <a:tr h="980415">
                <a:tc>
                  <a:txBody>
                    <a:bodyPr/>
                    <a:lstStyle/>
                    <a:p>
                      <a:pPr algn="ctr"/>
                      <a:r>
                        <a:rPr kumimoji="1" lang="ja-JP" altLang="en-US" sz="1100" b="1" dirty="0">
                          <a:solidFill>
                            <a:schemeClr val="bg1"/>
                          </a:solidFill>
                        </a:rPr>
                        <a:t>①タイトル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1512206185"/>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②タイトル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2631667891"/>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③タイトル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627911894"/>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④タイトル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2091809632"/>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⑤タイトル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1750606519"/>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⑥タイトル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149417652"/>
                  </a:ext>
                </a:extLst>
              </a:tr>
            </a:tbl>
          </a:graphicData>
        </a:graphic>
      </p:graphicFrame>
      <p:sp>
        <p:nvSpPr>
          <p:cNvPr id="35" name="正方形/長方形 34"/>
          <p:cNvSpPr/>
          <p:nvPr userDrawn="1"/>
        </p:nvSpPr>
        <p:spPr>
          <a:xfrm>
            <a:off x="85255" y="1119975"/>
            <a:ext cx="267950" cy="5341188"/>
          </a:xfrm>
          <a:prstGeom prst="rect">
            <a:avLst/>
          </a:prstGeom>
          <a:solidFill>
            <a:srgbClr val="FF00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vert="eaVert" rtlCol="0" anchor="ctr"/>
          <a:lstStyle/>
          <a:p>
            <a:pPr algn="ctr"/>
            <a:r>
              <a:rPr kumimoji="1" lang="ja-JP" altLang="en-US" sz="1463" dirty="0"/>
              <a:t>こちらで変更します。</a:t>
            </a:r>
          </a:p>
        </p:txBody>
      </p:sp>
      <p:sp>
        <p:nvSpPr>
          <p:cNvPr id="8" name="正方形/長方形 7"/>
          <p:cNvSpPr/>
          <p:nvPr userDrawn="1"/>
        </p:nvSpPr>
        <p:spPr>
          <a:xfrm>
            <a:off x="0" y="6610097"/>
            <a:ext cx="9906000" cy="24765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7" name="Text Box 31"/>
          <p:cNvSpPr txBox="1">
            <a:spLocks noChangeArrowheads="1"/>
          </p:cNvSpPr>
          <p:nvPr userDrawn="1"/>
        </p:nvSpPr>
        <p:spPr bwMode="auto">
          <a:xfrm>
            <a:off x="42215" y="6580034"/>
            <a:ext cx="4206531" cy="267446"/>
          </a:xfrm>
          <a:prstGeom prst="rect">
            <a:avLst/>
          </a:prstGeom>
          <a:noFill/>
          <a:ln w="9525">
            <a:noFill/>
            <a:miter lim="800000"/>
            <a:headEnd/>
            <a:tailEnd/>
          </a:ln>
          <a:effectLst/>
        </p:spPr>
        <p:txBody>
          <a:bodyPr wrap="square">
            <a:spAutoFit/>
          </a:bodyPr>
          <a:lstStyle/>
          <a:p>
            <a:pPr>
              <a:defRPr/>
            </a:pPr>
            <a:r>
              <a:rPr lang="en-US" altLang="ja-JP" sz="1138" b="1" dirty="0" err="1">
                <a:solidFill>
                  <a:schemeClr val="bg1"/>
                </a:solidFill>
                <a:latin typeface="Monotype Corsiva" pitchFamily="66" charset="0"/>
                <a:ea typeface="HGP創英角ｺﾞｼｯｸUB" pitchFamily="50" charset="-128"/>
              </a:rPr>
              <a:t>Copyright©Funai</a:t>
            </a:r>
            <a:r>
              <a:rPr lang="en-US" altLang="ja-JP" sz="1138" b="1" dirty="0">
                <a:solidFill>
                  <a:schemeClr val="bg1"/>
                </a:solidFill>
                <a:latin typeface="Monotype Corsiva" pitchFamily="66" charset="0"/>
                <a:ea typeface="HGP創英角ｺﾞｼｯｸUB" pitchFamily="50" charset="-128"/>
              </a:rPr>
              <a:t> Consulting Incorporated </a:t>
            </a:r>
            <a:r>
              <a:rPr lang="ja-JP" altLang="en-US" sz="1138" b="1" dirty="0">
                <a:solidFill>
                  <a:schemeClr val="bg1"/>
                </a:solidFill>
                <a:latin typeface="Monotype Corsiva" pitchFamily="66" charset="0"/>
                <a:ea typeface="HGP創英角ｺﾞｼｯｸUB" pitchFamily="50" charset="-128"/>
              </a:rPr>
              <a:t>　　（</a:t>
            </a:r>
            <a:r>
              <a:rPr lang="en-US" altLang="ja-JP" sz="1138" b="1" dirty="0" err="1">
                <a:solidFill>
                  <a:schemeClr val="bg1"/>
                </a:solidFill>
                <a:latin typeface="Monotype Corsiva" pitchFamily="66" charset="0"/>
                <a:ea typeface="HGP創英角ｺﾞｼｯｸUB" pitchFamily="50" charset="-128"/>
              </a:rPr>
              <a:t>Funai</a:t>
            </a:r>
            <a:r>
              <a:rPr lang="en-US" altLang="ja-JP" sz="1138" b="1" dirty="0">
                <a:solidFill>
                  <a:schemeClr val="bg1"/>
                </a:solidFill>
                <a:latin typeface="Monotype Corsiva" pitchFamily="66" charset="0"/>
                <a:ea typeface="HGP創英角ｺﾞｼｯｸUB" pitchFamily="50" charset="-128"/>
              </a:rPr>
              <a:t> Consulting</a:t>
            </a:r>
            <a:r>
              <a:rPr lang="ja-JP" altLang="en-US" sz="1138" b="1" dirty="0">
                <a:solidFill>
                  <a:schemeClr val="bg1"/>
                </a:solidFill>
                <a:latin typeface="Monotype Corsiva" pitchFamily="66" charset="0"/>
                <a:ea typeface="HGP創英角ｺﾞｼｯｸUB" pitchFamily="50" charset="-128"/>
              </a:rPr>
              <a:t> </a:t>
            </a:r>
            <a:r>
              <a:rPr lang="en-US" altLang="ja-JP" sz="1138" b="1" dirty="0">
                <a:solidFill>
                  <a:schemeClr val="bg1"/>
                </a:solidFill>
                <a:latin typeface="Monotype Corsiva" pitchFamily="66" charset="0"/>
                <a:ea typeface="HGP創英角ｺﾞｼｯｸUB" pitchFamily="50" charset="-128"/>
              </a:rPr>
              <a:t>Inc.</a:t>
            </a:r>
            <a:r>
              <a:rPr lang="ja-JP" altLang="en-US" sz="1138" b="1" dirty="0">
                <a:solidFill>
                  <a:schemeClr val="bg1"/>
                </a:solidFill>
                <a:latin typeface="Monotype Corsiva" pitchFamily="66" charset="0"/>
                <a:ea typeface="HGP創英角ｺﾞｼｯｸUB" pitchFamily="50" charset="-128"/>
              </a:rPr>
              <a:t>）</a:t>
            </a:r>
            <a:endParaRPr lang="en-US" altLang="ja-JP" sz="1138" b="1" dirty="0">
              <a:solidFill>
                <a:schemeClr val="bg1"/>
              </a:solidFill>
              <a:latin typeface="Monotype Corsiva" pitchFamily="66" charset="0"/>
              <a:ea typeface="HGP創英角ｺﾞｼｯｸUB" pitchFamily="50" charset="-128"/>
            </a:endParaRPr>
          </a:p>
        </p:txBody>
      </p:sp>
      <p:sp>
        <p:nvSpPr>
          <p:cNvPr id="12" name="スライド番号プレースホルダー 11"/>
          <p:cNvSpPr>
            <a:spLocks noGrp="1"/>
          </p:cNvSpPr>
          <p:nvPr>
            <p:ph type="sldNum" sz="quarter" idx="12"/>
          </p:nvPr>
        </p:nvSpPr>
        <p:spPr>
          <a:xfrm>
            <a:off x="7677150" y="6551360"/>
            <a:ext cx="2228850" cy="365125"/>
          </a:xfrm>
        </p:spPr>
        <p:txBody>
          <a:bodyPr/>
          <a:lstStyle>
            <a:lvl1pPr>
              <a:defRPr sz="1300" b="1">
                <a:solidFill>
                  <a:schemeClr val="bg1"/>
                </a:solidFill>
              </a:defRPr>
            </a:lvl1pPr>
          </a:lstStyle>
          <a:p>
            <a:fld id="{85FC83C8-0BB2-4721-BA19-3C9CC69276E3}" type="slidenum">
              <a:rPr lang="ja-JP" altLang="en-US" smtClean="0"/>
              <a:pPr/>
              <a:t>‹#›</a:t>
            </a:fld>
            <a:endParaRPr lang="ja-JP" altLang="en-US"/>
          </a:p>
        </p:txBody>
      </p:sp>
      <p:sp>
        <p:nvSpPr>
          <p:cNvPr id="22" name="楕円 21"/>
          <p:cNvSpPr/>
          <p:nvPr userDrawn="1"/>
        </p:nvSpPr>
        <p:spPr>
          <a:xfrm>
            <a:off x="-2244328" y="-788766"/>
            <a:ext cx="14437221" cy="1759809"/>
          </a:xfrm>
          <a:prstGeom prst="ellipse">
            <a:avLst/>
          </a:prstGeom>
          <a:solidFill>
            <a:srgbClr val="8B945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24" name="タイトル 1"/>
          <p:cNvSpPr>
            <a:spLocks noGrp="1"/>
          </p:cNvSpPr>
          <p:nvPr>
            <p:ph type="title"/>
          </p:nvPr>
        </p:nvSpPr>
        <p:spPr>
          <a:xfrm>
            <a:off x="255770" y="245205"/>
            <a:ext cx="9378221" cy="605918"/>
          </a:xfrm>
        </p:spPr>
        <p:txBody>
          <a:bodyPr>
            <a:noAutofit/>
          </a:bodyPr>
          <a:lstStyle>
            <a:lvl1pPr algn="ctr">
              <a:defRPr sz="3900" b="1">
                <a:solidFill>
                  <a:schemeClr val="bg1"/>
                </a:solidFill>
              </a:defRPr>
            </a:lvl1pPr>
          </a:lstStyle>
          <a:p>
            <a:r>
              <a:rPr kumimoji="1" lang="ja-JP" altLang="en-US" dirty="0"/>
              <a:t>マスター タイトルの書式設定</a:t>
            </a:r>
          </a:p>
        </p:txBody>
      </p:sp>
      <p:sp>
        <p:nvSpPr>
          <p:cNvPr id="36" name="正方形/長方形 35"/>
          <p:cNvSpPr/>
          <p:nvPr userDrawn="1"/>
        </p:nvSpPr>
        <p:spPr>
          <a:xfrm>
            <a:off x="-2650779" y="-1508644"/>
            <a:ext cx="2642953" cy="3507698"/>
          </a:xfrm>
          <a:prstGeom prst="rect">
            <a:avLst/>
          </a:prstGeom>
          <a:solidFill>
            <a:srgbClr val="E6E6E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37" name="正方形/長方形 36"/>
          <p:cNvSpPr/>
          <p:nvPr userDrawn="1"/>
        </p:nvSpPr>
        <p:spPr>
          <a:xfrm>
            <a:off x="-200669" y="-3521490"/>
            <a:ext cx="11734663" cy="3507698"/>
          </a:xfrm>
          <a:prstGeom prst="rect">
            <a:avLst/>
          </a:prstGeom>
          <a:solidFill>
            <a:srgbClr val="E6E6E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38" name="正方形/長方形 37"/>
          <p:cNvSpPr/>
          <p:nvPr userDrawn="1"/>
        </p:nvSpPr>
        <p:spPr>
          <a:xfrm>
            <a:off x="9918180" y="-2387723"/>
            <a:ext cx="2642953" cy="3507698"/>
          </a:xfrm>
          <a:prstGeom prst="rect">
            <a:avLst/>
          </a:prstGeom>
          <a:solidFill>
            <a:srgbClr val="E6E6E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27" name="楕円 26"/>
          <p:cNvSpPr/>
          <p:nvPr userDrawn="1"/>
        </p:nvSpPr>
        <p:spPr>
          <a:xfrm>
            <a:off x="10081668" y="4975630"/>
            <a:ext cx="340519" cy="417363"/>
          </a:xfrm>
          <a:prstGeom prst="ellipse">
            <a:avLst/>
          </a:prstGeom>
          <a:solidFill>
            <a:srgbClr val="8B945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28" name="楕円 27"/>
          <p:cNvSpPr/>
          <p:nvPr userDrawn="1"/>
        </p:nvSpPr>
        <p:spPr>
          <a:xfrm>
            <a:off x="10081668" y="3641505"/>
            <a:ext cx="340519" cy="417363"/>
          </a:xfrm>
          <a:prstGeom prst="ellipse">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29" name="楕円 28"/>
          <p:cNvSpPr/>
          <p:nvPr userDrawn="1"/>
        </p:nvSpPr>
        <p:spPr>
          <a:xfrm>
            <a:off x="10081668" y="2307380"/>
            <a:ext cx="340519" cy="417363"/>
          </a:xfrm>
          <a:prstGeom prst="ellipse">
            <a:avLst/>
          </a:prstGeom>
          <a:solidFill>
            <a:schemeClr val="bg2">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30" name="楕円 29"/>
          <p:cNvSpPr/>
          <p:nvPr userDrawn="1"/>
        </p:nvSpPr>
        <p:spPr>
          <a:xfrm>
            <a:off x="10081668" y="973255"/>
            <a:ext cx="340519" cy="417363"/>
          </a:xfrm>
          <a:prstGeom prst="ellipse">
            <a:avLst/>
          </a:prstGeom>
          <a:solidFill>
            <a:schemeClr val="bg2">
              <a:lumMod val="2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31" name="四角形吹き出し 30"/>
          <p:cNvSpPr/>
          <p:nvPr userDrawn="1"/>
        </p:nvSpPr>
        <p:spPr>
          <a:xfrm>
            <a:off x="10657068" y="419727"/>
            <a:ext cx="1438387" cy="970890"/>
          </a:xfrm>
          <a:prstGeom prst="wedgeRectCallout">
            <a:avLst>
              <a:gd name="adj1" fmla="val -61477"/>
              <a:gd name="adj2" fmla="val 23901"/>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文字の色</a:t>
            </a:r>
          </a:p>
        </p:txBody>
      </p:sp>
      <p:sp>
        <p:nvSpPr>
          <p:cNvPr id="32" name="四角形吹き出し 31"/>
          <p:cNvSpPr/>
          <p:nvPr userDrawn="1"/>
        </p:nvSpPr>
        <p:spPr>
          <a:xfrm>
            <a:off x="10657068" y="1821934"/>
            <a:ext cx="1438387" cy="970890"/>
          </a:xfrm>
          <a:prstGeom prst="wedgeRectCallout">
            <a:avLst>
              <a:gd name="adj1" fmla="val -61477"/>
              <a:gd name="adj2" fmla="val 23901"/>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やじるしなどの図形の色</a:t>
            </a:r>
          </a:p>
        </p:txBody>
      </p:sp>
      <p:sp>
        <p:nvSpPr>
          <p:cNvPr id="33" name="四角形吹き出し 32"/>
          <p:cNvSpPr/>
          <p:nvPr userDrawn="1"/>
        </p:nvSpPr>
        <p:spPr>
          <a:xfrm>
            <a:off x="10657068" y="4490184"/>
            <a:ext cx="1438387" cy="970890"/>
          </a:xfrm>
          <a:prstGeom prst="wedgeRectCallout">
            <a:avLst>
              <a:gd name="adj1" fmla="val -61477"/>
              <a:gd name="adj2" fmla="val 23901"/>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ベースの色</a:t>
            </a:r>
          </a:p>
        </p:txBody>
      </p:sp>
      <p:sp>
        <p:nvSpPr>
          <p:cNvPr id="34" name="四角形吹き出し 33"/>
          <p:cNvSpPr/>
          <p:nvPr userDrawn="1"/>
        </p:nvSpPr>
        <p:spPr>
          <a:xfrm>
            <a:off x="10657068" y="3156059"/>
            <a:ext cx="1438387" cy="970890"/>
          </a:xfrm>
          <a:prstGeom prst="wedgeRectCallout">
            <a:avLst>
              <a:gd name="adj1" fmla="val -61477"/>
              <a:gd name="adj2" fmla="val 23901"/>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強調の色</a:t>
            </a:r>
          </a:p>
        </p:txBody>
      </p:sp>
      <p:sp>
        <p:nvSpPr>
          <p:cNvPr id="39" name="四角形吹き出し 38"/>
          <p:cNvSpPr/>
          <p:nvPr userDrawn="1"/>
        </p:nvSpPr>
        <p:spPr>
          <a:xfrm>
            <a:off x="-2959618" y="-919028"/>
            <a:ext cx="2448136" cy="1838056"/>
          </a:xfrm>
          <a:prstGeom prst="wedgeRectCallout">
            <a:avLst>
              <a:gd name="adj1" fmla="val 68120"/>
              <a:gd name="adj2" fmla="val 16336"/>
            </a:avLst>
          </a:prstGeom>
          <a:solidFill>
            <a:srgbClr val="07628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タイトル（目次と対応させてください。）</a:t>
            </a:r>
            <a:endParaRPr kumimoji="1" lang="en-US" altLang="ja-JP" sz="1463" dirty="0"/>
          </a:p>
          <a:p>
            <a:pPr algn="ctr"/>
            <a:r>
              <a:rPr kumimoji="1" lang="ja-JP" altLang="en-US" sz="1463" dirty="0"/>
              <a:t>フォント：メイリオ見出し</a:t>
            </a:r>
            <a:endParaRPr kumimoji="1" lang="en-US" altLang="ja-JP" sz="1463" dirty="0"/>
          </a:p>
          <a:p>
            <a:pPr algn="ctr"/>
            <a:r>
              <a:rPr lang="ja-JP" altLang="en-US" sz="1463" dirty="0"/>
              <a:t>サイズ：</a:t>
            </a:r>
            <a:r>
              <a:rPr lang="en-US" altLang="ja-JP" sz="1463" dirty="0"/>
              <a:t>48</a:t>
            </a:r>
          </a:p>
          <a:p>
            <a:pPr algn="ctr"/>
            <a:r>
              <a:rPr lang="ja-JP" altLang="en-US" sz="1463" dirty="0"/>
              <a:t>ボールド</a:t>
            </a:r>
            <a:endParaRPr lang="en-US" altLang="ja-JP" sz="1463" dirty="0"/>
          </a:p>
          <a:p>
            <a:pPr algn="ctr"/>
            <a:r>
              <a:rPr lang="ja-JP" altLang="en-US" sz="1463" dirty="0"/>
              <a:t>真ん中寄せ</a:t>
            </a:r>
            <a:endParaRPr kumimoji="1" lang="en-US" altLang="ja-JP" sz="1463" dirty="0"/>
          </a:p>
        </p:txBody>
      </p:sp>
      <p:sp>
        <p:nvSpPr>
          <p:cNvPr id="45" name="四角形吹き出し 44"/>
          <p:cNvSpPr/>
          <p:nvPr userDrawn="1"/>
        </p:nvSpPr>
        <p:spPr>
          <a:xfrm>
            <a:off x="-2933551" y="2899809"/>
            <a:ext cx="2448136" cy="1838056"/>
          </a:xfrm>
          <a:prstGeom prst="wedgeRectCallout">
            <a:avLst>
              <a:gd name="adj1" fmla="val 68120"/>
              <a:gd name="adj2" fmla="val 16336"/>
            </a:avLst>
          </a:prstGeom>
          <a:solidFill>
            <a:srgbClr val="07628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小見出し</a:t>
            </a:r>
            <a:endParaRPr kumimoji="1" lang="en-US" altLang="ja-JP" sz="1463" dirty="0"/>
          </a:p>
          <a:p>
            <a:pPr algn="ctr"/>
            <a:r>
              <a:rPr kumimoji="1" lang="ja-JP" altLang="en-US" sz="1463" dirty="0"/>
              <a:t>フォント：メイリオ本文</a:t>
            </a:r>
            <a:endParaRPr kumimoji="1" lang="en-US" altLang="ja-JP" sz="1463" dirty="0"/>
          </a:p>
          <a:p>
            <a:pPr algn="ctr"/>
            <a:r>
              <a:rPr lang="ja-JP" altLang="en-US" sz="1463" dirty="0"/>
              <a:t>サイズ：</a:t>
            </a:r>
            <a:r>
              <a:rPr lang="en-US" altLang="ja-JP" sz="1463" dirty="0"/>
              <a:t>32</a:t>
            </a:r>
          </a:p>
          <a:p>
            <a:pPr algn="ctr"/>
            <a:r>
              <a:rPr lang="ja-JP" altLang="en-US" sz="1463" dirty="0"/>
              <a:t>ボールド</a:t>
            </a:r>
            <a:endParaRPr lang="en-US" altLang="ja-JP" sz="1463" dirty="0"/>
          </a:p>
          <a:p>
            <a:pPr algn="ctr"/>
            <a:r>
              <a:rPr kumimoji="1" lang="ja-JP" altLang="en-US" sz="1463" dirty="0"/>
              <a:t>左寄せ</a:t>
            </a:r>
            <a:endParaRPr kumimoji="1" lang="en-US" altLang="ja-JP" sz="1463" dirty="0"/>
          </a:p>
        </p:txBody>
      </p:sp>
      <p:sp>
        <p:nvSpPr>
          <p:cNvPr id="46" name="四角形吹き出し 45"/>
          <p:cNvSpPr/>
          <p:nvPr userDrawn="1"/>
        </p:nvSpPr>
        <p:spPr>
          <a:xfrm>
            <a:off x="-2933551" y="4895865"/>
            <a:ext cx="2448136" cy="1838056"/>
          </a:xfrm>
          <a:prstGeom prst="wedgeRectCallout">
            <a:avLst>
              <a:gd name="adj1" fmla="val 68617"/>
              <a:gd name="adj2" fmla="val -24441"/>
            </a:avLst>
          </a:prstGeom>
          <a:solidFill>
            <a:srgbClr val="07628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本文</a:t>
            </a:r>
            <a:endParaRPr kumimoji="1" lang="en-US" altLang="ja-JP" sz="1463" dirty="0"/>
          </a:p>
          <a:p>
            <a:pPr algn="ctr"/>
            <a:r>
              <a:rPr kumimoji="1" lang="ja-JP" altLang="en-US" sz="1463" dirty="0"/>
              <a:t>フォント：メイリオ本文</a:t>
            </a:r>
            <a:endParaRPr kumimoji="1" lang="en-US" altLang="ja-JP" sz="1463" dirty="0"/>
          </a:p>
          <a:p>
            <a:pPr algn="ctr"/>
            <a:r>
              <a:rPr lang="ja-JP" altLang="en-US" sz="1463" dirty="0"/>
              <a:t>サイズ：</a:t>
            </a:r>
            <a:r>
              <a:rPr lang="en-US" altLang="ja-JP" sz="1463" dirty="0"/>
              <a:t>18</a:t>
            </a:r>
          </a:p>
          <a:p>
            <a:pPr algn="ctr"/>
            <a:r>
              <a:rPr kumimoji="1" lang="ja-JP" altLang="en-US" sz="1463" dirty="0"/>
              <a:t>左寄せ</a:t>
            </a:r>
            <a:endParaRPr kumimoji="1" lang="en-US" altLang="ja-JP" sz="1463" dirty="0"/>
          </a:p>
        </p:txBody>
      </p:sp>
      <p:sp>
        <p:nvSpPr>
          <p:cNvPr id="23" name="四角形吹き出し 22"/>
          <p:cNvSpPr/>
          <p:nvPr userDrawn="1"/>
        </p:nvSpPr>
        <p:spPr>
          <a:xfrm>
            <a:off x="10657068" y="5752795"/>
            <a:ext cx="1645113" cy="970890"/>
          </a:xfrm>
          <a:prstGeom prst="wedgeRectCallout">
            <a:avLst>
              <a:gd name="adj1" fmla="val -62408"/>
              <a:gd name="adj2" fmla="val 9477"/>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この赤ガイド線内に収まるように作成してください</a:t>
            </a:r>
          </a:p>
        </p:txBody>
      </p:sp>
    </p:spTree>
    <p:extLst>
      <p:ext uri="{BB962C8B-B14F-4D97-AF65-F5344CB8AC3E}">
        <p14:creationId xmlns:p14="http://schemas.microsoft.com/office/powerpoint/2010/main" val="3771339861"/>
      </p:ext>
    </p:extLst>
  </p:cSld>
  <p:clrMapOvr>
    <a:masterClrMapping/>
  </p:clrMapOvr>
  <p:hf hdr="0" ftr="0" dt="0"/>
  <p:extLst>
    <p:ext uri="{DCECCB84-F9BA-43D5-87BE-67443E8EF086}">
      <p15:sldGuideLst xmlns:p15="http://schemas.microsoft.com/office/powerpoint/2012/main">
        <p15:guide id="1" orient="horz" pos="2160">
          <p15:clr>
            <a:srgbClr val="000000"/>
          </p15:clr>
        </p15:guide>
        <p15:guide id="2" pos="3840">
          <p15:clr>
            <a:srgbClr val="000000"/>
          </p15:clr>
        </p15:guide>
      </p15:sldGuideLst>
    </p:ext>
  </p:extLst>
</p:sldLayout>
</file>

<file path=ppt/slideLayouts/slideLayout49.xml><?xml version="1.0" encoding="utf-8"?>
<p:sldLayout xmlns:a="http://schemas.openxmlformats.org/drawingml/2006/main" xmlns:r="http://schemas.openxmlformats.org/officeDocument/2006/relationships" xmlns:p="http://schemas.openxmlformats.org/presentationml/2006/main" userDrawn="1">
  <p:cSld name="37_タイトルとコンテンツ">
    <p:spTree>
      <p:nvGrpSpPr>
        <p:cNvPr id="1" name=""/>
        <p:cNvGrpSpPr/>
        <p:nvPr/>
      </p:nvGrpSpPr>
      <p:grpSpPr>
        <a:xfrm>
          <a:off x="0" y="0"/>
          <a:ext cx="0" cy="0"/>
          <a:chOff x="0" y="0"/>
          <a:chExt cx="0" cy="0"/>
        </a:xfrm>
      </p:grpSpPr>
      <p:graphicFrame>
        <p:nvGraphicFramePr>
          <p:cNvPr id="26" name="表 25"/>
          <p:cNvGraphicFramePr>
            <a:graphicFrameLocks noGrp="1"/>
          </p:cNvGraphicFramePr>
          <p:nvPr userDrawn="1"/>
        </p:nvGraphicFramePr>
        <p:xfrm>
          <a:off x="0" y="727606"/>
          <a:ext cx="438463" cy="5882490"/>
        </p:xfrm>
        <a:graphic>
          <a:graphicData uri="http://schemas.openxmlformats.org/drawingml/2006/table">
            <a:tbl>
              <a:tblPr firstRow="1" bandRow="1">
                <a:tableStyleId>{5C22544A-7EE6-4342-B048-85BDC9FD1C3A}</a:tableStyleId>
              </a:tblPr>
              <a:tblGrid>
                <a:gridCol w="438463">
                  <a:extLst>
                    <a:ext uri="{9D8B030D-6E8A-4147-A177-3AD203B41FA5}">
                      <a16:colId xmlns:a16="http://schemas.microsoft.com/office/drawing/2014/main" val="2456847792"/>
                    </a:ext>
                  </a:extLst>
                </a:gridCol>
              </a:tblGrid>
              <a:tr h="980415">
                <a:tc>
                  <a:txBody>
                    <a:bodyPr/>
                    <a:lstStyle/>
                    <a:p>
                      <a:pPr algn="ctr"/>
                      <a:r>
                        <a:rPr kumimoji="1" lang="ja-JP" altLang="en-US" sz="1100" b="1" dirty="0">
                          <a:solidFill>
                            <a:schemeClr val="bg1"/>
                          </a:solidFill>
                        </a:rPr>
                        <a:t>①タイトル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1512206185"/>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②タイトル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2631667891"/>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③タイトル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627911894"/>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④タイトル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2091809632"/>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⑤タイトル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1750606519"/>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⑥タイトル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149417652"/>
                  </a:ext>
                </a:extLst>
              </a:tr>
            </a:tbl>
          </a:graphicData>
        </a:graphic>
      </p:graphicFrame>
      <p:sp>
        <p:nvSpPr>
          <p:cNvPr id="35" name="正方形/長方形 34"/>
          <p:cNvSpPr/>
          <p:nvPr userDrawn="1"/>
        </p:nvSpPr>
        <p:spPr>
          <a:xfrm>
            <a:off x="85255" y="1119975"/>
            <a:ext cx="267950" cy="5341188"/>
          </a:xfrm>
          <a:prstGeom prst="rect">
            <a:avLst/>
          </a:prstGeom>
          <a:solidFill>
            <a:srgbClr val="FF00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vert="eaVert" rtlCol="0" anchor="ctr"/>
          <a:lstStyle/>
          <a:p>
            <a:pPr algn="ctr"/>
            <a:r>
              <a:rPr kumimoji="1" lang="ja-JP" altLang="en-US" sz="1463" dirty="0"/>
              <a:t>こちらで変更します。</a:t>
            </a:r>
          </a:p>
        </p:txBody>
      </p:sp>
      <p:sp>
        <p:nvSpPr>
          <p:cNvPr id="8" name="正方形/長方形 7"/>
          <p:cNvSpPr/>
          <p:nvPr userDrawn="1"/>
        </p:nvSpPr>
        <p:spPr>
          <a:xfrm>
            <a:off x="0" y="6610097"/>
            <a:ext cx="9906000" cy="24765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7" name="Text Box 31"/>
          <p:cNvSpPr txBox="1">
            <a:spLocks noChangeArrowheads="1"/>
          </p:cNvSpPr>
          <p:nvPr userDrawn="1"/>
        </p:nvSpPr>
        <p:spPr bwMode="auto">
          <a:xfrm>
            <a:off x="42215" y="6580034"/>
            <a:ext cx="4206531" cy="267446"/>
          </a:xfrm>
          <a:prstGeom prst="rect">
            <a:avLst/>
          </a:prstGeom>
          <a:noFill/>
          <a:ln w="9525">
            <a:noFill/>
            <a:miter lim="800000"/>
            <a:headEnd/>
            <a:tailEnd/>
          </a:ln>
          <a:effectLst/>
        </p:spPr>
        <p:txBody>
          <a:bodyPr wrap="square">
            <a:spAutoFit/>
          </a:bodyPr>
          <a:lstStyle/>
          <a:p>
            <a:pPr>
              <a:defRPr/>
            </a:pPr>
            <a:r>
              <a:rPr lang="en-US" altLang="ja-JP" sz="1138" b="1" dirty="0" err="1">
                <a:solidFill>
                  <a:schemeClr val="bg1"/>
                </a:solidFill>
                <a:latin typeface="Monotype Corsiva" pitchFamily="66" charset="0"/>
                <a:ea typeface="HGP創英角ｺﾞｼｯｸUB" pitchFamily="50" charset="-128"/>
              </a:rPr>
              <a:t>Copyright©Funai</a:t>
            </a:r>
            <a:r>
              <a:rPr lang="en-US" altLang="ja-JP" sz="1138" b="1" dirty="0">
                <a:solidFill>
                  <a:schemeClr val="bg1"/>
                </a:solidFill>
                <a:latin typeface="Monotype Corsiva" pitchFamily="66" charset="0"/>
                <a:ea typeface="HGP創英角ｺﾞｼｯｸUB" pitchFamily="50" charset="-128"/>
              </a:rPr>
              <a:t> Consulting Incorporated </a:t>
            </a:r>
            <a:r>
              <a:rPr lang="ja-JP" altLang="en-US" sz="1138" b="1" dirty="0">
                <a:solidFill>
                  <a:schemeClr val="bg1"/>
                </a:solidFill>
                <a:latin typeface="Monotype Corsiva" pitchFamily="66" charset="0"/>
                <a:ea typeface="HGP創英角ｺﾞｼｯｸUB" pitchFamily="50" charset="-128"/>
              </a:rPr>
              <a:t>　　（</a:t>
            </a:r>
            <a:r>
              <a:rPr lang="en-US" altLang="ja-JP" sz="1138" b="1" dirty="0" err="1">
                <a:solidFill>
                  <a:schemeClr val="bg1"/>
                </a:solidFill>
                <a:latin typeface="Monotype Corsiva" pitchFamily="66" charset="0"/>
                <a:ea typeface="HGP創英角ｺﾞｼｯｸUB" pitchFamily="50" charset="-128"/>
              </a:rPr>
              <a:t>Funai</a:t>
            </a:r>
            <a:r>
              <a:rPr lang="en-US" altLang="ja-JP" sz="1138" b="1" dirty="0">
                <a:solidFill>
                  <a:schemeClr val="bg1"/>
                </a:solidFill>
                <a:latin typeface="Monotype Corsiva" pitchFamily="66" charset="0"/>
                <a:ea typeface="HGP創英角ｺﾞｼｯｸUB" pitchFamily="50" charset="-128"/>
              </a:rPr>
              <a:t> Consulting</a:t>
            </a:r>
            <a:r>
              <a:rPr lang="ja-JP" altLang="en-US" sz="1138" b="1" dirty="0">
                <a:solidFill>
                  <a:schemeClr val="bg1"/>
                </a:solidFill>
                <a:latin typeface="Monotype Corsiva" pitchFamily="66" charset="0"/>
                <a:ea typeface="HGP創英角ｺﾞｼｯｸUB" pitchFamily="50" charset="-128"/>
              </a:rPr>
              <a:t> </a:t>
            </a:r>
            <a:r>
              <a:rPr lang="en-US" altLang="ja-JP" sz="1138" b="1" dirty="0">
                <a:solidFill>
                  <a:schemeClr val="bg1"/>
                </a:solidFill>
                <a:latin typeface="Monotype Corsiva" pitchFamily="66" charset="0"/>
                <a:ea typeface="HGP創英角ｺﾞｼｯｸUB" pitchFamily="50" charset="-128"/>
              </a:rPr>
              <a:t>Inc.</a:t>
            </a:r>
            <a:r>
              <a:rPr lang="ja-JP" altLang="en-US" sz="1138" b="1" dirty="0">
                <a:solidFill>
                  <a:schemeClr val="bg1"/>
                </a:solidFill>
                <a:latin typeface="Monotype Corsiva" pitchFamily="66" charset="0"/>
                <a:ea typeface="HGP創英角ｺﾞｼｯｸUB" pitchFamily="50" charset="-128"/>
              </a:rPr>
              <a:t>）</a:t>
            </a:r>
            <a:endParaRPr lang="en-US" altLang="ja-JP" sz="1138" b="1" dirty="0">
              <a:solidFill>
                <a:schemeClr val="bg1"/>
              </a:solidFill>
              <a:latin typeface="Monotype Corsiva" pitchFamily="66" charset="0"/>
              <a:ea typeface="HGP創英角ｺﾞｼｯｸUB" pitchFamily="50" charset="-128"/>
            </a:endParaRPr>
          </a:p>
        </p:txBody>
      </p:sp>
      <p:sp>
        <p:nvSpPr>
          <p:cNvPr id="12" name="スライド番号プレースホルダー 11"/>
          <p:cNvSpPr>
            <a:spLocks noGrp="1"/>
          </p:cNvSpPr>
          <p:nvPr>
            <p:ph type="sldNum" sz="quarter" idx="12"/>
          </p:nvPr>
        </p:nvSpPr>
        <p:spPr>
          <a:xfrm>
            <a:off x="7677150" y="6551360"/>
            <a:ext cx="2228850" cy="365125"/>
          </a:xfrm>
        </p:spPr>
        <p:txBody>
          <a:bodyPr/>
          <a:lstStyle>
            <a:lvl1pPr>
              <a:defRPr sz="1300" b="1">
                <a:solidFill>
                  <a:schemeClr val="bg1"/>
                </a:solidFill>
              </a:defRPr>
            </a:lvl1pPr>
          </a:lstStyle>
          <a:p>
            <a:fld id="{85FC83C8-0BB2-4721-BA19-3C9CC69276E3}" type="slidenum">
              <a:rPr lang="ja-JP" altLang="en-US" smtClean="0"/>
              <a:pPr/>
              <a:t>‹#›</a:t>
            </a:fld>
            <a:endParaRPr lang="ja-JP" altLang="en-US"/>
          </a:p>
        </p:txBody>
      </p:sp>
      <p:sp>
        <p:nvSpPr>
          <p:cNvPr id="22" name="楕円 21"/>
          <p:cNvSpPr/>
          <p:nvPr userDrawn="1"/>
        </p:nvSpPr>
        <p:spPr>
          <a:xfrm>
            <a:off x="-2244328" y="-788766"/>
            <a:ext cx="14437221" cy="1759809"/>
          </a:xfrm>
          <a:prstGeom prst="ellipse">
            <a:avLst/>
          </a:prstGeom>
          <a:solidFill>
            <a:srgbClr val="8B945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24" name="タイトル 1"/>
          <p:cNvSpPr>
            <a:spLocks noGrp="1"/>
          </p:cNvSpPr>
          <p:nvPr>
            <p:ph type="title"/>
          </p:nvPr>
        </p:nvSpPr>
        <p:spPr>
          <a:xfrm>
            <a:off x="255770" y="245205"/>
            <a:ext cx="9378221" cy="605918"/>
          </a:xfrm>
        </p:spPr>
        <p:txBody>
          <a:bodyPr>
            <a:noAutofit/>
          </a:bodyPr>
          <a:lstStyle>
            <a:lvl1pPr algn="ctr">
              <a:defRPr sz="3900" b="1">
                <a:solidFill>
                  <a:schemeClr val="bg1"/>
                </a:solidFill>
              </a:defRPr>
            </a:lvl1pPr>
          </a:lstStyle>
          <a:p>
            <a:r>
              <a:rPr kumimoji="1" lang="ja-JP" altLang="en-US" dirty="0"/>
              <a:t>マスター タイトルの書式設定</a:t>
            </a:r>
          </a:p>
        </p:txBody>
      </p:sp>
      <p:sp>
        <p:nvSpPr>
          <p:cNvPr id="37" name="正方形/長方形 36"/>
          <p:cNvSpPr/>
          <p:nvPr userDrawn="1"/>
        </p:nvSpPr>
        <p:spPr>
          <a:xfrm>
            <a:off x="-200669" y="-3521490"/>
            <a:ext cx="11734663" cy="3507698"/>
          </a:xfrm>
          <a:prstGeom prst="rect">
            <a:avLst/>
          </a:prstGeom>
          <a:solidFill>
            <a:srgbClr val="E6E6E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38" name="正方形/長方形 37"/>
          <p:cNvSpPr/>
          <p:nvPr userDrawn="1"/>
        </p:nvSpPr>
        <p:spPr>
          <a:xfrm>
            <a:off x="9918180" y="-2387723"/>
            <a:ext cx="2642953" cy="3507698"/>
          </a:xfrm>
          <a:prstGeom prst="rect">
            <a:avLst/>
          </a:prstGeom>
          <a:solidFill>
            <a:srgbClr val="E6E6E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Tree>
    <p:extLst>
      <p:ext uri="{BB962C8B-B14F-4D97-AF65-F5344CB8AC3E}">
        <p14:creationId xmlns:p14="http://schemas.microsoft.com/office/powerpoint/2010/main" val="3897477953"/>
      </p:ext>
    </p:extLst>
  </p:cSld>
  <p:clrMapOvr>
    <a:masterClrMapping/>
  </p:clrMapOvr>
  <p:hf hdr="0" ftr="0" dt="0"/>
  <p:extLst>
    <p:ext uri="{DCECCB84-F9BA-43D5-87BE-67443E8EF086}">
      <p15:sldGuideLst xmlns:p15="http://schemas.microsoft.com/office/powerpoint/2012/main">
        <p15:guide id="1" orient="horz" pos="2160">
          <p15:clr>
            <a:srgbClr val="000000"/>
          </p15:clr>
        </p15:guide>
        <p15:guide id="2" pos="3840">
          <p15:clr>
            <a:srgbClr val="000000"/>
          </p15:clr>
        </p15:guide>
      </p15:sldGuideLst>
    </p:ext>
  </p:extLst>
</p:sldLayout>
</file>

<file path=ppt/slideLayouts/slideLayout50.xml><?xml version="1.0" encoding="utf-8"?>
<p:sldLayout xmlns:a="http://schemas.openxmlformats.org/drawingml/2006/main" xmlns:r="http://schemas.openxmlformats.org/officeDocument/2006/relationships" xmlns:p="http://schemas.openxmlformats.org/presentationml/2006/main" userDrawn="1">
  <p:cSld name="38_タイトルとコンテンツ">
    <p:spTree>
      <p:nvGrpSpPr>
        <p:cNvPr id="1" name=""/>
        <p:cNvGrpSpPr/>
        <p:nvPr/>
      </p:nvGrpSpPr>
      <p:grpSpPr>
        <a:xfrm>
          <a:off x="0" y="0"/>
          <a:ext cx="0" cy="0"/>
          <a:chOff x="0" y="0"/>
          <a:chExt cx="0" cy="0"/>
        </a:xfrm>
      </p:grpSpPr>
      <p:graphicFrame>
        <p:nvGraphicFramePr>
          <p:cNvPr id="26" name="表 25"/>
          <p:cNvGraphicFramePr>
            <a:graphicFrameLocks noGrp="1"/>
          </p:cNvGraphicFramePr>
          <p:nvPr userDrawn="1"/>
        </p:nvGraphicFramePr>
        <p:xfrm>
          <a:off x="0" y="727606"/>
          <a:ext cx="438463" cy="5882490"/>
        </p:xfrm>
        <a:graphic>
          <a:graphicData uri="http://schemas.openxmlformats.org/drawingml/2006/table">
            <a:tbl>
              <a:tblPr firstRow="1" bandRow="1">
                <a:tableStyleId>{5C22544A-7EE6-4342-B048-85BDC9FD1C3A}</a:tableStyleId>
              </a:tblPr>
              <a:tblGrid>
                <a:gridCol w="438463">
                  <a:extLst>
                    <a:ext uri="{9D8B030D-6E8A-4147-A177-3AD203B41FA5}">
                      <a16:colId xmlns:a16="http://schemas.microsoft.com/office/drawing/2014/main" val="2456847792"/>
                    </a:ext>
                  </a:extLst>
                </a:gridCol>
              </a:tblGrid>
              <a:tr h="980415">
                <a:tc>
                  <a:txBody>
                    <a:bodyPr/>
                    <a:lstStyle/>
                    <a:p>
                      <a:pPr algn="ctr"/>
                      <a:r>
                        <a:rPr kumimoji="1" lang="ja-JP" altLang="en-US" sz="1100" b="1" dirty="0">
                          <a:solidFill>
                            <a:schemeClr val="bg1"/>
                          </a:solidFill>
                        </a:rPr>
                        <a:t>①タイトル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1512206185"/>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②タイトル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2631667891"/>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③タイトル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627911894"/>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④タイトル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2091809632"/>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⑤タイトル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1750606519"/>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⑥タイトル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149417652"/>
                  </a:ext>
                </a:extLst>
              </a:tr>
            </a:tbl>
          </a:graphicData>
        </a:graphic>
      </p:graphicFrame>
      <p:sp>
        <p:nvSpPr>
          <p:cNvPr id="35" name="正方形/長方形 34"/>
          <p:cNvSpPr/>
          <p:nvPr userDrawn="1"/>
        </p:nvSpPr>
        <p:spPr>
          <a:xfrm>
            <a:off x="85255" y="1119975"/>
            <a:ext cx="267950" cy="5341188"/>
          </a:xfrm>
          <a:prstGeom prst="rect">
            <a:avLst/>
          </a:prstGeom>
          <a:solidFill>
            <a:srgbClr val="FF00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vert="eaVert" rtlCol="0" anchor="ctr"/>
          <a:lstStyle/>
          <a:p>
            <a:pPr algn="ctr"/>
            <a:r>
              <a:rPr kumimoji="1" lang="ja-JP" altLang="en-US" sz="1463" dirty="0"/>
              <a:t>こちらで変更します。</a:t>
            </a:r>
          </a:p>
        </p:txBody>
      </p:sp>
      <p:sp>
        <p:nvSpPr>
          <p:cNvPr id="8" name="正方形/長方形 7"/>
          <p:cNvSpPr/>
          <p:nvPr userDrawn="1"/>
        </p:nvSpPr>
        <p:spPr>
          <a:xfrm>
            <a:off x="0" y="6610097"/>
            <a:ext cx="9906000" cy="24765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7" name="Text Box 31"/>
          <p:cNvSpPr txBox="1">
            <a:spLocks noChangeArrowheads="1"/>
          </p:cNvSpPr>
          <p:nvPr userDrawn="1"/>
        </p:nvSpPr>
        <p:spPr bwMode="auto">
          <a:xfrm>
            <a:off x="42215" y="6580034"/>
            <a:ext cx="4206531" cy="267446"/>
          </a:xfrm>
          <a:prstGeom prst="rect">
            <a:avLst/>
          </a:prstGeom>
          <a:noFill/>
          <a:ln w="9525">
            <a:noFill/>
            <a:miter lim="800000"/>
            <a:headEnd/>
            <a:tailEnd/>
          </a:ln>
          <a:effectLst/>
        </p:spPr>
        <p:txBody>
          <a:bodyPr wrap="square">
            <a:spAutoFit/>
          </a:bodyPr>
          <a:lstStyle/>
          <a:p>
            <a:pPr>
              <a:defRPr/>
            </a:pPr>
            <a:r>
              <a:rPr lang="en-US" altLang="ja-JP" sz="1138" b="1" dirty="0" err="1">
                <a:solidFill>
                  <a:schemeClr val="bg1"/>
                </a:solidFill>
                <a:latin typeface="Monotype Corsiva" pitchFamily="66" charset="0"/>
                <a:ea typeface="HGP創英角ｺﾞｼｯｸUB" pitchFamily="50" charset="-128"/>
              </a:rPr>
              <a:t>Copyright©Funai</a:t>
            </a:r>
            <a:r>
              <a:rPr lang="en-US" altLang="ja-JP" sz="1138" b="1" dirty="0">
                <a:solidFill>
                  <a:schemeClr val="bg1"/>
                </a:solidFill>
                <a:latin typeface="Monotype Corsiva" pitchFamily="66" charset="0"/>
                <a:ea typeface="HGP創英角ｺﾞｼｯｸUB" pitchFamily="50" charset="-128"/>
              </a:rPr>
              <a:t> Consulting Incorporated </a:t>
            </a:r>
            <a:r>
              <a:rPr lang="ja-JP" altLang="en-US" sz="1138" b="1" dirty="0">
                <a:solidFill>
                  <a:schemeClr val="bg1"/>
                </a:solidFill>
                <a:latin typeface="Monotype Corsiva" pitchFamily="66" charset="0"/>
                <a:ea typeface="HGP創英角ｺﾞｼｯｸUB" pitchFamily="50" charset="-128"/>
              </a:rPr>
              <a:t>　　（</a:t>
            </a:r>
            <a:r>
              <a:rPr lang="en-US" altLang="ja-JP" sz="1138" b="1" dirty="0" err="1">
                <a:solidFill>
                  <a:schemeClr val="bg1"/>
                </a:solidFill>
                <a:latin typeface="Monotype Corsiva" pitchFamily="66" charset="0"/>
                <a:ea typeface="HGP創英角ｺﾞｼｯｸUB" pitchFamily="50" charset="-128"/>
              </a:rPr>
              <a:t>Funai</a:t>
            </a:r>
            <a:r>
              <a:rPr lang="en-US" altLang="ja-JP" sz="1138" b="1" dirty="0">
                <a:solidFill>
                  <a:schemeClr val="bg1"/>
                </a:solidFill>
                <a:latin typeface="Monotype Corsiva" pitchFamily="66" charset="0"/>
                <a:ea typeface="HGP創英角ｺﾞｼｯｸUB" pitchFamily="50" charset="-128"/>
              </a:rPr>
              <a:t> Consulting</a:t>
            </a:r>
            <a:r>
              <a:rPr lang="ja-JP" altLang="en-US" sz="1138" b="1" dirty="0">
                <a:solidFill>
                  <a:schemeClr val="bg1"/>
                </a:solidFill>
                <a:latin typeface="Monotype Corsiva" pitchFamily="66" charset="0"/>
                <a:ea typeface="HGP創英角ｺﾞｼｯｸUB" pitchFamily="50" charset="-128"/>
              </a:rPr>
              <a:t> </a:t>
            </a:r>
            <a:r>
              <a:rPr lang="en-US" altLang="ja-JP" sz="1138" b="1" dirty="0">
                <a:solidFill>
                  <a:schemeClr val="bg1"/>
                </a:solidFill>
                <a:latin typeface="Monotype Corsiva" pitchFamily="66" charset="0"/>
                <a:ea typeface="HGP創英角ｺﾞｼｯｸUB" pitchFamily="50" charset="-128"/>
              </a:rPr>
              <a:t>Inc.</a:t>
            </a:r>
            <a:r>
              <a:rPr lang="ja-JP" altLang="en-US" sz="1138" b="1" dirty="0">
                <a:solidFill>
                  <a:schemeClr val="bg1"/>
                </a:solidFill>
                <a:latin typeface="Monotype Corsiva" pitchFamily="66" charset="0"/>
                <a:ea typeface="HGP創英角ｺﾞｼｯｸUB" pitchFamily="50" charset="-128"/>
              </a:rPr>
              <a:t>）</a:t>
            </a:r>
            <a:endParaRPr lang="en-US" altLang="ja-JP" sz="1138" b="1" dirty="0">
              <a:solidFill>
                <a:schemeClr val="bg1"/>
              </a:solidFill>
              <a:latin typeface="Monotype Corsiva" pitchFamily="66" charset="0"/>
              <a:ea typeface="HGP創英角ｺﾞｼｯｸUB" pitchFamily="50" charset="-128"/>
            </a:endParaRPr>
          </a:p>
        </p:txBody>
      </p:sp>
      <p:sp>
        <p:nvSpPr>
          <p:cNvPr id="12" name="スライド番号プレースホルダー 11"/>
          <p:cNvSpPr>
            <a:spLocks noGrp="1"/>
          </p:cNvSpPr>
          <p:nvPr>
            <p:ph type="sldNum" sz="quarter" idx="12"/>
          </p:nvPr>
        </p:nvSpPr>
        <p:spPr>
          <a:xfrm>
            <a:off x="7677150" y="6551360"/>
            <a:ext cx="2228850" cy="365125"/>
          </a:xfrm>
        </p:spPr>
        <p:txBody>
          <a:bodyPr/>
          <a:lstStyle>
            <a:lvl1pPr>
              <a:defRPr sz="1300" b="1">
                <a:solidFill>
                  <a:schemeClr val="bg1"/>
                </a:solidFill>
              </a:defRPr>
            </a:lvl1pPr>
          </a:lstStyle>
          <a:p>
            <a:fld id="{85FC83C8-0BB2-4721-BA19-3C9CC69276E3}" type="slidenum">
              <a:rPr lang="ja-JP" altLang="en-US" smtClean="0"/>
              <a:pPr/>
              <a:t>‹#›</a:t>
            </a:fld>
            <a:endParaRPr lang="ja-JP" altLang="en-US"/>
          </a:p>
        </p:txBody>
      </p:sp>
      <p:sp>
        <p:nvSpPr>
          <p:cNvPr id="22" name="楕円 21"/>
          <p:cNvSpPr/>
          <p:nvPr userDrawn="1"/>
        </p:nvSpPr>
        <p:spPr>
          <a:xfrm>
            <a:off x="-2244328" y="-788766"/>
            <a:ext cx="14437221" cy="1759809"/>
          </a:xfrm>
          <a:prstGeom prst="ellipse">
            <a:avLst/>
          </a:prstGeom>
          <a:solidFill>
            <a:srgbClr val="8B945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24" name="タイトル 1"/>
          <p:cNvSpPr>
            <a:spLocks noGrp="1"/>
          </p:cNvSpPr>
          <p:nvPr>
            <p:ph type="title"/>
          </p:nvPr>
        </p:nvSpPr>
        <p:spPr>
          <a:xfrm>
            <a:off x="255770" y="245205"/>
            <a:ext cx="9378221" cy="605918"/>
          </a:xfrm>
        </p:spPr>
        <p:txBody>
          <a:bodyPr>
            <a:noAutofit/>
          </a:bodyPr>
          <a:lstStyle>
            <a:lvl1pPr algn="ctr">
              <a:defRPr sz="3900" b="1">
                <a:solidFill>
                  <a:schemeClr val="bg1"/>
                </a:solidFill>
              </a:defRPr>
            </a:lvl1pPr>
          </a:lstStyle>
          <a:p>
            <a:r>
              <a:rPr kumimoji="1" lang="ja-JP" altLang="en-US" dirty="0"/>
              <a:t>マスター タイトルの書式設定</a:t>
            </a:r>
          </a:p>
        </p:txBody>
      </p:sp>
      <p:sp>
        <p:nvSpPr>
          <p:cNvPr id="36" name="正方形/長方形 35"/>
          <p:cNvSpPr/>
          <p:nvPr userDrawn="1"/>
        </p:nvSpPr>
        <p:spPr>
          <a:xfrm>
            <a:off x="-2650779" y="-1508644"/>
            <a:ext cx="2642953" cy="3507698"/>
          </a:xfrm>
          <a:prstGeom prst="rect">
            <a:avLst/>
          </a:prstGeom>
          <a:solidFill>
            <a:srgbClr val="E6E6E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37" name="正方形/長方形 36"/>
          <p:cNvSpPr/>
          <p:nvPr userDrawn="1"/>
        </p:nvSpPr>
        <p:spPr>
          <a:xfrm>
            <a:off x="-200669" y="-3521490"/>
            <a:ext cx="11734663" cy="3507698"/>
          </a:xfrm>
          <a:prstGeom prst="rect">
            <a:avLst/>
          </a:prstGeom>
          <a:solidFill>
            <a:srgbClr val="E6E6E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38" name="正方形/長方形 37"/>
          <p:cNvSpPr/>
          <p:nvPr userDrawn="1"/>
        </p:nvSpPr>
        <p:spPr>
          <a:xfrm>
            <a:off x="9918180" y="-2387723"/>
            <a:ext cx="2642953" cy="3507698"/>
          </a:xfrm>
          <a:prstGeom prst="rect">
            <a:avLst/>
          </a:prstGeom>
          <a:solidFill>
            <a:srgbClr val="E6E6E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27" name="楕円 26"/>
          <p:cNvSpPr/>
          <p:nvPr userDrawn="1"/>
        </p:nvSpPr>
        <p:spPr>
          <a:xfrm>
            <a:off x="10081668" y="4975630"/>
            <a:ext cx="340519" cy="417363"/>
          </a:xfrm>
          <a:prstGeom prst="ellipse">
            <a:avLst/>
          </a:prstGeom>
          <a:solidFill>
            <a:srgbClr val="8B945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28" name="楕円 27"/>
          <p:cNvSpPr/>
          <p:nvPr userDrawn="1"/>
        </p:nvSpPr>
        <p:spPr>
          <a:xfrm>
            <a:off x="10081668" y="3641505"/>
            <a:ext cx="340519" cy="417363"/>
          </a:xfrm>
          <a:prstGeom prst="ellipse">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29" name="楕円 28"/>
          <p:cNvSpPr/>
          <p:nvPr userDrawn="1"/>
        </p:nvSpPr>
        <p:spPr>
          <a:xfrm>
            <a:off x="10081668" y="2307380"/>
            <a:ext cx="340519" cy="417363"/>
          </a:xfrm>
          <a:prstGeom prst="ellipse">
            <a:avLst/>
          </a:prstGeom>
          <a:solidFill>
            <a:schemeClr val="bg2">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30" name="楕円 29"/>
          <p:cNvSpPr/>
          <p:nvPr userDrawn="1"/>
        </p:nvSpPr>
        <p:spPr>
          <a:xfrm>
            <a:off x="10081668" y="973255"/>
            <a:ext cx="340519" cy="417363"/>
          </a:xfrm>
          <a:prstGeom prst="ellipse">
            <a:avLst/>
          </a:prstGeom>
          <a:solidFill>
            <a:schemeClr val="bg2">
              <a:lumMod val="2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31" name="四角形吹き出し 30"/>
          <p:cNvSpPr/>
          <p:nvPr userDrawn="1"/>
        </p:nvSpPr>
        <p:spPr>
          <a:xfrm>
            <a:off x="10657068" y="419727"/>
            <a:ext cx="1438387" cy="970890"/>
          </a:xfrm>
          <a:prstGeom prst="wedgeRectCallout">
            <a:avLst>
              <a:gd name="adj1" fmla="val -61477"/>
              <a:gd name="adj2" fmla="val 23901"/>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文字の色</a:t>
            </a:r>
          </a:p>
        </p:txBody>
      </p:sp>
      <p:sp>
        <p:nvSpPr>
          <p:cNvPr id="32" name="四角形吹き出し 31"/>
          <p:cNvSpPr/>
          <p:nvPr userDrawn="1"/>
        </p:nvSpPr>
        <p:spPr>
          <a:xfrm>
            <a:off x="10657068" y="1821934"/>
            <a:ext cx="1438387" cy="970890"/>
          </a:xfrm>
          <a:prstGeom prst="wedgeRectCallout">
            <a:avLst>
              <a:gd name="adj1" fmla="val -61477"/>
              <a:gd name="adj2" fmla="val 23901"/>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やじるしなどの図形の色</a:t>
            </a:r>
          </a:p>
        </p:txBody>
      </p:sp>
      <p:sp>
        <p:nvSpPr>
          <p:cNvPr id="33" name="四角形吹き出し 32"/>
          <p:cNvSpPr/>
          <p:nvPr userDrawn="1"/>
        </p:nvSpPr>
        <p:spPr>
          <a:xfrm>
            <a:off x="10657068" y="4490184"/>
            <a:ext cx="1438387" cy="970890"/>
          </a:xfrm>
          <a:prstGeom prst="wedgeRectCallout">
            <a:avLst>
              <a:gd name="adj1" fmla="val -61477"/>
              <a:gd name="adj2" fmla="val 23901"/>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ベースの色</a:t>
            </a:r>
          </a:p>
        </p:txBody>
      </p:sp>
      <p:sp>
        <p:nvSpPr>
          <p:cNvPr id="34" name="四角形吹き出し 33"/>
          <p:cNvSpPr/>
          <p:nvPr userDrawn="1"/>
        </p:nvSpPr>
        <p:spPr>
          <a:xfrm>
            <a:off x="10657068" y="3156059"/>
            <a:ext cx="1438387" cy="970890"/>
          </a:xfrm>
          <a:prstGeom prst="wedgeRectCallout">
            <a:avLst>
              <a:gd name="adj1" fmla="val -61477"/>
              <a:gd name="adj2" fmla="val 23901"/>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強調の色</a:t>
            </a:r>
          </a:p>
        </p:txBody>
      </p:sp>
      <p:sp>
        <p:nvSpPr>
          <p:cNvPr id="39" name="四角形吹き出し 38"/>
          <p:cNvSpPr/>
          <p:nvPr userDrawn="1"/>
        </p:nvSpPr>
        <p:spPr>
          <a:xfrm>
            <a:off x="-2959618" y="-919028"/>
            <a:ext cx="2448136" cy="1838056"/>
          </a:xfrm>
          <a:prstGeom prst="wedgeRectCallout">
            <a:avLst>
              <a:gd name="adj1" fmla="val 68120"/>
              <a:gd name="adj2" fmla="val 16336"/>
            </a:avLst>
          </a:prstGeom>
          <a:solidFill>
            <a:srgbClr val="07628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タイトル（目次と対応させてください。）</a:t>
            </a:r>
            <a:endParaRPr kumimoji="1" lang="en-US" altLang="ja-JP" sz="1463" dirty="0"/>
          </a:p>
          <a:p>
            <a:pPr algn="ctr"/>
            <a:r>
              <a:rPr kumimoji="1" lang="ja-JP" altLang="en-US" sz="1463" dirty="0"/>
              <a:t>フォント：メイリオ見出し</a:t>
            </a:r>
            <a:endParaRPr kumimoji="1" lang="en-US" altLang="ja-JP" sz="1463" dirty="0"/>
          </a:p>
          <a:p>
            <a:pPr algn="ctr"/>
            <a:r>
              <a:rPr lang="ja-JP" altLang="en-US" sz="1463" dirty="0"/>
              <a:t>サイズ：</a:t>
            </a:r>
            <a:r>
              <a:rPr lang="en-US" altLang="ja-JP" sz="1463" dirty="0"/>
              <a:t>48</a:t>
            </a:r>
          </a:p>
          <a:p>
            <a:pPr algn="ctr"/>
            <a:r>
              <a:rPr lang="ja-JP" altLang="en-US" sz="1463" dirty="0"/>
              <a:t>ボールド</a:t>
            </a:r>
            <a:endParaRPr lang="en-US" altLang="ja-JP" sz="1463" dirty="0"/>
          </a:p>
          <a:p>
            <a:pPr algn="ctr"/>
            <a:r>
              <a:rPr lang="ja-JP" altLang="en-US" sz="1463" dirty="0"/>
              <a:t>真ん中寄せ</a:t>
            </a:r>
            <a:endParaRPr kumimoji="1" lang="en-US" altLang="ja-JP" sz="1463" dirty="0"/>
          </a:p>
        </p:txBody>
      </p:sp>
      <p:sp>
        <p:nvSpPr>
          <p:cNvPr id="45" name="四角形吹き出し 44"/>
          <p:cNvSpPr/>
          <p:nvPr userDrawn="1"/>
        </p:nvSpPr>
        <p:spPr>
          <a:xfrm>
            <a:off x="-2933551" y="2899809"/>
            <a:ext cx="2448136" cy="1838056"/>
          </a:xfrm>
          <a:prstGeom prst="wedgeRectCallout">
            <a:avLst>
              <a:gd name="adj1" fmla="val 68120"/>
              <a:gd name="adj2" fmla="val 16336"/>
            </a:avLst>
          </a:prstGeom>
          <a:solidFill>
            <a:srgbClr val="07628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小見出し</a:t>
            </a:r>
            <a:endParaRPr kumimoji="1" lang="en-US" altLang="ja-JP" sz="1463" dirty="0"/>
          </a:p>
          <a:p>
            <a:pPr algn="ctr"/>
            <a:r>
              <a:rPr kumimoji="1" lang="ja-JP" altLang="en-US" sz="1463" dirty="0"/>
              <a:t>フォント：メイリオ本文</a:t>
            </a:r>
            <a:endParaRPr kumimoji="1" lang="en-US" altLang="ja-JP" sz="1463" dirty="0"/>
          </a:p>
          <a:p>
            <a:pPr algn="ctr"/>
            <a:r>
              <a:rPr lang="ja-JP" altLang="en-US" sz="1463" dirty="0"/>
              <a:t>サイズ：</a:t>
            </a:r>
            <a:r>
              <a:rPr lang="en-US" altLang="ja-JP" sz="1463" dirty="0"/>
              <a:t>32</a:t>
            </a:r>
          </a:p>
          <a:p>
            <a:pPr algn="ctr"/>
            <a:r>
              <a:rPr lang="ja-JP" altLang="en-US" sz="1463" dirty="0"/>
              <a:t>ボールド</a:t>
            </a:r>
            <a:endParaRPr lang="en-US" altLang="ja-JP" sz="1463" dirty="0"/>
          </a:p>
          <a:p>
            <a:pPr algn="ctr"/>
            <a:r>
              <a:rPr kumimoji="1" lang="ja-JP" altLang="en-US" sz="1463" dirty="0"/>
              <a:t>左寄せ</a:t>
            </a:r>
            <a:endParaRPr kumimoji="1" lang="en-US" altLang="ja-JP" sz="1463" dirty="0"/>
          </a:p>
        </p:txBody>
      </p:sp>
      <p:sp>
        <p:nvSpPr>
          <p:cNvPr id="46" name="四角形吹き出し 45"/>
          <p:cNvSpPr/>
          <p:nvPr userDrawn="1"/>
        </p:nvSpPr>
        <p:spPr>
          <a:xfrm>
            <a:off x="-2933551" y="4895865"/>
            <a:ext cx="2448136" cy="1838056"/>
          </a:xfrm>
          <a:prstGeom prst="wedgeRectCallout">
            <a:avLst>
              <a:gd name="adj1" fmla="val 68617"/>
              <a:gd name="adj2" fmla="val -24441"/>
            </a:avLst>
          </a:prstGeom>
          <a:solidFill>
            <a:srgbClr val="07628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本文</a:t>
            </a:r>
            <a:endParaRPr kumimoji="1" lang="en-US" altLang="ja-JP" sz="1463" dirty="0"/>
          </a:p>
          <a:p>
            <a:pPr algn="ctr"/>
            <a:r>
              <a:rPr kumimoji="1" lang="ja-JP" altLang="en-US" sz="1463" dirty="0"/>
              <a:t>フォント：メイリオ本文</a:t>
            </a:r>
            <a:endParaRPr kumimoji="1" lang="en-US" altLang="ja-JP" sz="1463" dirty="0"/>
          </a:p>
          <a:p>
            <a:pPr algn="ctr"/>
            <a:r>
              <a:rPr lang="ja-JP" altLang="en-US" sz="1463" dirty="0"/>
              <a:t>サイズ：</a:t>
            </a:r>
            <a:r>
              <a:rPr lang="en-US" altLang="ja-JP" sz="1463" dirty="0"/>
              <a:t>18</a:t>
            </a:r>
          </a:p>
          <a:p>
            <a:pPr algn="ctr"/>
            <a:r>
              <a:rPr kumimoji="1" lang="ja-JP" altLang="en-US" sz="1463" dirty="0"/>
              <a:t>左寄せ</a:t>
            </a:r>
            <a:endParaRPr kumimoji="1" lang="en-US" altLang="ja-JP" sz="1463" dirty="0"/>
          </a:p>
        </p:txBody>
      </p:sp>
      <p:sp>
        <p:nvSpPr>
          <p:cNvPr id="23" name="四角形吹き出し 22"/>
          <p:cNvSpPr/>
          <p:nvPr userDrawn="1"/>
        </p:nvSpPr>
        <p:spPr>
          <a:xfrm>
            <a:off x="10657068" y="5752795"/>
            <a:ext cx="1645113" cy="970890"/>
          </a:xfrm>
          <a:prstGeom prst="wedgeRectCallout">
            <a:avLst>
              <a:gd name="adj1" fmla="val -62408"/>
              <a:gd name="adj2" fmla="val 9477"/>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この赤ガイド線内に収まるように作成してください</a:t>
            </a:r>
          </a:p>
        </p:txBody>
      </p:sp>
    </p:spTree>
    <p:extLst>
      <p:ext uri="{BB962C8B-B14F-4D97-AF65-F5344CB8AC3E}">
        <p14:creationId xmlns:p14="http://schemas.microsoft.com/office/powerpoint/2010/main" val="1651948463"/>
      </p:ext>
    </p:extLst>
  </p:cSld>
  <p:clrMapOvr>
    <a:masterClrMapping/>
  </p:clrMapOvr>
  <p:hf hdr="0" ftr="0" dt="0"/>
  <p:extLst>
    <p:ext uri="{DCECCB84-F9BA-43D5-87BE-67443E8EF086}">
      <p15:sldGuideLst xmlns:p15="http://schemas.microsoft.com/office/powerpoint/2012/main">
        <p15:guide id="1" orient="horz" pos="2160">
          <p15:clr>
            <a:srgbClr val="000000"/>
          </p15:clr>
        </p15:guide>
        <p15:guide id="2" pos="3840">
          <p15:clr>
            <a:srgbClr val="000000"/>
          </p15:clr>
        </p15:guide>
      </p15:sldGuideLst>
    </p:ext>
  </p:extLst>
</p:sldLayout>
</file>

<file path=ppt/slideLayouts/slideLayout51.xml><?xml version="1.0" encoding="utf-8"?>
<p:sldLayout xmlns:a="http://schemas.openxmlformats.org/drawingml/2006/main" xmlns:r="http://schemas.openxmlformats.org/officeDocument/2006/relationships" xmlns:p="http://schemas.openxmlformats.org/presentationml/2006/main" userDrawn="1">
  <p:cSld name="39_タイトルとコンテンツ">
    <p:spTree>
      <p:nvGrpSpPr>
        <p:cNvPr id="1" name=""/>
        <p:cNvGrpSpPr/>
        <p:nvPr/>
      </p:nvGrpSpPr>
      <p:grpSpPr>
        <a:xfrm>
          <a:off x="0" y="0"/>
          <a:ext cx="0" cy="0"/>
          <a:chOff x="0" y="0"/>
          <a:chExt cx="0" cy="0"/>
        </a:xfrm>
      </p:grpSpPr>
      <p:graphicFrame>
        <p:nvGraphicFramePr>
          <p:cNvPr id="26" name="表 25"/>
          <p:cNvGraphicFramePr>
            <a:graphicFrameLocks noGrp="1"/>
          </p:cNvGraphicFramePr>
          <p:nvPr userDrawn="1"/>
        </p:nvGraphicFramePr>
        <p:xfrm>
          <a:off x="0" y="727606"/>
          <a:ext cx="438463" cy="5882490"/>
        </p:xfrm>
        <a:graphic>
          <a:graphicData uri="http://schemas.openxmlformats.org/drawingml/2006/table">
            <a:tbl>
              <a:tblPr firstRow="1" bandRow="1">
                <a:tableStyleId>{5C22544A-7EE6-4342-B048-85BDC9FD1C3A}</a:tableStyleId>
              </a:tblPr>
              <a:tblGrid>
                <a:gridCol w="438463">
                  <a:extLst>
                    <a:ext uri="{9D8B030D-6E8A-4147-A177-3AD203B41FA5}">
                      <a16:colId xmlns:a16="http://schemas.microsoft.com/office/drawing/2014/main" val="2456847792"/>
                    </a:ext>
                  </a:extLst>
                </a:gridCol>
              </a:tblGrid>
              <a:tr h="980415">
                <a:tc>
                  <a:txBody>
                    <a:bodyPr/>
                    <a:lstStyle/>
                    <a:p>
                      <a:pPr algn="ctr"/>
                      <a:r>
                        <a:rPr kumimoji="1" lang="ja-JP" altLang="en-US" sz="1100" b="1" dirty="0">
                          <a:solidFill>
                            <a:schemeClr val="bg1"/>
                          </a:solidFill>
                        </a:rPr>
                        <a:t>①タイトル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1512206185"/>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②タイトル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2631667891"/>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③タイトル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627911894"/>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④タイトル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2091809632"/>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⑤タイトル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1750606519"/>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⑥タイトル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149417652"/>
                  </a:ext>
                </a:extLst>
              </a:tr>
            </a:tbl>
          </a:graphicData>
        </a:graphic>
      </p:graphicFrame>
      <p:sp>
        <p:nvSpPr>
          <p:cNvPr id="35" name="正方形/長方形 34"/>
          <p:cNvSpPr/>
          <p:nvPr userDrawn="1"/>
        </p:nvSpPr>
        <p:spPr>
          <a:xfrm>
            <a:off x="85255" y="1119975"/>
            <a:ext cx="267950" cy="5341188"/>
          </a:xfrm>
          <a:prstGeom prst="rect">
            <a:avLst/>
          </a:prstGeom>
          <a:solidFill>
            <a:srgbClr val="FF00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vert="eaVert" rtlCol="0" anchor="ctr"/>
          <a:lstStyle/>
          <a:p>
            <a:pPr algn="ctr"/>
            <a:r>
              <a:rPr kumimoji="1" lang="ja-JP" altLang="en-US" sz="1463" dirty="0"/>
              <a:t>こちらで変更します。</a:t>
            </a:r>
          </a:p>
        </p:txBody>
      </p:sp>
      <p:sp>
        <p:nvSpPr>
          <p:cNvPr id="8" name="正方形/長方形 7"/>
          <p:cNvSpPr/>
          <p:nvPr userDrawn="1"/>
        </p:nvSpPr>
        <p:spPr>
          <a:xfrm>
            <a:off x="0" y="6610097"/>
            <a:ext cx="9906000" cy="24765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7" name="Text Box 31"/>
          <p:cNvSpPr txBox="1">
            <a:spLocks noChangeArrowheads="1"/>
          </p:cNvSpPr>
          <p:nvPr userDrawn="1"/>
        </p:nvSpPr>
        <p:spPr bwMode="auto">
          <a:xfrm>
            <a:off x="42215" y="6580034"/>
            <a:ext cx="4206531" cy="267446"/>
          </a:xfrm>
          <a:prstGeom prst="rect">
            <a:avLst/>
          </a:prstGeom>
          <a:noFill/>
          <a:ln w="9525">
            <a:noFill/>
            <a:miter lim="800000"/>
            <a:headEnd/>
            <a:tailEnd/>
          </a:ln>
          <a:effectLst/>
        </p:spPr>
        <p:txBody>
          <a:bodyPr wrap="square">
            <a:spAutoFit/>
          </a:bodyPr>
          <a:lstStyle/>
          <a:p>
            <a:pPr>
              <a:defRPr/>
            </a:pPr>
            <a:r>
              <a:rPr lang="en-US" altLang="ja-JP" sz="1138" b="1" dirty="0" err="1">
                <a:solidFill>
                  <a:schemeClr val="bg1"/>
                </a:solidFill>
                <a:latin typeface="Monotype Corsiva" pitchFamily="66" charset="0"/>
                <a:ea typeface="HGP創英角ｺﾞｼｯｸUB" pitchFamily="50" charset="-128"/>
              </a:rPr>
              <a:t>Copyright©Funai</a:t>
            </a:r>
            <a:r>
              <a:rPr lang="en-US" altLang="ja-JP" sz="1138" b="1" dirty="0">
                <a:solidFill>
                  <a:schemeClr val="bg1"/>
                </a:solidFill>
                <a:latin typeface="Monotype Corsiva" pitchFamily="66" charset="0"/>
                <a:ea typeface="HGP創英角ｺﾞｼｯｸUB" pitchFamily="50" charset="-128"/>
              </a:rPr>
              <a:t> Consulting Incorporated </a:t>
            </a:r>
            <a:r>
              <a:rPr lang="ja-JP" altLang="en-US" sz="1138" b="1" dirty="0">
                <a:solidFill>
                  <a:schemeClr val="bg1"/>
                </a:solidFill>
                <a:latin typeface="Monotype Corsiva" pitchFamily="66" charset="0"/>
                <a:ea typeface="HGP創英角ｺﾞｼｯｸUB" pitchFamily="50" charset="-128"/>
              </a:rPr>
              <a:t>　　（</a:t>
            </a:r>
            <a:r>
              <a:rPr lang="en-US" altLang="ja-JP" sz="1138" b="1" dirty="0" err="1">
                <a:solidFill>
                  <a:schemeClr val="bg1"/>
                </a:solidFill>
                <a:latin typeface="Monotype Corsiva" pitchFamily="66" charset="0"/>
                <a:ea typeface="HGP創英角ｺﾞｼｯｸUB" pitchFamily="50" charset="-128"/>
              </a:rPr>
              <a:t>Funai</a:t>
            </a:r>
            <a:r>
              <a:rPr lang="en-US" altLang="ja-JP" sz="1138" b="1" dirty="0">
                <a:solidFill>
                  <a:schemeClr val="bg1"/>
                </a:solidFill>
                <a:latin typeface="Monotype Corsiva" pitchFamily="66" charset="0"/>
                <a:ea typeface="HGP創英角ｺﾞｼｯｸUB" pitchFamily="50" charset="-128"/>
              </a:rPr>
              <a:t> Consulting</a:t>
            </a:r>
            <a:r>
              <a:rPr lang="ja-JP" altLang="en-US" sz="1138" b="1" dirty="0">
                <a:solidFill>
                  <a:schemeClr val="bg1"/>
                </a:solidFill>
                <a:latin typeface="Monotype Corsiva" pitchFamily="66" charset="0"/>
                <a:ea typeface="HGP創英角ｺﾞｼｯｸUB" pitchFamily="50" charset="-128"/>
              </a:rPr>
              <a:t> </a:t>
            </a:r>
            <a:r>
              <a:rPr lang="en-US" altLang="ja-JP" sz="1138" b="1" dirty="0">
                <a:solidFill>
                  <a:schemeClr val="bg1"/>
                </a:solidFill>
                <a:latin typeface="Monotype Corsiva" pitchFamily="66" charset="0"/>
                <a:ea typeface="HGP創英角ｺﾞｼｯｸUB" pitchFamily="50" charset="-128"/>
              </a:rPr>
              <a:t>Inc.</a:t>
            </a:r>
            <a:r>
              <a:rPr lang="ja-JP" altLang="en-US" sz="1138" b="1" dirty="0">
                <a:solidFill>
                  <a:schemeClr val="bg1"/>
                </a:solidFill>
                <a:latin typeface="Monotype Corsiva" pitchFamily="66" charset="0"/>
                <a:ea typeface="HGP創英角ｺﾞｼｯｸUB" pitchFamily="50" charset="-128"/>
              </a:rPr>
              <a:t>）</a:t>
            </a:r>
            <a:endParaRPr lang="en-US" altLang="ja-JP" sz="1138" b="1" dirty="0">
              <a:solidFill>
                <a:schemeClr val="bg1"/>
              </a:solidFill>
              <a:latin typeface="Monotype Corsiva" pitchFamily="66" charset="0"/>
              <a:ea typeface="HGP創英角ｺﾞｼｯｸUB" pitchFamily="50" charset="-128"/>
            </a:endParaRPr>
          </a:p>
        </p:txBody>
      </p:sp>
      <p:sp>
        <p:nvSpPr>
          <p:cNvPr id="12" name="スライド番号プレースホルダー 11"/>
          <p:cNvSpPr>
            <a:spLocks noGrp="1"/>
          </p:cNvSpPr>
          <p:nvPr>
            <p:ph type="sldNum" sz="quarter" idx="12"/>
          </p:nvPr>
        </p:nvSpPr>
        <p:spPr>
          <a:xfrm>
            <a:off x="7677150" y="6551360"/>
            <a:ext cx="2228850" cy="365125"/>
          </a:xfrm>
        </p:spPr>
        <p:txBody>
          <a:bodyPr/>
          <a:lstStyle>
            <a:lvl1pPr>
              <a:defRPr sz="1300" b="1">
                <a:solidFill>
                  <a:schemeClr val="bg1"/>
                </a:solidFill>
              </a:defRPr>
            </a:lvl1pPr>
          </a:lstStyle>
          <a:p>
            <a:fld id="{85FC83C8-0BB2-4721-BA19-3C9CC69276E3}" type="slidenum">
              <a:rPr lang="ja-JP" altLang="en-US" smtClean="0"/>
              <a:pPr/>
              <a:t>‹#›</a:t>
            </a:fld>
            <a:endParaRPr lang="ja-JP" altLang="en-US"/>
          </a:p>
        </p:txBody>
      </p:sp>
      <p:sp>
        <p:nvSpPr>
          <p:cNvPr id="22" name="楕円 21"/>
          <p:cNvSpPr/>
          <p:nvPr userDrawn="1"/>
        </p:nvSpPr>
        <p:spPr>
          <a:xfrm>
            <a:off x="-2244328" y="-788766"/>
            <a:ext cx="14437221" cy="1759809"/>
          </a:xfrm>
          <a:prstGeom prst="ellipse">
            <a:avLst/>
          </a:prstGeom>
          <a:solidFill>
            <a:srgbClr val="8B945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24" name="タイトル 1"/>
          <p:cNvSpPr>
            <a:spLocks noGrp="1"/>
          </p:cNvSpPr>
          <p:nvPr>
            <p:ph type="title"/>
          </p:nvPr>
        </p:nvSpPr>
        <p:spPr>
          <a:xfrm>
            <a:off x="255770" y="245205"/>
            <a:ext cx="9378221" cy="605918"/>
          </a:xfrm>
        </p:spPr>
        <p:txBody>
          <a:bodyPr>
            <a:noAutofit/>
          </a:bodyPr>
          <a:lstStyle>
            <a:lvl1pPr algn="ctr">
              <a:defRPr sz="3900" b="1">
                <a:solidFill>
                  <a:schemeClr val="bg1"/>
                </a:solidFill>
              </a:defRPr>
            </a:lvl1pPr>
          </a:lstStyle>
          <a:p>
            <a:r>
              <a:rPr kumimoji="1" lang="ja-JP" altLang="en-US" dirty="0"/>
              <a:t>マスター タイトルの書式設定</a:t>
            </a:r>
          </a:p>
        </p:txBody>
      </p:sp>
      <p:sp>
        <p:nvSpPr>
          <p:cNvPr id="36" name="正方形/長方形 35"/>
          <p:cNvSpPr/>
          <p:nvPr userDrawn="1"/>
        </p:nvSpPr>
        <p:spPr>
          <a:xfrm>
            <a:off x="-2650779" y="-1508644"/>
            <a:ext cx="2642953" cy="3507698"/>
          </a:xfrm>
          <a:prstGeom prst="rect">
            <a:avLst/>
          </a:prstGeom>
          <a:solidFill>
            <a:srgbClr val="E6E6E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37" name="正方形/長方形 36"/>
          <p:cNvSpPr/>
          <p:nvPr userDrawn="1"/>
        </p:nvSpPr>
        <p:spPr>
          <a:xfrm>
            <a:off x="-200669" y="-3521490"/>
            <a:ext cx="11734663" cy="3507698"/>
          </a:xfrm>
          <a:prstGeom prst="rect">
            <a:avLst/>
          </a:prstGeom>
          <a:solidFill>
            <a:srgbClr val="E6E6E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38" name="正方形/長方形 37"/>
          <p:cNvSpPr/>
          <p:nvPr userDrawn="1"/>
        </p:nvSpPr>
        <p:spPr>
          <a:xfrm>
            <a:off x="9918180" y="-2387723"/>
            <a:ext cx="2642953" cy="3507698"/>
          </a:xfrm>
          <a:prstGeom prst="rect">
            <a:avLst/>
          </a:prstGeom>
          <a:solidFill>
            <a:srgbClr val="E6E6E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27" name="楕円 26"/>
          <p:cNvSpPr/>
          <p:nvPr userDrawn="1"/>
        </p:nvSpPr>
        <p:spPr>
          <a:xfrm>
            <a:off x="10081668" y="4975630"/>
            <a:ext cx="340519" cy="417363"/>
          </a:xfrm>
          <a:prstGeom prst="ellipse">
            <a:avLst/>
          </a:prstGeom>
          <a:solidFill>
            <a:srgbClr val="8B945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28" name="楕円 27"/>
          <p:cNvSpPr/>
          <p:nvPr userDrawn="1"/>
        </p:nvSpPr>
        <p:spPr>
          <a:xfrm>
            <a:off x="10081668" y="3641505"/>
            <a:ext cx="340519" cy="417363"/>
          </a:xfrm>
          <a:prstGeom prst="ellipse">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29" name="楕円 28"/>
          <p:cNvSpPr/>
          <p:nvPr userDrawn="1"/>
        </p:nvSpPr>
        <p:spPr>
          <a:xfrm>
            <a:off x="10081668" y="2307380"/>
            <a:ext cx="340519" cy="417363"/>
          </a:xfrm>
          <a:prstGeom prst="ellipse">
            <a:avLst/>
          </a:prstGeom>
          <a:solidFill>
            <a:schemeClr val="bg2">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30" name="楕円 29"/>
          <p:cNvSpPr/>
          <p:nvPr userDrawn="1"/>
        </p:nvSpPr>
        <p:spPr>
          <a:xfrm>
            <a:off x="10081668" y="973255"/>
            <a:ext cx="340519" cy="417363"/>
          </a:xfrm>
          <a:prstGeom prst="ellipse">
            <a:avLst/>
          </a:prstGeom>
          <a:solidFill>
            <a:schemeClr val="bg2">
              <a:lumMod val="2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31" name="四角形吹き出し 30"/>
          <p:cNvSpPr/>
          <p:nvPr userDrawn="1"/>
        </p:nvSpPr>
        <p:spPr>
          <a:xfrm>
            <a:off x="10657068" y="419727"/>
            <a:ext cx="1438387" cy="970890"/>
          </a:xfrm>
          <a:prstGeom prst="wedgeRectCallout">
            <a:avLst>
              <a:gd name="adj1" fmla="val -61477"/>
              <a:gd name="adj2" fmla="val 23901"/>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文字の色</a:t>
            </a:r>
          </a:p>
        </p:txBody>
      </p:sp>
      <p:sp>
        <p:nvSpPr>
          <p:cNvPr id="32" name="四角形吹き出し 31"/>
          <p:cNvSpPr/>
          <p:nvPr userDrawn="1"/>
        </p:nvSpPr>
        <p:spPr>
          <a:xfrm>
            <a:off x="10657068" y="1821934"/>
            <a:ext cx="1438387" cy="970890"/>
          </a:xfrm>
          <a:prstGeom prst="wedgeRectCallout">
            <a:avLst>
              <a:gd name="adj1" fmla="val -61477"/>
              <a:gd name="adj2" fmla="val 23901"/>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やじるしなどの図形の色</a:t>
            </a:r>
          </a:p>
        </p:txBody>
      </p:sp>
      <p:sp>
        <p:nvSpPr>
          <p:cNvPr id="33" name="四角形吹き出し 32"/>
          <p:cNvSpPr/>
          <p:nvPr userDrawn="1"/>
        </p:nvSpPr>
        <p:spPr>
          <a:xfrm>
            <a:off x="10657068" y="4490184"/>
            <a:ext cx="1438387" cy="970890"/>
          </a:xfrm>
          <a:prstGeom prst="wedgeRectCallout">
            <a:avLst>
              <a:gd name="adj1" fmla="val -61477"/>
              <a:gd name="adj2" fmla="val 23901"/>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ベースの色</a:t>
            </a:r>
          </a:p>
        </p:txBody>
      </p:sp>
      <p:sp>
        <p:nvSpPr>
          <p:cNvPr id="34" name="四角形吹き出し 33"/>
          <p:cNvSpPr/>
          <p:nvPr userDrawn="1"/>
        </p:nvSpPr>
        <p:spPr>
          <a:xfrm>
            <a:off x="10657068" y="3156059"/>
            <a:ext cx="1438387" cy="970890"/>
          </a:xfrm>
          <a:prstGeom prst="wedgeRectCallout">
            <a:avLst>
              <a:gd name="adj1" fmla="val -61477"/>
              <a:gd name="adj2" fmla="val 23901"/>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強調の色</a:t>
            </a:r>
          </a:p>
        </p:txBody>
      </p:sp>
      <p:sp>
        <p:nvSpPr>
          <p:cNvPr id="39" name="四角形吹き出し 38"/>
          <p:cNvSpPr/>
          <p:nvPr userDrawn="1"/>
        </p:nvSpPr>
        <p:spPr>
          <a:xfrm>
            <a:off x="-2959618" y="-919028"/>
            <a:ext cx="2448136" cy="1838056"/>
          </a:xfrm>
          <a:prstGeom prst="wedgeRectCallout">
            <a:avLst>
              <a:gd name="adj1" fmla="val 68120"/>
              <a:gd name="adj2" fmla="val 16336"/>
            </a:avLst>
          </a:prstGeom>
          <a:solidFill>
            <a:srgbClr val="07628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タイトル（目次と対応させてください。）</a:t>
            </a:r>
            <a:endParaRPr kumimoji="1" lang="en-US" altLang="ja-JP" sz="1463" dirty="0"/>
          </a:p>
          <a:p>
            <a:pPr algn="ctr"/>
            <a:r>
              <a:rPr kumimoji="1" lang="ja-JP" altLang="en-US" sz="1463" dirty="0"/>
              <a:t>フォント：メイリオ見出し</a:t>
            </a:r>
            <a:endParaRPr kumimoji="1" lang="en-US" altLang="ja-JP" sz="1463" dirty="0"/>
          </a:p>
          <a:p>
            <a:pPr algn="ctr"/>
            <a:r>
              <a:rPr lang="ja-JP" altLang="en-US" sz="1463" dirty="0"/>
              <a:t>サイズ：</a:t>
            </a:r>
            <a:r>
              <a:rPr lang="en-US" altLang="ja-JP" sz="1463" dirty="0"/>
              <a:t>48</a:t>
            </a:r>
          </a:p>
          <a:p>
            <a:pPr algn="ctr"/>
            <a:r>
              <a:rPr lang="ja-JP" altLang="en-US" sz="1463" dirty="0"/>
              <a:t>ボールド</a:t>
            </a:r>
            <a:endParaRPr lang="en-US" altLang="ja-JP" sz="1463" dirty="0"/>
          </a:p>
          <a:p>
            <a:pPr algn="ctr"/>
            <a:r>
              <a:rPr lang="ja-JP" altLang="en-US" sz="1463" dirty="0"/>
              <a:t>真ん中寄せ</a:t>
            </a:r>
            <a:endParaRPr kumimoji="1" lang="en-US" altLang="ja-JP" sz="1463" dirty="0"/>
          </a:p>
        </p:txBody>
      </p:sp>
      <p:sp>
        <p:nvSpPr>
          <p:cNvPr id="45" name="四角形吹き出し 44"/>
          <p:cNvSpPr/>
          <p:nvPr userDrawn="1"/>
        </p:nvSpPr>
        <p:spPr>
          <a:xfrm>
            <a:off x="-2933551" y="2899809"/>
            <a:ext cx="2448136" cy="1838056"/>
          </a:xfrm>
          <a:prstGeom prst="wedgeRectCallout">
            <a:avLst>
              <a:gd name="adj1" fmla="val 68120"/>
              <a:gd name="adj2" fmla="val 16336"/>
            </a:avLst>
          </a:prstGeom>
          <a:solidFill>
            <a:srgbClr val="07628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小見出し</a:t>
            </a:r>
            <a:endParaRPr kumimoji="1" lang="en-US" altLang="ja-JP" sz="1463" dirty="0"/>
          </a:p>
          <a:p>
            <a:pPr algn="ctr"/>
            <a:r>
              <a:rPr kumimoji="1" lang="ja-JP" altLang="en-US" sz="1463" dirty="0"/>
              <a:t>フォント：メイリオ本文</a:t>
            </a:r>
            <a:endParaRPr kumimoji="1" lang="en-US" altLang="ja-JP" sz="1463" dirty="0"/>
          </a:p>
          <a:p>
            <a:pPr algn="ctr"/>
            <a:r>
              <a:rPr lang="ja-JP" altLang="en-US" sz="1463" dirty="0"/>
              <a:t>サイズ：</a:t>
            </a:r>
            <a:r>
              <a:rPr lang="en-US" altLang="ja-JP" sz="1463" dirty="0"/>
              <a:t>32</a:t>
            </a:r>
          </a:p>
          <a:p>
            <a:pPr algn="ctr"/>
            <a:r>
              <a:rPr lang="ja-JP" altLang="en-US" sz="1463" dirty="0"/>
              <a:t>ボールド</a:t>
            </a:r>
            <a:endParaRPr lang="en-US" altLang="ja-JP" sz="1463" dirty="0"/>
          </a:p>
          <a:p>
            <a:pPr algn="ctr"/>
            <a:r>
              <a:rPr kumimoji="1" lang="ja-JP" altLang="en-US" sz="1463" dirty="0"/>
              <a:t>左寄せ</a:t>
            </a:r>
            <a:endParaRPr kumimoji="1" lang="en-US" altLang="ja-JP" sz="1463" dirty="0"/>
          </a:p>
        </p:txBody>
      </p:sp>
      <p:sp>
        <p:nvSpPr>
          <p:cNvPr id="46" name="四角形吹き出し 45"/>
          <p:cNvSpPr/>
          <p:nvPr userDrawn="1"/>
        </p:nvSpPr>
        <p:spPr>
          <a:xfrm>
            <a:off x="-2933551" y="4895865"/>
            <a:ext cx="2448136" cy="1838056"/>
          </a:xfrm>
          <a:prstGeom prst="wedgeRectCallout">
            <a:avLst>
              <a:gd name="adj1" fmla="val 68617"/>
              <a:gd name="adj2" fmla="val -24441"/>
            </a:avLst>
          </a:prstGeom>
          <a:solidFill>
            <a:srgbClr val="07628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本文</a:t>
            </a:r>
            <a:endParaRPr kumimoji="1" lang="en-US" altLang="ja-JP" sz="1463" dirty="0"/>
          </a:p>
          <a:p>
            <a:pPr algn="ctr"/>
            <a:r>
              <a:rPr kumimoji="1" lang="ja-JP" altLang="en-US" sz="1463" dirty="0"/>
              <a:t>フォント：メイリオ本文</a:t>
            </a:r>
            <a:endParaRPr kumimoji="1" lang="en-US" altLang="ja-JP" sz="1463" dirty="0"/>
          </a:p>
          <a:p>
            <a:pPr algn="ctr"/>
            <a:r>
              <a:rPr lang="ja-JP" altLang="en-US" sz="1463" dirty="0"/>
              <a:t>サイズ：</a:t>
            </a:r>
            <a:r>
              <a:rPr lang="en-US" altLang="ja-JP" sz="1463" dirty="0"/>
              <a:t>18</a:t>
            </a:r>
          </a:p>
          <a:p>
            <a:pPr algn="ctr"/>
            <a:r>
              <a:rPr kumimoji="1" lang="ja-JP" altLang="en-US" sz="1463" dirty="0"/>
              <a:t>左寄せ</a:t>
            </a:r>
            <a:endParaRPr kumimoji="1" lang="en-US" altLang="ja-JP" sz="1463" dirty="0"/>
          </a:p>
        </p:txBody>
      </p:sp>
      <p:sp>
        <p:nvSpPr>
          <p:cNvPr id="23" name="四角形吹き出し 22"/>
          <p:cNvSpPr/>
          <p:nvPr userDrawn="1"/>
        </p:nvSpPr>
        <p:spPr>
          <a:xfrm>
            <a:off x="10657068" y="5752795"/>
            <a:ext cx="1645113" cy="970890"/>
          </a:xfrm>
          <a:prstGeom prst="wedgeRectCallout">
            <a:avLst>
              <a:gd name="adj1" fmla="val -62408"/>
              <a:gd name="adj2" fmla="val 9477"/>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この赤ガイド線内に収まるように作成してください</a:t>
            </a:r>
          </a:p>
        </p:txBody>
      </p:sp>
    </p:spTree>
    <p:extLst>
      <p:ext uri="{BB962C8B-B14F-4D97-AF65-F5344CB8AC3E}">
        <p14:creationId xmlns:p14="http://schemas.microsoft.com/office/powerpoint/2010/main" val="1213403396"/>
      </p:ext>
    </p:extLst>
  </p:cSld>
  <p:clrMapOvr>
    <a:masterClrMapping/>
  </p:clrMapOvr>
  <p:hf hdr="0" ftr="0" dt="0"/>
  <p:extLst>
    <p:ext uri="{DCECCB84-F9BA-43D5-87BE-67443E8EF086}">
      <p15:sldGuideLst xmlns:p15="http://schemas.microsoft.com/office/powerpoint/2012/main">
        <p15:guide id="1" orient="horz" pos="2160">
          <p15:clr>
            <a:srgbClr val="000000"/>
          </p15:clr>
        </p15:guide>
        <p15:guide id="2" pos="3840">
          <p15:clr>
            <a:srgbClr val="000000"/>
          </p15:clr>
        </p15:guide>
      </p15:sldGuideLst>
    </p:ext>
  </p:extLst>
</p:sldLayout>
</file>

<file path=ppt/slideLayouts/slideLayout52.xml><?xml version="1.0" encoding="utf-8"?>
<p:sldLayout xmlns:a="http://schemas.openxmlformats.org/drawingml/2006/main" xmlns:r="http://schemas.openxmlformats.org/officeDocument/2006/relationships" xmlns:p="http://schemas.openxmlformats.org/presentationml/2006/main" userDrawn="1">
  <p:cSld name="40_タイトルとコンテンツ">
    <p:spTree>
      <p:nvGrpSpPr>
        <p:cNvPr id="1" name=""/>
        <p:cNvGrpSpPr/>
        <p:nvPr/>
      </p:nvGrpSpPr>
      <p:grpSpPr>
        <a:xfrm>
          <a:off x="0" y="0"/>
          <a:ext cx="0" cy="0"/>
          <a:chOff x="0" y="0"/>
          <a:chExt cx="0" cy="0"/>
        </a:xfrm>
      </p:grpSpPr>
      <p:graphicFrame>
        <p:nvGraphicFramePr>
          <p:cNvPr id="26" name="表 25"/>
          <p:cNvGraphicFramePr>
            <a:graphicFrameLocks noGrp="1"/>
          </p:cNvGraphicFramePr>
          <p:nvPr userDrawn="1"/>
        </p:nvGraphicFramePr>
        <p:xfrm>
          <a:off x="0" y="727606"/>
          <a:ext cx="438463" cy="5882490"/>
        </p:xfrm>
        <a:graphic>
          <a:graphicData uri="http://schemas.openxmlformats.org/drawingml/2006/table">
            <a:tbl>
              <a:tblPr firstRow="1" bandRow="1">
                <a:tableStyleId>{5C22544A-7EE6-4342-B048-85BDC9FD1C3A}</a:tableStyleId>
              </a:tblPr>
              <a:tblGrid>
                <a:gridCol w="438463">
                  <a:extLst>
                    <a:ext uri="{9D8B030D-6E8A-4147-A177-3AD203B41FA5}">
                      <a16:colId xmlns:a16="http://schemas.microsoft.com/office/drawing/2014/main" val="2456847792"/>
                    </a:ext>
                  </a:extLst>
                </a:gridCol>
              </a:tblGrid>
              <a:tr h="980415">
                <a:tc>
                  <a:txBody>
                    <a:bodyPr/>
                    <a:lstStyle/>
                    <a:p>
                      <a:pPr algn="ctr"/>
                      <a:r>
                        <a:rPr kumimoji="1" lang="ja-JP" altLang="en-US" sz="1100" b="1" dirty="0">
                          <a:solidFill>
                            <a:schemeClr val="bg1"/>
                          </a:solidFill>
                        </a:rPr>
                        <a:t>①タイトル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1512206185"/>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②タイトル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2631667891"/>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③タイトル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627911894"/>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④タイトル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2091809632"/>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⑤タイトル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1750606519"/>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⑥タイトル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149417652"/>
                  </a:ext>
                </a:extLst>
              </a:tr>
            </a:tbl>
          </a:graphicData>
        </a:graphic>
      </p:graphicFrame>
      <p:sp>
        <p:nvSpPr>
          <p:cNvPr id="35" name="正方形/長方形 34"/>
          <p:cNvSpPr/>
          <p:nvPr userDrawn="1"/>
        </p:nvSpPr>
        <p:spPr>
          <a:xfrm>
            <a:off x="85255" y="1119975"/>
            <a:ext cx="267950" cy="5341188"/>
          </a:xfrm>
          <a:prstGeom prst="rect">
            <a:avLst/>
          </a:prstGeom>
          <a:solidFill>
            <a:srgbClr val="FF00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vert="eaVert" rtlCol="0" anchor="ctr"/>
          <a:lstStyle/>
          <a:p>
            <a:pPr algn="ctr"/>
            <a:r>
              <a:rPr kumimoji="1" lang="ja-JP" altLang="en-US" sz="1463" dirty="0"/>
              <a:t>こちらで変更します。</a:t>
            </a:r>
          </a:p>
        </p:txBody>
      </p:sp>
      <p:sp>
        <p:nvSpPr>
          <p:cNvPr id="8" name="正方形/長方形 7"/>
          <p:cNvSpPr/>
          <p:nvPr userDrawn="1"/>
        </p:nvSpPr>
        <p:spPr>
          <a:xfrm>
            <a:off x="0" y="6610097"/>
            <a:ext cx="9906000" cy="24765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7" name="Text Box 31"/>
          <p:cNvSpPr txBox="1">
            <a:spLocks noChangeArrowheads="1"/>
          </p:cNvSpPr>
          <p:nvPr userDrawn="1"/>
        </p:nvSpPr>
        <p:spPr bwMode="auto">
          <a:xfrm>
            <a:off x="42215" y="6580034"/>
            <a:ext cx="4206531" cy="267446"/>
          </a:xfrm>
          <a:prstGeom prst="rect">
            <a:avLst/>
          </a:prstGeom>
          <a:noFill/>
          <a:ln w="9525">
            <a:noFill/>
            <a:miter lim="800000"/>
            <a:headEnd/>
            <a:tailEnd/>
          </a:ln>
          <a:effectLst/>
        </p:spPr>
        <p:txBody>
          <a:bodyPr wrap="square">
            <a:spAutoFit/>
          </a:bodyPr>
          <a:lstStyle/>
          <a:p>
            <a:pPr>
              <a:defRPr/>
            </a:pPr>
            <a:r>
              <a:rPr lang="en-US" altLang="ja-JP" sz="1138" b="1" dirty="0" err="1">
                <a:solidFill>
                  <a:schemeClr val="bg1"/>
                </a:solidFill>
                <a:latin typeface="Monotype Corsiva" pitchFamily="66" charset="0"/>
                <a:ea typeface="HGP創英角ｺﾞｼｯｸUB" pitchFamily="50" charset="-128"/>
              </a:rPr>
              <a:t>Copyright©Funai</a:t>
            </a:r>
            <a:r>
              <a:rPr lang="en-US" altLang="ja-JP" sz="1138" b="1" dirty="0">
                <a:solidFill>
                  <a:schemeClr val="bg1"/>
                </a:solidFill>
                <a:latin typeface="Monotype Corsiva" pitchFamily="66" charset="0"/>
                <a:ea typeface="HGP創英角ｺﾞｼｯｸUB" pitchFamily="50" charset="-128"/>
              </a:rPr>
              <a:t> Consulting Incorporated </a:t>
            </a:r>
            <a:r>
              <a:rPr lang="ja-JP" altLang="en-US" sz="1138" b="1" dirty="0">
                <a:solidFill>
                  <a:schemeClr val="bg1"/>
                </a:solidFill>
                <a:latin typeface="Monotype Corsiva" pitchFamily="66" charset="0"/>
                <a:ea typeface="HGP創英角ｺﾞｼｯｸUB" pitchFamily="50" charset="-128"/>
              </a:rPr>
              <a:t>　　（</a:t>
            </a:r>
            <a:r>
              <a:rPr lang="en-US" altLang="ja-JP" sz="1138" b="1" dirty="0" err="1">
                <a:solidFill>
                  <a:schemeClr val="bg1"/>
                </a:solidFill>
                <a:latin typeface="Monotype Corsiva" pitchFamily="66" charset="0"/>
                <a:ea typeface="HGP創英角ｺﾞｼｯｸUB" pitchFamily="50" charset="-128"/>
              </a:rPr>
              <a:t>Funai</a:t>
            </a:r>
            <a:r>
              <a:rPr lang="en-US" altLang="ja-JP" sz="1138" b="1" dirty="0">
                <a:solidFill>
                  <a:schemeClr val="bg1"/>
                </a:solidFill>
                <a:latin typeface="Monotype Corsiva" pitchFamily="66" charset="0"/>
                <a:ea typeface="HGP創英角ｺﾞｼｯｸUB" pitchFamily="50" charset="-128"/>
              </a:rPr>
              <a:t> Consulting</a:t>
            </a:r>
            <a:r>
              <a:rPr lang="ja-JP" altLang="en-US" sz="1138" b="1" dirty="0">
                <a:solidFill>
                  <a:schemeClr val="bg1"/>
                </a:solidFill>
                <a:latin typeface="Monotype Corsiva" pitchFamily="66" charset="0"/>
                <a:ea typeface="HGP創英角ｺﾞｼｯｸUB" pitchFamily="50" charset="-128"/>
              </a:rPr>
              <a:t> </a:t>
            </a:r>
            <a:r>
              <a:rPr lang="en-US" altLang="ja-JP" sz="1138" b="1" dirty="0">
                <a:solidFill>
                  <a:schemeClr val="bg1"/>
                </a:solidFill>
                <a:latin typeface="Monotype Corsiva" pitchFamily="66" charset="0"/>
                <a:ea typeface="HGP創英角ｺﾞｼｯｸUB" pitchFamily="50" charset="-128"/>
              </a:rPr>
              <a:t>Inc.</a:t>
            </a:r>
            <a:r>
              <a:rPr lang="ja-JP" altLang="en-US" sz="1138" b="1" dirty="0">
                <a:solidFill>
                  <a:schemeClr val="bg1"/>
                </a:solidFill>
                <a:latin typeface="Monotype Corsiva" pitchFamily="66" charset="0"/>
                <a:ea typeface="HGP創英角ｺﾞｼｯｸUB" pitchFamily="50" charset="-128"/>
              </a:rPr>
              <a:t>）</a:t>
            </a:r>
            <a:endParaRPr lang="en-US" altLang="ja-JP" sz="1138" b="1" dirty="0">
              <a:solidFill>
                <a:schemeClr val="bg1"/>
              </a:solidFill>
              <a:latin typeface="Monotype Corsiva" pitchFamily="66" charset="0"/>
              <a:ea typeface="HGP創英角ｺﾞｼｯｸUB" pitchFamily="50" charset="-128"/>
            </a:endParaRPr>
          </a:p>
        </p:txBody>
      </p:sp>
      <p:sp>
        <p:nvSpPr>
          <p:cNvPr id="12" name="スライド番号プレースホルダー 11"/>
          <p:cNvSpPr>
            <a:spLocks noGrp="1"/>
          </p:cNvSpPr>
          <p:nvPr>
            <p:ph type="sldNum" sz="quarter" idx="12"/>
          </p:nvPr>
        </p:nvSpPr>
        <p:spPr>
          <a:xfrm>
            <a:off x="7677150" y="6551360"/>
            <a:ext cx="2228850" cy="365125"/>
          </a:xfrm>
        </p:spPr>
        <p:txBody>
          <a:bodyPr/>
          <a:lstStyle>
            <a:lvl1pPr>
              <a:defRPr sz="1300" b="1">
                <a:solidFill>
                  <a:schemeClr val="bg1"/>
                </a:solidFill>
              </a:defRPr>
            </a:lvl1pPr>
          </a:lstStyle>
          <a:p>
            <a:fld id="{85FC83C8-0BB2-4721-BA19-3C9CC69276E3}" type="slidenum">
              <a:rPr lang="ja-JP" altLang="en-US" smtClean="0"/>
              <a:pPr/>
              <a:t>‹#›</a:t>
            </a:fld>
            <a:endParaRPr lang="ja-JP" altLang="en-US"/>
          </a:p>
        </p:txBody>
      </p:sp>
      <p:sp>
        <p:nvSpPr>
          <p:cNvPr id="22" name="楕円 21"/>
          <p:cNvSpPr/>
          <p:nvPr userDrawn="1"/>
        </p:nvSpPr>
        <p:spPr>
          <a:xfrm>
            <a:off x="-2244328" y="-788766"/>
            <a:ext cx="14437221" cy="1759809"/>
          </a:xfrm>
          <a:prstGeom prst="ellipse">
            <a:avLst/>
          </a:prstGeom>
          <a:solidFill>
            <a:srgbClr val="8B945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24" name="タイトル 1"/>
          <p:cNvSpPr>
            <a:spLocks noGrp="1"/>
          </p:cNvSpPr>
          <p:nvPr>
            <p:ph type="title"/>
          </p:nvPr>
        </p:nvSpPr>
        <p:spPr>
          <a:xfrm>
            <a:off x="255770" y="245205"/>
            <a:ext cx="9378221" cy="605918"/>
          </a:xfrm>
        </p:spPr>
        <p:txBody>
          <a:bodyPr>
            <a:noAutofit/>
          </a:bodyPr>
          <a:lstStyle>
            <a:lvl1pPr algn="ctr">
              <a:defRPr sz="3900" b="1">
                <a:solidFill>
                  <a:schemeClr val="bg1"/>
                </a:solidFill>
              </a:defRPr>
            </a:lvl1pPr>
          </a:lstStyle>
          <a:p>
            <a:r>
              <a:rPr kumimoji="1" lang="ja-JP" altLang="en-US" dirty="0"/>
              <a:t>マスター タイトルの書式設定</a:t>
            </a:r>
          </a:p>
        </p:txBody>
      </p:sp>
      <p:sp>
        <p:nvSpPr>
          <p:cNvPr id="36" name="正方形/長方形 35"/>
          <p:cNvSpPr/>
          <p:nvPr userDrawn="1"/>
        </p:nvSpPr>
        <p:spPr>
          <a:xfrm>
            <a:off x="-2650779" y="-1508644"/>
            <a:ext cx="2642953" cy="3507698"/>
          </a:xfrm>
          <a:prstGeom prst="rect">
            <a:avLst/>
          </a:prstGeom>
          <a:solidFill>
            <a:srgbClr val="E6E6E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37" name="正方形/長方形 36"/>
          <p:cNvSpPr/>
          <p:nvPr userDrawn="1"/>
        </p:nvSpPr>
        <p:spPr>
          <a:xfrm>
            <a:off x="-200669" y="-3521490"/>
            <a:ext cx="11734663" cy="3507698"/>
          </a:xfrm>
          <a:prstGeom prst="rect">
            <a:avLst/>
          </a:prstGeom>
          <a:solidFill>
            <a:srgbClr val="E6E6E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38" name="正方形/長方形 37"/>
          <p:cNvSpPr/>
          <p:nvPr userDrawn="1"/>
        </p:nvSpPr>
        <p:spPr>
          <a:xfrm>
            <a:off x="9918180" y="-2387723"/>
            <a:ext cx="2642953" cy="3507698"/>
          </a:xfrm>
          <a:prstGeom prst="rect">
            <a:avLst/>
          </a:prstGeom>
          <a:solidFill>
            <a:srgbClr val="E6E6E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27" name="楕円 26"/>
          <p:cNvSpPr/>
          <p:nvPr userDrawn="1"/>
        </p:nvSpPr>
        <p:spPr>
          <a:xfrm>
            <a:off x="10081668" y="4975630"/>
            <a:ext cx="340519" cy="417363"/>
          </a:xfrm>
          <a:prstGeom prst="ellipse">
            <a:avLst/>
          </a:prstGeom>
          <a:solidFill>
            <a:srgbClr val="8B945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28" name="楕円 27"/>
          <p:cNvSpPr/>
          <p:nvPr userDrawn="1"/>
        </p:nvSpPr>
        <p:spPr>
          <a:xfrm>
            <a:off x="10081668" y="3641505"/>
            <a:ext cx="340519" cy="417363"/>
          </a:xfrm>
          <a:prstGeom prst="ellipse">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29" name="楕円 28"/>
          <p:cNvSpPr/>
          <p:nvPr userDrawn="1"/>
        </p:nvSpPr>
        <p:spPr>
          <a:xfrm>
            <a:off x="10081668" y="2307380"/>
            <a:ext cx="340519" cy="417363"/>
          </a:xfrm>
          <a:prstGeom prst="ellipse">
            <a:avLst/>
          </a:prstGeom>
          <a:solidFill>
            <a:schemeClr val="bg2">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30" name="楕円 29"/>
          <p:cNvSpPr/>
          <p:nvPr userDrawn="1"/>
        </p:nvSpPr>
        <p:spPr>
          <a:xfrm>
            <a:off x="10081668" y="973255"/>
            <a:ext cx="340519" cy="417363"/>
          </a:xfrm>
          <a:prstGeom prst="ellipse">
            <a:avLst/>
          </a:prstGeom>
          <a:solidFill>
            <a:schemeClr val="bg2">
              <a:lumMod val="2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31" name="四角形吹き出し 30"/>
          <p:cNvSpPr/>
          <p:nvPr userDrawn="1"/>
        </p:nvSpPr>
        <p:spPr>
          <a:xfrm>
            <a:off x="10657068" y="419727"/>
            <a:ext cx="1438387" cy="970890"/>
          </a:xfrm>
          <a:prstGeom prst="wedgeRectCallout">
            <a:avLst>
              <a:gd name="adj1" fmla="val -61477"/>
              <a:gd name="adj2" fmla="val 23901"/>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文字の色</a:t>
            </a:r>
          </a:p>
        </p:txBody>
      </p:sp>
      <p:sp>
        <p:nvSpPr>
          <p:cNvPr id="32" name="四角形吹き出し 31"/>
          <p:cNvSpPr/>
          <p:nvPr userDrawn="1"/>
        </p:nvSpPr>
        <p:spPr>
          <a:xfrm>
            <a:off x="10657068" y="1821934"/>
            <a:ext cx="1438387" cy="970890"/>
          </a:xfrm>
          <a:prstGeom prst="wedgeRectCallout">
            <a:avLst>
              <a:gd name="adj1" fmla="val -61477"/>
              <a:gd name="adj2" fmla="val 23901"/>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やじるしなどの図形の色</a:t>
            </a:r>
          </a:p>
        </p:txBody>
      </p:sp>
      <p:sp>
        <p:nvSpPr>
          <p:cNvPr id="33" name="四角形吹き出し 32"/>
          <p:cNvSpPr/>
          <p:nvPr userDrawn="1"/>
        </p:nvSpPr>
        <p:spPr>
          <a:xfrm>
            <a:off x="10657068" y="4490184"/>
            <a:ext cx="1438387" cy="970890"/>
          </a:xfrm>
          <a:prstGeom prst="wedgeRectCallout">
            <a:avLst>
              <a:gd name="adj1" fmla="val -61477"/>
              <a:gd name="adj2" fmla="val 23901"/>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ベースの色</a:t>
            </a:r>
          </a:p>
        </p:txBody>
      </p:sp>
      <p:sp>
        <p:nvSpPr>
          <p:cNvPr id="34" name="四角形吹き出し 33"/>
          <p:cNvSpPr/>
          <p:nvPr userDrawn="1"/>
        </p:nvSpPr>
        <p:spPr>
          <a:xfrm>
            <a:off x="10657068" y="3156059"/>
            <a:ext cx="1438387" cy="970890"/>
          </a:xfrm>
          <a:prstGeom prst="wedgeRectCallout">
            <a:avLst>
              <a:gd name="adj1" fmla="val -61477"/>
              <a:gd name="adj2" fmla="val 23901"/>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強調の色</a:t>
            </a:r>
          </a:p>
        </p:txBody>
      </p:sp>
      <p:sp>
        <p:nvSpPr>
          <p:cNvPr id="39" name="四角形吹き出し 38"/>
          <p:cNvSpPr/>
          <p:nvPr userDrawn="1"/>
        </p:nvSpPr>
        <p:spPr>
          <a:xfrm>
            <a:off x="-2959618" y="-919028"/>
            <a:ext cx="2448136" cy="1838056"/>
          </a:xfrm>
          <a:prstGeom prst="wedgeRectCallout">
            <a:avLst>
              <a:gd name="adj1" fmla="val 68120"/>
              <a:gd name="adj2" fmla="val 16336"/>
            </a:avLst>
          </a:prstGeom>
          <a:solidFill>
            <a:srgbClr val="07628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タイトル（目次と対応させてください。）</a:t>
            </a:r>
            <a:endParaRPr kumimoji="1" lang="en-US" altLang="ja-JP" sz="1463" dirty="0"/>
          </a:p>
          <a:p>
            <a:pPr algn="ctr"/>
            <a:r>
              <a:rPr kumimoji="1" lang="ja-JP" altLang="en-US" sz="1463" dirty="0"/>
              <a:t>フォント：メイリオ見出し</a:t>
            </a:r>
            <a:endParaRPr kumimoji="1" lang="en-US" altLang="ja-JP" sz="1463" dirty="0"/>
          </a:p>
          <a:p>
            <a:pPr algn="ctr"/>
            <a:r>
              <a:rPr lang="ja-JP" altLang="en-US" sz="1463" dirty="0"/>
              <a:t>サイズ：</a:t>
            </a:r>
            <a:r>
              <a:rPr lang="en-US" altLang="ja-JP" sz="1463" dirty="0"/>
              <a:t>48</a:t>
            </a:r>
          </a:p>
          <a:p>
            <a:pPr algn="ctr"/>
            <a:r>
              <a:rPr lang="ja-JP" altLang="en-US" sz="1463" dirty="0"/>
              <a:t>ボールド</a:t>
            </a:r>
            <a:endParaRPr lang="en-US" altLang="ja-JP" sz="1463" dirty="0"/>
          </a:p>
          <a:p>
            <a:pPr algn="ctr"/>
            <a:r>
              <a:rPr lang="ja-JP" altLang="en-US" sz="1463" dirty="0"/>
              <a:t>真ん中寄せ</a:t>
            </a:r>
            <a:endParaRPr kumimoji="1" lang="en-US" altLang="ja-JP" sz="1463" dirty="0"/>
          </a:p>
        </p:txBody>
      </p:sp>
      <p:sp>
        <p:nvSpPr>
          <p:cNvPr id="45" name="四角形吹き出し 44"/>
          <p:cNvSpPr/>
          <p:nvPr userDrawn="1"/>
        </p:nvSpPr>
        <p:spPr>
          <a:xfrm>
            <a:off x="-2933551" y="2899809"/>
            <a:ext cx="2448136" cy="1838056"/>
          </a:xfrm>
          <a:prstGeom prst="wedgeRectCallout">
            <a:avLst>
              <a:gd name="adj1" fmla="val 68120"/>
              <a:gd name="adj2" fmla="val 16336"/>
            </a:avLst>
          </a:prstGeom>
          <a:solidFill>
            <a:srgbClr val="07628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小見出し</a:t>
            </a:r>
            <a:endParaRPr kumimoji="1" lang="en-US" altLang="ja-JP" sz="1463" dirty="0"/>
          </a:p>
          <a:p>
            <a:pPr algn="ctr"/>
            <a:r>
              <a:rPr kumimoji="1" lang="ja-JP" altLang="en-US" sz="1463" dirty="0"/>
              <a:t>フォント：メイリオ本文</a:t>
            </a:r>
            <a:endParaRPr kumimoji="1" lang="en-US" altLang="ja-JP" sz="1463" dirty="0"/>
          </a:p>
          <a:p>
            <a:pPr algn="ctr"/>
            <a:r>
              <a:rPr lang="ja-JP" altLang="en-US" sz="1463" dirty="0"/>
              <a:t>サイズ：</a:t>
            </a:r>
            <a:r>
              <a:rPr lang="en-US" altLang="ja-JP" sz="1463" dirty="0"/>
              <a:t>32</a:t>
            </a:r>
          </a:p>
          <a:p>
            <a:pPr algn="ctr"/>
            <a:r>
              <a:rPr lang="ja-JP" altLang="en-US" sz="1463" dirty="0"/>
              <a:t>ボールド</a:t>
            </a:r>
            <a:endParaRPr lang="en-US" altLang="ja-JP" sz="1463" dirty="0"/>
          </a:p>
          <a:p>
            <a:pPr algn="ctr"/>
            <a:r>
              <a:rPr kumimoji="1" lang="ja-JP" altLang="en-US" sz="1463" dirty="0"/>
              <a:t>左寄せ</a:t>
            </a:r>
            <a:endParaRPr kumimoji="1" lang="en-US" altLang="ja-JP" sz="1463" dirty="0"/>
          </a:p>
        </p:txBody>
      </p:sp>
      <p:sp>
        <p:nvSpPr>
          <p:cNvPr id="46" name="四角形吹き出し 45"/>
          <p:cNvSpPr/>
          <p:nvPr userDrawn="1"/>
        </p:nvSpPr>
        <p:spPr>
          <a:xfrm>
            <a:off x="-2933551" y="4895865"/>
            <a:ext cx="2448136" cy="1838056"/>
          </a:xfrm>
          <a:prstGeom prst="wedgeRectCallout">
            <a:avLst>
              <a:gd name="adj1" fmla="val 68617"/>
              <a:gd name="adj2" fmla="val -24441"/>
            </a:avLst>
          </a:prstGeom>
          <a:solidFill>
            <a:srgbClr val="07628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本文</a:t>
            </a:r>
            <a:endParaRPr kumimoji="1" lang="en-US" altLang="ja-JP" sz="1463" dirty="0"/>
          </a:p>
          <a:p>
            <a:pPr algn="ctr"/>
            <a:r>
              <a:rPr kumimoji="1" lang="ja-JP" altLang="en-US" sz="1463" dirty="0"/>
              <a:t>フォント：メイリオ本文</a:t>
            </a:r>
            <a:endParaRPr kumimoji="1" lang="en-US" altLang="ja-JP" sz="1463" dirty="0"/>
          </a:p>
          <a:p>
            <a:pPr algn="ctr"/>
            <a:r>
              <a:rPr lang="ja-JP" altLang="en-US" sz="1463" dirty="0"/>
              <a:t>サイズ：</a:t>
            </a:r>
            <a:r>
              <a:rPr lang="en-US" altLang="ja-JP" sz="1463" dirty="0"/>
              <a:t>18</a:t>
            </a:r>
          </a:p>
          <a:p>
            <a:pPr algn="ctr"/>
            <a:r>
              <a:rPr kumimoji="1" lang="ja-JP" altLang="en-US" sz="1463" dirty="0"/>
              <a:t>左寄せ</a:t>
            </a:r>
            <a:endParaRPr kumimoji="1" lang="en-US" altLang="ja-JP" sz="1463" dirty="0"/>
          </a:p>
        </p:txBody>
      </p:sp>
      <p:sp>
        <p:nvSpPr>
          <p:cNvPr id="23" name="四角形吹き出し 22"/>
          <p:cNvSpPr/>
          <p:nvPr userDrawn="1"/>
        </p:nvSpPr>
        <p:spPr>
          <a:xfrm>
            <a:off x="10657068" y="5752795"/>
            <a:ext cx="1645113" cy="970890"/>
          </a:xfrm>
          <a:prstGeom prst="wedgeRectCallout">
            <a:avLst>
              <a:gd name="adj1" fmla="val -62408"/>
              <a:gd name="adj2" fmla="val 9477"/>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この赤ガイド線内に収まるように作成してください</a:t>
            </a:r>
          </a:p>
        </p:txBody>
      </p:sp>
    </p:spTree>
    <p:extLst>
      <p:ext uri="{BB962C8B-B14F-4D97-AF65-F5344CB8AC3E}">
        <p14:creationId xmlns:p14="http://schemas.microsoft.com/office/powerpoint/2010/main" val="3064901850"/>
      </p:ext>
    </p:extLst>
  </p:cSld>
  <p:clrMapOvr>
    <a:masterClrMapping/>
  </p:clrMapOvr>
  <p:hf hdr="0" ftr="0" dt="0"/>
  <p:extLst>
    <p:ext uri="{DCECCB84-F9BA-43D5-87BE-67443E8EF086}">
      <p15:sldGuideLst xmlns:p15="http://schemas.microsoft.com/office/powerpoint/2012/main">
        <p15:guide id="1" orient="horz" pos="2160">
          <p15:clr>
            <a:srgbClr val="000000"/>
          </p15:clr>
        </p15:guide>
        <p15:guide id="2" pos="3840">
          <p15:clr>
            <a:srgbClr val="000000"/>
          </p15:clr>
        </p15:guide>
      </p15:sldGuideLst>
    </p:ext>
  </p:extLst>
</p:sldLayout>
</file>

<file path=ppt/slideLayouts/slideLayout53.xml><?xml version="1.0" encoding="utf-8"?>
<p:sldLayout xmlns:a="http://schemas.openxmlformats.org/drawingml/2006/main" xmlns:r="http://schemas.openxmlformats.org/officeDocument/2006/relationships" xmlns:p="http://schemas.openxmlformats.org/presentationml/2006/main" userDrawn="1">
  <p:cSld name="2_タイトル スライド">
    <p:spTree>
      <p:nvGrpSpPr>
        <p:cNvPr id="1" name=""/>
        <p:cNvGrpSpPr/>
        <p:nvPr/>
      </p:nvGrpSpPr>
      <p:grpSpPr>
        <a:xfrm>
          <a:off x="0" y="0"/>
          <a:ext cx="0" cy="0"/>
          <a:chOff x="0" y="0"/>
          <a:chExt cx="0" cy="0"/>
        </a:xfrm>
      </p:grpSpPr>
      <p:cxnSp>
        <p:nvCxnSpPr>
          <p:cNvPr id="7" name="直線コネクタ 6"/>
          <p:cNvCxnSpPr/>
          <p:nvPr userDrawn="1"/>
        </p:nvCxnSpPr>
        <p:spPr>
          <a:xfrm>
            <a:off x="0" y="620688"/>
            <a:ext cx="9906000" cy="0"/>
          </a:xfrm>
          <a:prstGeom prst="line">
            <a:avLst/>
          </a:prstGeom>
          <a:ln w="28575">
            <a:solidFill>
              <a:srgbClr val="002060"/>
            </a:solidFill>
          </a:ln>
        </p:spPr>
        <p:style>
          <a:lnRef idx="1">
            <a:schemeClr val="accent1"/>
          </a:lnRef>
          <a:fillRef idx="0">
            <a:schemeClr val="accent1"/>
          </a:fillRef>
          <a:effectRef idx="0">
            <a:schemeClr val="accent1"/>
          </a:effectRef>
          <a:fontRef idx="minor">
            <a:schemeClr val="tx1"/>
          </a:fontRef>
        </p:style>
      </p:cxnSp>
      <p:sp>
        <p:nvSpPr>
          <p:cNvPr id="10" name="テキスト ボックス 9"/>
          <p:cNvSpPr txBox="1"/>
          <p:nvPr userDrawn="1"/>
        </p:nvSpPr>
        <p:spPr>
          <a:xfrm>
            <a:off x="34397" y="6634602"/>
            <a:ext cx="3240360" cy="216024"/>
          </a:xfrm>
          <a:prstGeom prst="rect">
            <a:avLst/>
          </a:prstGeom>
          <a:noFill/>
        </p:spPr>
        <p:txBody>
          <a:bodyPr wrap="square" lIns="0" tIns="0" rIns="0" bIns="0" rtlCol="0" anchor="ctr">
            <a:noAutofit/>
          </a:bodyPr>
          <a:lstStyle/>
          <a:p>
            <a:pPr marL="0" marR="0" indent="0" algn="l" defTabSz="742950" rtl="0" eaLnBrk="1" fontAlgn="base" latinLnBrk="0" hangingPunct="1">
              <a:lnSpc>
                <a:spcPct val="125000"/>
              </a:lnSpc>
              <a:spcBef>
                <a:spcPct val="0"/>
              </a:spcBef>
              <a:spcAft>
                <a:spcPct val="0"/>
              </a:spcAft>
              <a:buClrTx/>
              <a:buSzTx/>
              <a:buFontTx/>
              <a:buNone/>
              <a:tabLst/>
              <a:defRPr/>
            </a:pPr>
            <a:r>
              <a:rPr lang="en-US" altLang="ja-JP" sz="650" dirty="0">
                <a:solidFill>
                  <a:schemeClr val="tx1"/>
                </a:solidFill>
                <a:latin typeface="Lucida Calligraphy" pitchFamily="66" charset="0"/>
                <a:ea typeface="Arial Unicode MS" pitchFamily="50" charset="-128"/>
                <a:cs typeface="Arial Unicode MS" pitchFamily="50" charset="-128"/>
              </a:rPr>
              <a:t>Copyright </a:t>
            </a:r>
            <a:r>
              <a:rPr lang="ja-JP" altLang="en-US" sz="650" dirty="0">
                <a:solidFill>
                  <a:schemeClr val="tx1"/>
                </a:solidFill>
                <a:latin typeface="Lucida Calligraphy" pitchFamily="66" charset="0"/>
                <a:ea typeface="Arial Unicode MS" pitchFamily="50" charset="-128"/>
                <a:cs typeface="Arial Unicode MS" pitchFamily="50" charset="-128"/>
              </a:rPr>
              <a:t> </a:t>
            </a:r>
            <a:r>
              <a:rPr lang="en-US" altLang="ja-JP" sz="650" dirty="0">
                <a:solidFill>
                  <a:schemeClr val="tx1"/>
                </a:solidFill>
                <a:latin typeface="Lucida Calligraphy" pitchFamily="66" charset="0"/>
                <a:ea typeface="Arial Unicode MS" pitchFamily="50" charset="-128"/>
                <a:cs typeface="Arial Unicode MS" pitchFamily="50" charset="-128"/>
              </a:rPr>
              <a:t>Funai Consulting Inc.</a:t>
            </a:r>
            <a:r>
              <a:rPr lang="ja-JP" altLang="en-US" sz="650" baseline="0" dirty="0">
                <a:solidFill>
                  <a:schemeClr val="tx1"/>
                </a:solidFill>
                <a:latin typeface="Lucida Calligraphy" pitchFamily="66" charset="0"/>
                <a:ea typeface="Arial Unicode MS" pitchFamily="50" charset="-128"/>
                <a:cs typeface="Arial Unicode MS" pitchFamily="50" charset="-128"/>
              </a:rPr>
              <a:t> </a:t>
            </a:r>
            <a:r>
              <a:rPr lang="en-US" altLang="ja-JP" sz="650" baseline="0" dirty="0">
                <a:solidFill>
                  <a:schemeClr val="tx1"/>
                </a:solidFill>
                <a:latin typeface="Lucida Calligraphy" pitchFamily="66" charset="0"/>
                <a:ea typeface="Arial Unicode MS" pitchFamily="50" charset="-128"/>
                <a:cs typeface="Arial Unicode MS" pitchFamily="50" charset="-128"/>
              </a:rPr>
              <a:t>All Rights Reserved.</a:t>
            </a:r>
            <a:endParaRPr kumimoji="1" lang="ja-JP" altLang="en-US" sz="650" kern="1200" dirty="0">
              <a:solidFill>
                <a:schemeClr val="tx1"/>
              </a:solidFill>
              <a:latin typeface="Lucida Calligraphy" pitchFamily="66" charset="0"/>
              <a:ea typeface="Arial Unicode MS" pitchFamily="50" charset="-128"/>
              <a:cs typeface="Arial Unicode MS" pitchFamily="50" charset="-128"/>
            </a:endParaRPr>
          </a:p>
        </p:txBody>
      </p:sp>
      <p:sp>
        <p:nvSpPr>
          <p:cNvPr id="11" name="スライド番号プレースホルダ 5"/>
          <p:cNvSpPr txBox="1">
            <a:spLocks/>
          </p:cNvSpPr>
          <p:nvPr userDrawn="1"/>
        </p:nvSpPr>
        <p:spPr>
          <a:xfrm>
            <a:off x="3797300" y="6592269"/>
            <a:ext cx="2311400" cy="365125"/>
          </a:xfrm>
          <a:prstGeom prst="rect">
            <a:avLst/>
          </a:prstGeom>
        </p:spPr>
        <p:txBody>
          <a:bodyPr vert="horz" lIns="74295" tIns="37148" rIns="74295" bIns="37148" rtlCol="0" anchor="ctr"/>
          <a:lstStyle>
            <a:lvl1pPr algn="ctr">
              <a:defRPr sz="900">
                <a:solidFill>
                  <a:schemeClr val="bg1"/>
                </a:solidFill>
                <a:latin typeface="HGSｺﾞｼｯｸM" pitchFamily="50" charset="-128"/>
                <a:ea typeface="HGSｺﾞｼｯｸM" pitchFamily="50" charset="-128"/>
              </a:defRPr>
            </a:lvl1pPr>
          </a:lstStyle>
          <a:p>
            <a:pPr marL="0" marR="0" lvl="0" indent="0" algn="ctr" defTabSz="742950" rtl="0" eaLnBrk="1" fontAlgn="auto" latinLnBrk="0" hangingPunct="1">
              <a:lnSpc>
                <a:spcPct val="100000"/>
              </a:lnSpc>
              <a:spcBef>
                <a:spcPts val="0"/>
              </a:spcBef>
              <a:spcAft>
                <a:spcPts val="0"/>
              </a:spcAft>
              <a:buClrTx/>
              <a:buSzTx/>
              <a:buFontTx/>
              <a:buNone/>
              <a:tabLst/>
              <a:defRPr/>
            </a:pPr>
            <a:fld id="{E1682566-0BE5-4691-A89E-B3D89F8502D1}" type="slidenum">
              <a:rPr kumimoji="1" lang="ja-JP" altLang="en-US" sz="731" b="0" i="0" u="none" strike="noStrike" kern="1200" cap="none" spc="0" normalizeH="0" baseline="0" noProof="0" smtClean="0">
                <a:ln>
                  <a:noFill/>
                </a:ln>
                <a:solidFill>
                  <a:schemeClr val="tx1"/>
                </a:solidFill>
                <a:effectLst/>
                <a:uLnTx/>
                <a:uFillTx/>
                <a:latin typeface="Meiryo UI" panose="020B0604030504040204" pitchFamily="50" charset="-128"/>
                <a:ea typeface="Meiryo UI" panose="020B0604030504040204" pitchFamily="50" charset="-128"/>
                <a:cs typeface="+mn-cs"/>
              </a:rPr>
              <a:pPr marL="0" marR="0" lvl="0" indent="0" algn="ctr" defTabSz="742950" rtl="0" eaLnBrk="1" fontAlgn="auto" latinLnBrk="0" hangingPunct="1">
                <a:lnSpc>
                  <a:spcPct val="100000"/>
                </a:lnSpc>
                <a:spcBef>
                  <a:spcPts val="0"/>
                </a:spcBef>
                <a:spcAft>
                  <a:spcPts val="0"/>
                </a:spcAft>
                <a:buClrTx/>
                <a:buSzTx/>
                <a:buFontTx/>
                <a:buNone/>
                <a:tabLst/>
                <a:defRPr/>
              </a:pPr>
              <a:t>‹#›</a:t>
            </a:fld>
            <a:endParaRPr kumimoji="1" lang="ja-JP" altLang="en-US" sz="731" b="0" i="0" u="none" strike="noStrike" kern="1200" cap="none" spc="0" normalizeH="0" baseline="0" noProof="0" dirty="0">
              <a:ln>
                <a:noFill/>
              </a:ln>
              <a:solidFill>
                <a:schemeClr val="tx1"/>
              </a:solidFill>
              <a:effectLst/>
              <a:uLnTx/>
              <a:uFillTx/>
              <a:latin typeface="Meiryo UI" panose="020B0604030504040204" pitchFamily="50" charset="-128"/>
              <a:ea typeface="Meiryo UI" panose="020B0604030504040204" pitchFamily="50" charset="-128"/>
              <a:cs typeface="+mn-cs"/>
            </a:endParaRPr>
          </a:p>
        </p:txBody>
      </p:sp>
      <p:sp>
        <p:nvSpPr>
          <p:cNvPr id="12" name="タイトル 1"/>
          <p:cNvSpPr>
            <a:spLocks noGrp="1"/>
          </p:cNvSpPr>
          <p:nvPr>
            <p:ph type="ctrTitle"/>
          </p:nvPr>
        </p:nvSpPr>
        <p:spPr>
          <a:xfrm>
            <a:off x="-2" y="8468"/>
            <a:ext cx="8949798" cy="620688"/>
          </a:xfrm>
        </p:spPr>
        <p:txBody>
          <a:bodyPr>
            <a:normAutofit/>
          </a:bodyPr>
          <a:lstStyle>
            <a:lvl1pPr>
              <a:defRPr sz="2600" b="1">
                <a:latin typeface="Meiryo UI" panose="020B0604030504040204" pitchFamily="50" charset="-128"/>
                <a:ea typeface="Meiryo UI" panose="020B0604030504040204" pitchFamily="50" charset="-128"/>
              </a:defRPr>
            </a:lvl1pPr>
          </a:lstStyle>
          <a:p>
            <a:r>
              <a:rPr kumimoji="1" lang="ja-JP" altLang="en-US"/>
              <a:t>マスタ タイトルの書式設定</a:t>
            </a:r>
          </a:p>
        </p:txBody>
      </p:sp>
      <p:pic>
        <p:nvPicPr>
          <p:cNvPr id="8" name="Picture 1" descr="C:\Users\F2034\Pictures\6.会社データ(ロゴ・サイン）\パターンC(タグ無し）\パターンC(タグ無し）カラー.png"/>
          <p:cNvPicPr>
            <a:picLocks noChangeAspect="1" noChangeArrowheads="1"/>
          </p:cNvPicPr>
          <p:nvPr userDrawn="1"/>
        </p:nvPicPr>
        <p:blipFill>
          <a:blip r:embed="rId2" cstate="print"/>
          <a:srcRect/>
          <a:stretch>
            <a:fillRect/>
          </a:stretch>
        </p:blipFill>
        <p:spPr bwMode="auto">
          <a:xfrm>
            <a:off x="8887351" y="68626"/>
            <a:ext cx="979838" cy="504000"/>
          </a:xfrm>
          <a:prstGeom prst="rect">
            <a:avLst/>
          </a:prstGeom>
          <a:noFill/>
        </p:spPr>
      </p:pic>
    </p:spTree>
    <p:extLst>
      <p:ext uri="{BB962C8B-B14F-4D97-AF65-F5344CB8AC3E}">
        <p14:creationId xmlns:p14="http://schemas.microsoft.com/office/powerpoint/2010/main" val="2251059815"/>
      </p:ext>
    </p:extLst>
  </p:cSld>
  <p:clrMapOvr>
    <a:masterClrMapping/>
  </p:clrMapOvr>
</p:sldLayout>
</file>

<file path=ppt/slideLayouts/slideLayout54.xml><?xml version="1.0" encoding="utf-8"?>
<p:sldLayout xmlns:a="http://schemas.openxmlformats.org/drawingml/2006/main" xmlns:r="http://schemas.openxmlformats.org/officeDocument/2006/relationships" xmlns:p="http://schemas.openxmlformats.org/presentationml/2006/main" preserve="1" userDrawn="1">
  <p:cSld name="タイトル">
    <p:spTree>
      <p:nvGrpSpPr>
        <p:cNvPr id="1" name=""/>
        <p:cNvGrpSpPr/>
        <p:nvPr/>
      </p:nvGrpSpPr>
      <p:grpSpPr>
        <a:xfrm>
          <a:off x="0" y="0"/>
          <a:ext cx="0" cy="0"/>
          <a:chOff x="0" y="0"/>
          <a:chExt cx="0" cy="0"/>
        </a:xfrm>
      </p:grpSpPr>
      <p:sp>
        <p:nvSpPr>
          <p:cNvPr id="4" name="日付プレースホルダ 3"/>
          <p:cNvSpPr>
            <a:spLocks noGrp="1"/>
          </p:cNvSpPr>
          <p:nvPr>
            <p:ph type="dt" sz="half" idx="10"/>
          </p:nvPr>
        </p:nvSpPr>
        <p:spPr/>
        <p:txBody>
          <a:bodyPr/>
          <a:lstStyle/>
          <a:p>
            <a:fld id="{291B9067-D5A7-4D20-AE49-915E5BDB9F4F}" type="datetime1">
              <a:rPr kumimoji="1" lang="ja-JP" altLang="en-US" smtClean="0"/>
              <a:pPr/>
              <a:t>2026/5/20</a:t>
            </a:fld>
            <a:endParaRPr kumimoji="1" lang="ja-JP" altLang="en-US"/>
          </a:p>
        </p:txBody>
      </p:sp>
      <p:sp>
        <p:nvSpPr>
          <p:cNvPr id="5" name="フッター プレースホルダ 4"/>
          <p:cNvSpPr>
            <a:spLocks noGrp="1"/>
          </p:cNvSpPr>
          <p:nvPr>
            <p:ph type="ftr" sz="quarter" idx="11"/>
          </p:nvPr>
        </p:nvSpPr>
        <p:spPr/>
        <p:txBody>
          <a:bodyPr/>
          <a:lstStyle/>
          <a:p>
            <a:endParaRPr kumimoji="1" lang="ja-JP" altLang="en-US"/>
          </a:p>
        </p:txBody>
      </p:sp>
      <p:sp>
        <p:nvSpPr>
          <p:cNvPr id="6" name="Line 6">
            <a:extLst>
              <a:ext uri="{FF2B5EF4-FFF2-40B4-BE49-F238E27FC236}">
                <a16:creationId xmlns:a16="http://schemas.microsoft.com/office/drawing/2014/main" id="{8E823636-1305-4F53-9866-547E7D8CE7E8}"/>
              </a:ext>
            </a:extLst>
          </p:cNvPr>
          <p:cNvSpPr>
            <a:spLocks noChangeShapeType="1"/>
          </p:cNvSpPr>
          <p:nvPr userDrawn="1"/>
        </p:nvSpPr>
        <p:spPr bwMode="auto">
          <a:xfrm>
            <a:off x="438150" y="3403600"/>
            <a:ext cx="8979346" cy="0"/>
          </a:xfrm>
          <a:prstGeom prst="line">
            <a:avLst/>
          </a:prstGeom>
          <a:noFill/>
          <a:ln w="38100">
            <a:solidFill>
              <a:srgbClr val="808080"/>
            </a:solidFill>
            <a:round/>
            <a:headEnd/>
            <a:tailEnd/>
          </a:ln>
        </p:spPr>
        <p:txBody>
          <a:bodyPr/>
          <a:lstStyle/>
          <a:p>
            <a:endParaRPr lang="ja-JP" altLang="en-US"/>
          </a:p>
        </p:txBody>
      </p:sp>
      <p:pic>
        <p:nvPicPr>
          <p:cNvPr id="7" name="図 6" descr="パターンA_カラー.jpg">
            <a:extLst>
              <a:ext uri="{FF2B5EF4-FFF2-40B4-BE49-F238E27FC236}">
                <a16:creationId xmlns:a16="http://schemas.microsoft.com/office/drawing/2014/main" id="{3DBCC9CD-6C0C-47EC-80E8-87633DBE3D9B}"/>
              </a:ext>
            </a:extLst>
          </p:cNvPr>
          <p:cNvPicPr>
            <a:picLocks noChangeAspect="1"/>
          </p:cNvPicPr>
          <p:nvPr userDrawn="1"/>
        </p:nvPicPr>
        <p:blipFill>
          <a:blip r:embed="rId2" cstate="print"/>
          <a:stretch>
            <a:fillRect/>
          </a:stretch>
        </p:blipFill>
        <p:spPr>
          <a:xfrm>
            <a:off x="8193360" y="6453336"/>
            <a:ext cx="1512168" cy="263485"/>
          </a:xfrm>
          <a:prstGeom prst="rect">
            <a:avLst/>
          </a:prstGeom>
        </p:spPr>
      </p:pic>
      <p:sp>
        <p:nvSpPr>
          <p:cNvPr id="9" name="コンテンツ プレースホルダー 8">
            <a:extLst>
              <a:ext uri="{FF2B5EF4-FFF2-40B4-BE49-F238E27FC236}">
                <a16:creationId xmlns:a16="http://schemas.microsoft.com/office/drawing/2014/main" id="{4AFCC08E-3E46-4DAF-AB38-B8819EC7D9A5}"/>
              </a:ext>
            </a:extLst>
          </p:cNvPr>
          <p:cNvSpPr>
            <a:spLocks noGrp="1"/>
          </p:cNvSpPr>
          <p:nvPr>
            <p:ph sz="quarter" idx="12" hasCustomPrompt="1"/>
          </p:nvPr>
        </p:nvSpPr>
        <p:spPr>
          <a:xfrm>
            <a:off x="704528" y="2564904"/>
            <a:ext cx="5545138" cy="719138"/>
          </a:xfrm>
        </p:spPr>
        <p:txBody>
          <a:bodyPr>
            <a:noAutofit/>
          </a:bodyPr>
          <a:lstStyle>
            <a:lvl1pPr marL="0" indent="0">
              <a:buNone/>
              <a:defRPr sz="4400" b="1"/>
            </a:lvl1pPr>
            <a:lvl2pPr marL="457200" indent="0">
              <a:buNone/>
              <a:defRPr/>
            </a:lvl2pPr>
            <a:lvl3pPr marL="914400" indent="0">
              <a:buNone/>
              <a:defRPr/>
            </a:lvl3pPr>
            <a:lvl4pPr marL="1371600" indent="0">
              <a:buNone/>
              <a:defRPr/>
            </a:lvl4pPr>
            <a:lvl5pPr marL="1828800" indent="0">
              <a:buNone/>
              <a:defRPr/>
            </a:lvl5pPr>
          </a:lstStyle>
          <a:p>
            <a:pPr lvl="0"/>
            <a:r>
              <a:rPr kumimoji="1" lang="ja-JP" altLang="en-US" dirty="0"/>
              <a:t>〇月度お打合せ資料</a:t>
            </a:r>
          </a:p>
        </p:txBody>
      </p:sp>
      <p:sp>
        <p:nvSpPr>
          <p:cNvPr id="10" name="コンテンツ プレースホルダー 8">
            <a:extLst>
              <a:ext uri="{FF2B5EF4-FFF2-40B4-BE49-F238E27FC236}">
                <a16:creationId xmlns:a16="http://schemas.microsoft.com/office/drawing/2014/main" id="{28B2D2FF-C2AA-40BF-9A54-68583069E683}"/>
              </a:ext>
            </a:extLst>
          </p:cNvPr>
          <p:cNvSpPr>
            <a:spLocks noGrp="1"/>
          </p:cNvSpPr>
          <p:nvPr>
            <p:ph sz="quarter" idx="13" hasCustomPrompt="1"/>
          </p:nvPr>
        </p:nvSpPr>
        <p:spPr>
          <a:xfrm>
            <a:off x="704528" y="2085777"/>
            <a:ext cx="5545138" cy="719138"/>
          </a:xfrm>
        </p:spPr>
        <p:txBody>
          <a:bodyPr>
            <a:noAutofit/>
          </a:bodyPr>
          <a:lstStyle>
            <a:lvl1pPr marL="0" indent="0">
              <a:buNone/>
              <a:defRPr sz="2400" b="1">
                <a:solidFill>
                  <a:schemeClr val="bg1">
                    <a:lumMod val="50000"/>
                  </a:schemeClr>
                </a:solidFill>
              </a:defRPr>
            </a:lvl1pPr>
            <a:lvl2pPr marL="457200" indent="0">
              <a:buNone/>
              <a:defRPr/>
            </a:lvl2pPr>
            <a:lvl3pPr marL="914400" indent="0">
              <a:buNone/>
              <a:defRPr/>
            </a:lvl3pPr>
            <a:lvl4pPr marL="1371600" indent="0">
              <a:buNone/>
              <a:defRPr/>
            </a:lvl4pPr>
            <a:lvl5pPr marL="1828800" indent="0">
              <a:buNone/>
              <a:defRPr/>
            </a:lvl5pPr>
          </a:lstStyle>
          <a:p>
            <a:pPr lvl="0"/>
            <a:r>
              <a:rPr kumimoji="1" lang="ja-JP" altLang="en-US" dirty="0"/>
              <a:t>株式会社御中</a:t>
            </a:r>
          </a:p>
        </p:txBody>
      </p:sp>
      <p:sp>
        <p:nvSpPr>
          <p:cNvPr id="11" name="コンテンツ プレースホルダー 8">
            <a:extLst>
              <a:ext uri="{FF2B5EF4-FFF2-40B4-BE49-F238E27FC236}">
                <a16:creationId xmlns:a16="http://schemas.microsoft.com/office/drawing/2014/main" id="{ECF04A37-370B-4768-A875-EF9C667848E9}"/>
              </a:ext>
            </a:extLst>
          </p:cNvPr>
          <p:cNvSpPr>
            <a:spLocks noGrp="1"/>
          </p:cNvSpPr>
          <p:nvPr>
            <p:ph sz="quarter" idx="14" hasCustomPrompt="1"/>
          </p:nvPr>
        </p:nvSpPr>
        <p:spPr>
          <a:xfrm>
            <a:off x="4736976" y="3433465"/>
            <a:ext cx="5545138" cy="719138"/>
          </a:xfrm>
        </p:spPr>
        <p:txBody>
          <a:bodyPr>
            <a:noAutofit/>
          </a:bodyPr>
          <a:lstStyle>
            <a:lvl1pPr marL="0" indent="0">
              <a:buNone/>
              <a:defRPr sz="2400" b="1">
                <a:solidFill>
                  <a:schemeClr val="bg1">
                    <a:lumMod val="50000"/>
                  </a:schemeClr>
                </a:solidFill>
              </a:defRPr>
            </a:lvl1pPr>
            <a:lvl2pPr marL="457200" indent="0">
              <a:buNone/>
              <a:defRPr/>
            </a:lvl2pPr>
            <a:lvl3pPr marL="914400" indent="0">
              <a:buNone/>
              <a:defRPr/>
            </a:lvl3pPr>
            <a:lvl4pPr marL="1371600" indent="0">
              <a:buNone/>
              <a:defRPr/>
            </a:lvl4pPr>
            <a:lvl5pPr marL="1828800" indent="0">
              <a:buNone/>
              <a:defRPr/>
            </a:lvl5pPr>
          </a:lstStyle>
          <a:p>
            <a:pPr lvl="0"/>
            <a:r>
              <a:rPr kumimoji="1" lang="ja-JP" altLang="en-US" dirty="0"/>
              <a:t>日付</a:t>
            </a:r>
          </a:p>
        </p:txBody>
      </p:sp>
    </p:spTree>
    <p:extLst>
      <p:ext uri="{BB962C8B-B14F-4D97-AF65-F5344CB8AC3E}">
        <p14:creationId xmlns:p14="http://schemas.microsoft.com/office/powerpoint/2010/main" val="1499123600"/>
      </p:ext>
    </p:extLst>
  </p:cSld>
  <p:clrMapOvr>
    <a:masterClrMapping/>
  </p:clrMapOvr>
</p:sldLayout>
</file>

<file path=ppt/slideLayouts/slideLayout55.xml><?xml version="1.0" encoding="utf-8"?>
<p:sldLayout xmlns:a="http://schemas.openxmlformats.org/drawingml/2006/main" xmlns:r="http://schemas.openxmlformats.org/officeDocument/2006/relationships" xmlns:p="http://schemas.openxmlformats.org/presentationml/2006/main" preserve="1" userDrawn="1">
  <p:cSld name="アジェンダ">
    <p:spTree>
      <p:nvGrpSpPr>
        <p:cNvPr id="1" name=""/>
        <p:cNvGrpSpPr/>
        <p:nvPr/>
      </p:nvGrpSpPr>
      <p:grpSpPr>
        <a:xfrm>
          <a:off x="0" y="0"/>
          <a:ext cx="0" cy="0"/>
          <a:chOff x="0" y="0"/>
          <a:chExt cx="0" cy="0"/>
        </a:xfrm>
      </p:grpSpPr>
      <p:sp>
        <p:nvSpPr>
          <p:cNvPr id="3" name="日付プレースホルダー 2">
            <a:extLst>
              <a:ext uri="{FF2B5EF4-FFF2-40B4-BE49-F238E27FC236}">
                <a16:creationId xmlns:a16="http://schemas.microsoft.com/office/drawing/2014/main" id="{8AEF3C9B-15A5-4754-B97A-474B280C6C7E}"/>
              </a:ext>
            </a:extLst>
          </p:cNvPr>
          <p:cNvSpPr>
            <a:spLocks noGrp="1"/>
          </p:cNvSpPr>
          <p:nvPr>
            <p:ph type="dt" sz="half" idx="10"/>
          </p:nvPr>
        </p:nvSpPr>
        <p:spPr/>
        <p:txBody>
          <a:bodyPr/>
          <a:lstStyle/>
          <a:p>
            <a:fld id="{5ED59477-32A0-4799-AD80-C098563D5CC0}" type="datetime1">
              <a:rPr kumimoji="1" lang="ja-JP" altLang="en-US" smtClean="0"/>
              <a:pPr/>
              <a:t>2026/5/20</a:t>
            </a:fld>
            <a:endParaRPr kumimoji="1" lang="ja-JP" altLang="en-US"/>
          </a:p>
        </p:txBody>
      </p:sp>
      <p:sp>
        <p:nvSpPr>
          <p:cNvPr id="4" name="フッター プレースホルダー 3">
            <a:extLst>
              <a:ext uri="{FF2B5EF4-FFF2-40B4-BE49-F238E27FC236}">
                <a16:creationId xmlns:a16="http://schemas.microsoft.com/office/drawing/2014/main" id="{2CD5602E-9916-437E-9C25-C8047E099BE4}"/>
              </a:ext>
            </a:extLst>
          </p:cNvPr>
          <p:cNvSpPr>
            <a:spLocks noGrp="1"/>
          </p:cNvSpPr>
          <p:nvPr>
            <p:ph type="ftr" sz="quarter" idx="11"/>
          </p:nvPr>
        </p:nvSpPr>
        <p:spPr/>
        <p:txBody>
          <a:bodyPr/>
          <a:lstStyle/>
          <a:p>
            <a:endParaRPr kumimoji="1" lang="ja-JP" altLang="en-US"/>
          </a:p>
        </p:txBody>
      </p:sp>
      <p:sp>
        <p:nvSpPr>
          <p:cNvPr id="5" name="テキスト ボックス 4">
            <a:extLst>
              <a:ext uri="{FF2B5EF4-FFF2-40B4-BE49-F238E27FC236}">
                <a16:creationId xmlns:a16="http://schemas.microsoft.com/office/drawing/2014/main" id="{6B43BD0A-BD54-4DF0-A3BE-6D3FA31F9069}"/>
              </a:ext>
            </a:extLst>
          </p:cNvPr>
          <p:cNvSpPr txBox="1"/>
          <p:nvPr userDrawn="1"/>
        </p:nvSpPr>
        <p:spPr>
          <a:xfrm>
            <a:off x="-15552" y="44624"/>
            <a:ext cx="6408712" cy="523220"/>
          </a:xfrm>
          <a:prstGeom prst="rect">
            <a:avLst/>
          </a:prstGeom>
          <a:noFill/>
        </p:spPr>
        <p:txBody>
          <a:bodyPr wrap="square" rtlCol="0">
            <a:spAutoFit/>
          </a:bodyPr>
          <a:lstStyle/>
          <a:p>
            <a:r>
              <a:rPr lang="ja-JP" altLang="en-US" sz="2800" b="1" dirty="0">
                <a:solidFill>
                  <a:schemeClr val="tx1">
                    <a:lumMod val="95000"/>
                    <a:lumOff val="5000"/>
                  </a:schemeClr>
                </a:solidFill>
                <a:latin typeface="Meiryo UI" panose="020B0604030504040204" pitchFamily="50" charset="-128"/>
                <a:ea typeface="Meiryo UI" panose="020B0604030504040204" pitchFamily="50" charset="-128"/>
                <a:cs typeface="メイリオ" pitchFamily="50" charset="-128"/>
              </a:rPr>
              <a:t>本日のお打合せ内容</a:t>
            </a:r>
            <a:endParaRPr kumimoji="1" lang="ja-JP" altLang="en-US" sz="2800" b="1" dirty="0">
              <a:solidFill>
                <a:schemeClr val="tx1">
                  <a:lumMod val="95000"/>
                  <a:lumOff val="5000"/>
                </a:schemeClr>
              </a:solidFill>
              <a:latin typeface="Meiryo UI" panose="020B0604030504040204" pitchFamily="50" charset="-128"/>
              <a:ea typeface="Meiryo UI" panose="020B0604030504040204" pitchFamily="50" charset="-128"/>
              <a:cs typeface="メイリオ" pitchFamily="50" charset="-128"/>
            </a:endParaRPr>
          </a:p>
        </p:txBody>
      </p:sp>
      <p:sp>
        <p:nvSpPr>
          <p:cNvPr id="6" name="正方形/長方形 5">
            <a:extLst>
              <a:ext uri="{FF2B5EF4-FFF2-40B4-BE49-F238E27FC236}">
                <a16:creationId xmlns:a16="http://schemas.microsoft.com/office/drawing/2014/main" id="{C1EA3A4F-1EF2-4A9E-BD1F-DE9A3E01A425}"/>
              </a:ext>
            </a:extLst>
          </p:cNvPr>
          <p:cNvSpPr/>
          <p:nvPr userDrawn="1"/>
        </p:nvSpPr>
        <p:spPr>
          <a:xfrm>
            <a:off x="69725" y="666126"/>
            <a:ext cx="2592000" cy="292374"/>
          </a:xfrm>
          <a:prstGeom prst="rect">
            <a:avLst/>
          </a:prstGeom>
          <a:solidFill>
            <a:srgbClr val="00206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ja-JP" altLang="en-US" sz="1600" b="1" dirty="0">
                <a:latin typeface="Meiryo UI" panose="020B0604030504040204" pitchFamily="50" charset="-128"/>
                <a:ea typeface="Meiryo UI" panose="020B0604030504040204" pitchFamily="50" charset="-128"/>
              </a:rPr>
              <a:t>お打合せ事項</a:t>
            </a:r>
            <a:endParaRPr kumimoji="1" lang="ja-JP" altLang="en-US" sz="1600" b="1" dirty="0">
              <a:latin typeface="Meiryo UI" panose="020B0604030504040204" pitchFamily="50" charset="-128"/>
              <a:ea typeface="Meiryo UI" panose="020B0604030504040204" pitchFamily="50" charset="-128"/>
            </a:endParaRPr>
          </a:p>
        </p:txBody>
      </p:sp>
      <p:sp>
        <p:nvSpPr>
          <p:cNvPr id="8" name="正方形/長方形 7">
            <a:extLst>
              <a:ext uri="{FF2B5EF4-FFF2-40B4-BE49-F238E27FC236}">
                <a16:creationId xmlns:a16="http://schemas.microsoft.com/office/drawing/2014/main" id="{E7B66B0E-B525-4135-A640-3C5077DFBABA}"/>
              </a:ext>
            </a:extLst>
          </p:cNvPr>
          <p:cNvSpPr/>
          <p:nvPr userDrawn="1"/>
        </p:nvSpPr>
        <p:spPr>
          <a:xfrm>
            <a:off x="72749" y="3911838"/>
            <a:ext cx="2592000" cy="292374"/>
          </a:xfrm>
          <a:prstGeom prst="rect">
            <a:avLst/>
          </a:prstGeom>
          <a:solidFill>
            <a:srgbClr val="00206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ja-JP" altLang="en-US" sz="1600" b="1" dirty="0">
                <a:latin typeface="Meiryo UI" panose="020B0604030504040204" pitchFamily="50" charset="-128"/>
                <a:ea typeface="Meiryo UI" panose="020B0604030504040204" pitchFamily="50" charset="-128"/>
              </a:rPr>
              <a:t>次回お打合せ日程</a:t>
            </a:r>
            <a:endParaRPr kumimoji="1" lang="ja-JP" altLang="en-US" sz="1600" b="1" dirty="0">
              <a:latin typeface="Meiryo UI" panose="020B0604030504040204" pitchFamily="50" charset="-128"/>
              <a:ea typeface="Meiryo UI" panose="020B0604030504040204" pitchFamily="50" charset="-128"/>
            </a:endParaRPr>
          </a:p>
        </p:txBody>
      </p:sp>
      <p:cxnSp>
        <p:nvCxnSpPr>
          <p:cNvPr id="11" name="直線コネクタ 10">
            <a:extLst>
              <a:ext uri="{FF2B5EF4-FFF2-40B4-BE49-F238E27FC236}">
                <a16:creationId xmlns:a16="http://schemas.microsoft.com/office/drawing/2014/main" id="{F0CE6683-2EEC-4A4B-B2A1-E385C7062BF3}"/>
              </a:ext>
            </a:extLst>
          </p:cNvPr>
          <p:cNvCxnSpPr/>
          <p:nvPr userDrawn="1"/>
        </p:nvCxnSpPr>
        <p:spPr>
          <a:xfrm>
            <a:off x="0" y="620688"/>
            <a:ext cx="9906000" cy="0"/>
          </a:xfrm>
          <a:prstGeom prst="line">
            <a:avLst/>
          </a:prstGeom>
          <a:ln w="28575">
            <a:solidFill>
              <a:srgbClr val="002060"/>
            </a:solidFill>
          </a:ln>
        </p:spPr>
        <p:style>
          <a:lnRef idx="1">
            <a:schemeClr val="accent1"/>
          </a:lnRef>
          <a:fillRef idx="0">
            <a:schemeClr val="accent1"/>
          </a:fillRef>
          <a:effectRef idx="0">
            <a:schemeClr val="accent1"/>
          </a:effectRef>
          <a:fontRef idx="minor">
            <a:schemeClr val="tx1"/>
          </a:fontRef>
        </p:style>
      </p:cxnSp>
      <p:pic>
        <p:nvPicPr>
          <p:cNvPr id="12" name="Picture 1" descr="C:\Users\F2034\Pictures\6.会社データ(ロゴ・サイン）\パターンC(タグ無し）\パターンC(タグ無し）カラー.png">
            <a:extLst>
              <a:ext uri="{FF2B5EF4-FFF2-40B4-BE49-F238E27FC236}">
                <a16:creationId xmlns:a16="http://schemas.microsoft.com/office/drawing/2014/main" id="{8872FC31-1813-49E9-8E6B-E9B5CED7B01D}"/>
              </a:ext>
            </a:extLst>
          </p:cNvPr>
          <p:cNvPicPr>
            <a:picLocks noChangeAspect="1" noChangeArrowheads="1"/>
          </p:cNvPicPr>
          <p:nvPr userDrawn="1"/>
        </p:nvPicPr>
        <p:blipFill>
          <a:blip r:embed="rId2" cstate="print"/>
          <a:srcRect/>
          <a:stretch>
            <a:fillRect/>
          </a:stretch>
        </p:blipFill>
        <p:spPr bwMode="auto">
          <a:xfrm>
            <a:off x="8841432" y="68626"/>
            <a:ext cx="979838" cy="504000"/>
          </a:xfrm>
          <a:prstGeom prst="rect">
            <a:avLst/>
          </a:prstGeom>
          <a:noFill/>
        </p:spPr>
      </p:pic>
      <p:sp>
        <p:nvSpPr>
          <p:cNvPr id="13" name="正方形/長方形 12">
            <a:extLst>
              <a:ext uri="{FF2B5EF4-FFF2-40B4-BE49-F238E27FC236}">
                <a16:creationId xmlns:a16="http://schemas.microsoft.com/office/drawing/2014/main" id="{AC1EA9E4-A15B-418D-B69C-E609A5DDD9EC}"/>
              </a:ext>
            </a:extLst>
          </p:cNvPr>
          <p:cNvSpPr/>
          <p:nvPr userDrawn="1"/>
        </p:nvSpPr>
        <p:spPr>
          <a:xfrm>
            <a:off x="0" y="6678000"/>
            <a:ext cx="9906000" cy="180000"/>
          </a:xfrm>
          <a:prstGeom prst="rect">
            <a:avLst/>
          </a:prstGeom>
          <a:solidFill>
            <a:srgbClr val="00206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4" name="テキスト ボックス 13">
            <a:extLst>
              <a:ext uri="{FF2B5EF4-FFF2-40B4-BE49-F238E27FC236}">
                <a16:creationId xmlns:a16="http://schemas.microsoft.com/office/drawing/2014/main" id="{A78DDC5E-044B-4C3D-BEA8-24AF979B3258}"/>
              </a:ext>
            </a:extLst>
          </p:cNvPr>
          <p:cNvSpPr txBox="1"/>
          <p:nvPr userDrawn="1"/>
        </p:nvSpPr>
        <p:spPr>
          <a:xfrm>
            <a:off x="6609184" y="6649964"/>
            <a:ext cx="3240360" cy="216024"/>
          </a:xfrm>
          <a:prstGeom prst="rect">
            <a:avLst/>
          </a:prstGeom>
          <a:noFill/>
        </p:spPr>
        <p:txBody>
          <a:bodyPr wrap="square" lIns="0" tIns="0" rIns="0" bIns="0" rtlCol="0" anchor="ctr">
            <a:noAutofit/>
          </a:bodyPr>
          <a:lstStyle/>
          <a:p>
            <a:pPr marL="0" marR="0" indent="0" algn="r" defTabSz="914400" rtl="0" eaLnBrk="1" fontAlgn="base" latinLnBrk="0" hangingPunct="1">
              <a:lnSpc>
                <a:spcPct val="125000"/>
              </a:lnSpc>
              <a:spcBef>
                <a:spcPct val="0"/>
              </a:spcBef>
              <a:spcAft>
                <a:spcPct val="0"/>
              </a:spcAft>
              <a:buClrTx/>
              <a:buSzTx/>
              <a:buFontTx/>
              <a:buNone/>
              <a:tabLst/>
              <a:defRPr/>
            </a:pPr>
            <a:r>
              <a:rPr lang="en-US" altLang="ja-JP" sz="800" dirty="0">
                <a:solidFill>
                  <a:schemeClr val="bg1"/>
                </a:solidFill>
                <a:latin typeface="Lucida Calligraphy" pitchFamily="66" charset="0"/>
                <a:ea typeface="Arial Unicode MS" pitchFamily="50" charset="-128"/>
                <a:cs typeface="Arial Unicode MS" pitchFamily="50" charset="-128"/>
              </a:rPr>
              <a:t>Copyright</a:t>
            </a:r>
            <a:r>
              <a:rPr lang="ja-JP" altLang="en-US" sz="800" dirty="0">
                <a:solidFill>
                  <a:schemeClr val="bg1"/>
                </a:solidFill>
                <a:latin typeface="Lucida Calligraphy" pitchFamily="66" charset="0"/>
                <a:ea typeface="Arial Unicode MS" pitchFamily="50" charset="-128"/>
                <a:cs typeface="Arial Unicode MS" pitchFamily="50" charset="-128"/>
              </a:rPr>
              <a:t> </a:t>
            </a:r>
            <a:r>
              <a:rPr lang="en-US" altLang="ja-JP" sz="800" dirty="0">
                <a:solidFill>
                  <a:schemeClr val="bg1"/>
                </a:solidFill>
                <a:latin typeface="Lucida Calligraphy" pitchFamily="66" charset="0"/>
                <a:ea typeface="Arial Unicode MS" pitchFamily="50" charset="-128"/>
                <a:cs typeface="Arial Unicode MS" pitchFamily="50" charset="-128"/>
              </a:rPr>
              <a:t>Funai Consulting Inc.</a:t>
            </a:r>
            <a:r>
              <a:rPr lang="ja-JP" altLang="en-US" sz="800" baseline="0" dirty="0">
                <a:solidFill>
                  <a:schemeClr val="bg1"/>
                </a:solidFill>
                <a:latin typeface="Lucida Calligraphy" pitchFamily="66" charset="0"/>
                <a:ea typeface="Arial Unicode MS" pitchFamily="50" charset="-128"/>
                <a:cs typeface="Arial Unicode MS" pitchFamily="50" charset="-128"/>
              </a:rPr>
              <a:t> </a:t>
            </a:r>
            <a:r>
              <a:rPr lang="en-US" altLang="ja-JP" sz="800" baseline="0" dirty="0">
                <a:solidFill>
                  <a:schemeClr val="bg1"/>
                </a:solidFill>
                <a:latin typeface="Lucida Calligraphy" pitchFamily="66" charset="0"/>
                <a:ea typeface="Arial Unicode MS" pitchFamily="50" charset="-128"/>
                <a:cs typeface="Arial Unicode MS" pitchFamily="50" charset="-128"/>
              </a:rPr>
              <a:t>All Rights Reserved.</a:t>
            </a:r>
            <a:endParaRPr kumimoji="1" lang="ja-JP" altLang="en-US" sz="800" kern="1200" dirty="0">
              <a:solidFill>
                <a:schemeClr val="bg1"/>
              </a:solidFill>
              <a:latin typeface="Lucida Calligraphy" pitchFamily="66" charset="0"/>
              <a:ea typeface="Arial Unicode MS" pitchFamily="50" charset="-128"/>
              <a:cs typeface="Arial Unicode MS" pitchFamily="50" charset="-128"/>
            </a:endParaRPr>
          </a:p>
        </p:txBody>
      </p:sp>
      <p:sp>
        <p:nvSpPr>
          <p:cNvPr id="15" name="スライド番号プレースホルダ 5">
            <a:extLst>
              <a:ext uri="{FF2B5EF4-FFF2-40B4-BE49-F238E27FC236}">
                <a16:creationId xmlns:a16="http://schemas.microsoft.com/office/drawing/2014/main" id="{52F86702-B75D-40EF-96B7-30E910044692}"/>
              </a:ext>
            </a:extLst>
          </p:cNvPr>
          <p:cNvSpPr txBox="1">
            <a:spLocks/>
          </p:cNvSpPr>
          <p:nvPr userDrawn="1"/>
        </p:nvSpPr>
        <p:spPr>
          <a:xfrm>
            <a:off x="3797300" y="6592267"/>
            <a:ext cx="2311400" cy="365125"/>
          </a:xfrm>
          <a:prstGeom prst="rect">
            <a:avLst/>
          </a:prstGeom>
        </p:spPr>
        <p:txBody>
          <a:bodyPr vert="horz" lIns="91440" tIns="45720" rIns="91440" bIns="45720" rtlCol="0" anchor="ctr"/>
          <a:lstStyle>
            <a:lvl1pPr algn="ctr">
              <a:defRPr sz="900">
                <a:solidFill>
                  <a:schemeClr val="bg1"/>
                </a:solidFill>
                <a:latin typeface="HGSｺﾞｼｯｸM" pitchFamily="50" charset="-128"/>
                <a:ea typeface="HGSｺﾞｼｯｸM" pitchFamily="50" charset="-128"/>
              </a:defRPr>
            </a:lvl1pPr>
          </a:lstStyle>
          <a:p>
            <a:pPr marL="0" marR="0" lvl="0" indent="0" algn="ctr" defTabSz="914400" rtl="0" eaLnBrk="1" fontAlgn="auto" latinLnBrk="0" hangingPunct="1">
              <a:lnSpc>
                <a:spcPct val="100000"/>
              </a:lnSpc>
              <a:spcBef>
                <a:spcPts val="0"/>
              </a:spcBef>
              <a:spcAft>
                <a:spcPts val="0"/>
              </a:spcAft>
              <a:buClrTx/>
              <a:buSzTx/>
              <a:buFontTx/>
              <a:buNone/>
              <a:tabLst/>
              <a:defRPr/>
            </a:pPr>
            <a:fld id="{E1682566-0BE5-4691-A89E-B3D89F8502D1}" type="slidenum">
              <a:rPr kumimoji="1" lang="ja-JP" altLang="en-US" sz="900" b="0" i="0" u="none" strike="noStrike" kern="1200" cap="none" spc="0" normalizeH="0" baseline="0" noProof="0" smtClean="0">
                <a:ln>
                  <a:noFill/>
                </a:ln>
                <a:solidFill>
                  <a:schemeClr val="bg1"/>
                </a:solidFill>
                <a:effectLst/>
                <a:uLnTx/>
                <a:uFillTx/>
                <a:latin typeface="HGSｺﾞｼｯｸM" pitchFamily="50" charset="-128"/>
                <a:ea typeface="HGSｺﾞｼｯｸM" pitchFamily="50" charset="-128"/>
                <a:cs typeface="+mn-cs"/>
              </a:rPr>
              <a:pPr marL="0" marR="0" lvl="0" indent="0" algn="ctr" defTabSz="914400" rtl="0" eaLnBrk="1" fontAlgn="auto" latinLnBrk="0" hangingPunct="1">
                <a:lnSpc>
                  <a:spcPct val="100000"/>
                </a:lnSpc>
                <a:spcBef>
                  <a:spcPts val="0"/>
                </a:spcBef>
                <a:spcAft>
                  <a:spcPts val="0"/>
                </a:spcAft>
                <a:buClrTx/>
                <a:buSzTx/>
                <a:buFontTx/>
                <a:buNone/>
                <a:tabLst/>
                <a:defRPr/>
              </a:pPr>
              <a:t>‹#›</a:t>
            </a:fld>
            <a:endParaRPr kumimoji="1" lang="ja-JP" altLang="en-US" sz="900" b="0" i="0" u="none" strike="noStrike" kern="1200" cap="none" spc="0" normalizeH="0" baseline="0" noProof="0">
              <a:ln>
                <a:noFill/>
              </a:ln>
              <a:solidFill>
                <a:schemeClr val="bg1"/>
              </a:solidFill>
              <a:effectLst/>
              <a:uLnTx/>
              <a:uFillTx/>
              <a:latin typeface="HGSｺﾞｼｯｸM" pitchFamily="50" charset="-128"/>
              <a:ea typeface="HGSｺﾞｼｯｸM" pitchFamily="50" charset="-128"/>
              <a:cs typeface="+mn-cs"/>
            </a:endParaRPr>
          </a:p>
        </p:txBody>
      </p:sp>
      <p:sp>
        <p:nvSpPr>
          <p:cNvPr id="17" name="テキスト プレースホルダー 16">
            <a:extLst>
              <a:ext uri="{FF2B5EF4-FFF2-40B4-BE49-F238E27FC236}">
                <a16:creationId xmlns:a16="http://schemas.microsoft.com/office/drawing/2014/main" id="{8C66AEEA-90B1-4FF5-983E-12E09DD675E4}"/>
              </a:ext>
            </a:extLst>
          </p:cNvPr>
          <p:cNvSpPr>
            <a:spLocks noGrp="1"/>
          </p:cNvSpPr>
          <p:nvPr>
            <p:ph type="body" sz="quarter" idx="12" hasCustomPrompt="1"/>
          </p:nvPr>
        </p:nvSpPr>
        <p:spPr>
          <a:xfrm>
            <a:off x="239500" y="1129818"/>
            <a:ext cx="5505450" cy="1792288"/>
          </a:xfrm>
        </p:spPr>
        <p:txBody>
          <a:bodyPr>
            <a:normAutofit/>
          </a:bodyPr>
          <a:lstStyle>
            <a:lvl1pPr marL="0" indent="0">
              <a:buFont typeface="+mj-ea"/>
              <a:buNone/>
              <a:defRPr sz="2400" b="1"/>
            </a:lvl1pPr>
          </a:lstStyle>
          <a:p>
            <a:pPr lvl="0"/>
            <a:r>
              <a:rPr kumimoji="1" lang="ja-JP" altLang="en-US" dirty="0"/>
              <a:t>①</a:t>
            </a:r>
            <a:endParaRPr kumimoji="1" lang="en-US" altLang="ja-JP" dirty="0"/>
          </a:p>
          <a:p>
            <a:pPr lvl="0"/>
            <a:r>
              <a:rPr kumimoji="1" lang="ja-JP" altLang="en-US" dirty="0"/>
              <a:t>②</a:t>
            </a:r>
            <a:endParaRPr kumimoji="1" lang="en-US" altLang="ja-JP" dirty="0"/>
          </a:p>
        </p:txBody>
      </p:sp>
      <p:sp>
        <p:nvSpPr>
          <p:cNvPr id="20" name="テキスト プレースホルダー 16">
            <a:extLst>
              <a:ext uri="{FF2B5EF4-FFF2-40B4-BE49-F238E27FC236}">
                <a16:creationId xmlns:a16="http://schemas.microsoft.com/office/drawing/2014/main" id="{347F4DAF-2DE1-4CC8-9835-4DFC642B513E}"/>
              </a:ext>
            </a:extLst>
          </p:cNvPr>
          <p:cNvSpPr>
            <a:spLocks noGrp="1"/>
          </p:cNvSpPr>
          <p:nvPr>
            <p:ph type="body" sz="quarter" idx="13" hasCustomPrompt="1"/>
          </p:nvPr>
        </p:nvSpPr>
        <p:spPr>
          <a:xfrm>
            <a:off x="239500" y="4374514"/>
            <a:ext cx="5505450" cy="1792288"/>
          </a:xfrm>
        </p:spPr>
        <p:txBody>
          <a:bodyPr>
            <a:normAutofit/>
          </a:bodyPr>
          <a:lstStyle>
            <a:lvl1pPr marL="0" indent="0">
              <a:buFont typeface="+mj-ea"/>
              <a:buNone/>
              <a:defRPr sz="1800" b="1"/>
            </a:lvl1pPr>
          </a:lstStyle>
          <a:p>
            <a:pPr lvl="0"/>
            <a:r>
              <a:rPr kumimoji="1" lang="en-US" altLang="ja-JP" dirty="0"/>
              <a:t>2024</a:t>
            </a:r>
            <a:r>
              <a:rPr kumimoji="1" lang="ja-JP" altLang="en-US" dirty="0"/>
              <a:t>年</a:t>
            </a:r>
            <a:endParaRPr kumimoji="1" lang="en-US" altLang="ja-JP" dirty="0"/>
          </a:p>
        </p:txBody>
      </p:sp>
    </p:spTree>
    <p:extLst>
      <p:ext uri="{BB962C8B-B14F-4D97-AF65-F5344CB8AC3E}">
        <p14:creationId xmlns:p14="http://schemas.microsoft.com/office/powerpoint/2010/main" val="3696161970"/>
      </p:ext>
    </p:extLst>
  </p:cSld>
  <p:clrMapOvr>
    <a:masterClrMapping/>
  </p:clrMapOvr>
</p:sldLayout>
</file>

<file path=ppt/slideLayouts/slideLayout56.xml><?xml version="1.0" encoding="utf-8"?>
<p:sldLayout xmlns:a="http://schemas.openxmlformats.org/drawingml/2006/main" xmlns:r="http://schemas.openxmlformats.org/officeDocument/2006/relationships" xmlns:p="http://schemas.openxmlformats.org/presentationml/2006/main" preserve="1" userDrawn="1">
  <p:cSld name="ユーザー設定レイアウト">
    <p:spTree>
      <p:nvGrpSpPr>
        <p:cNvPr id="1" name=""/>
        <p:cNvGrpSpPr/>
        <p:nvPr/>
      </p:nvGrpSpPr>
      <p:grpSpPr>
        <a:xfrm>
          <a:off x="0" y="0"/>
          <a:ext cx="0" cy="0"/>
          <a:chOff x="0" y="0"/>
          <a:chExt cx="0" cy="0"/>
        </a:xfrm>
      </p:grpSpPr>
      <p:sp>
        <p:nvSpPr>
          <p:cNvPr id="5" name="正方形/長方形 4">
            <a:extLst>
              <a:ext uri="{FF2B5EF4-FFF2-40B4-BE49-F238E27FC236}">
                <a16:creationId xmlns:a16="http://schemas.microsoft.com/office/drawing/2014/main" id="{E3600E18-DBF4-4DED-A3E8-EBDE8D9EA3B5}"/>
              </a:ext>
            </a:extLst>
          </p:cNvPr>
          <p:cNvSpPr/>
          <p:nvPr userDrawn="1"/>
        </p:nvSpPr>
        <p:spPr bwMode="auto">
          <a:xfrm>
            <a:off x="272480" y="332656"/>
            <a:ext cx="9454650" cy="6264696"/>
          </a:xfrm>
          <a:prstGeom prst="rect">
            <a:avLst/>
          </a:prstGeom>
          <a:solidFill>
            <a:schemeClr val="accent1">
              <a:lumMod val="20000"/>
              <a:lumOff val="80000"/>
            </a:schemeClr>
          </a:solidFill>
          <a:ln w="28575">
            <a:solidFill>
              <a:schemeClr val="tx2">
                <a:lumMod val="75000"/>
              </a:schemeClr>
            </a:solidFill>
            <a:miter lim="800000"/>
            <a:headEnd/>
            <a:tailEnd/>
          </a:ln>
        </p:spPr>
        <p:txBody>
          <a:bodyPr wrap="none" rtlCol="0" anchor="t"/>
          <a:lstStyle/>
          <a:p>
            <a:endParaRPr lang="en-US" altLang="ja-JP" sz="1400" dirty="0">
              <a:latin typeface="Meiryo UI" panose="020B0604030504040204" pitchFamily="50" charset="-128"/>
              <a:ea typeface="Meiryo UI" panose="020B0604030504040204" pitchFamily="50" charset="-128"/>
            </a:endParaRPr>
          </a:p>
          <a:p>
            <a:endParaRPr lang="en-US" altLang="ja-JP" sz="1400" dirty="0">
              <a:latin typeface="Meiryo UI" panose="020B0604030504040204" pitchFamily="50" charset="-128"/>
              <a:ea typeface="Meiryo UI" panose="020B0604030504040204" pitchFamily="50" charset="-128"/>
            </a:endParaRPr>
          </a:p>
          <a:p>
            <a:pPr lvl="2"/>
            <a:r>
              <a:rPr lang="ja-JP" altLang="en-US" sz="1600" dirty="0">
                <a:latin typeface="Meiryo UI" panose="020B0604030504040204" pitchFamily="50" charset="-128"/>
                <a:ea typeface="Meiryo UI" panose="020B0604030504040204" pitchFamily="50" charset="-128"/>
              </a:rPr>
              <a:t>   </a:t>
            </a:r>
          </a:p>
          <a:p>
            <a:pPr lvl="2"/>
            <a:endParaRPr lang="en-US" altLang="ja-JP" sz="1400" dirty="0">
              <a:latin typeface="Meiryo UI" panose="020B0604030504040204" pitchFamily="50" charset="-128"/>
              <a:ea typeface="Meiryo UI" panose="020B0604030504040204" pitchFamily="50" charset="-128"/>
            </a:endParaRPr>
          </a:p>
        </p:txBody>
      </p:sp>
      <p:sp>
        <p:nvSpPr>
          <p:cNvPr id="6" name="正方形/長方形 5">
            <a:extLst>
              <a:ext uri="{FF2B5EF4-FFF2-40B4-BE49-F238E27FC236}">
                <a16:creationId xmlns:a16="http://schemas.microsoft.com/office/drawing/2014/main" id="{84EF40AA-2D98-4C1A-9B75-77B4B1EC2A46}"/>
              </a:ext>
            </a:extLst>
          </p:cNvPr>
          <p:cNvSpPr/>
          <p:nvPr userDrawn="1"/>
        </p:nvSpPr>
        <p:spPr bwMode="auto">
          <a:xfrm>
            <a:off x="128464" y="188640"/>
            <a:ext cx="2592288" cy="432048"/>
          </a:xfrm>
          <a:prstGeom prst="rect">
            <a:avLst/>
          </a:prstGeom>
          <a:solidFill>
            <a:schemeClr val="tx2">
              <a:lumMod val="75000"/>
            </a:schemeClr>
          </a:solidFill>
          <a:ln w="9525">
            <a:noFill/>
            <a:miter lim="800000"/>
            <a:headEnd/>
            <a:tailEnd/>
          </a:ln>
        </p:spPr>
        <p:txBody>
          <a:bodyPr wrap="none" rtlCol="0" anchor="ctr"/>
          <a:lstStyle/>
          <a:p>
            <a:pPr algn="ctr"/>
            <a:r>
              <a:rPr kumimoji="1" lang="ja-JP" altLang="en-US" sz="1600" b="1" dirty="0">
                <a:solidFill>
                  <a:schemeClr val="bg1"/>
                </a:solidFill>
                <a:latin typeface="Meiryo UI" panose="020B0604030504040204" pitchFamily="50" charset="-128"/>
                <a:ea typeface="Meiryo UI" panose="020B0604030504040204" pitchFamily="50" charset="-128"/>
              </a:rPr>
              <a:t>決定事項</a:t>
            </a:r>
          </a:p>
        </p:txBody>
      </p:sp>
    </p:spTree>
    <p:extLst>
      <p:ext uri="{BB962C8B-B14F-4D97-AF65-F5344CB8AC3E}">
        <p14:creationId xmlns:p14="http://schemas.microsoft.com/office/powerpoint/2010/main" val="254292220"/>
      </p:ext>
    </p:extLst>
  </p:cSld>
  <p:clrMapOvr>
    <a:masterClrMapping/>
  </p:clrMapOvr>
</p:sldLayout>
</file>

<file path=ppt/slideLayouts/slideLayout57.xml><?xml version="1.0" encoding="utf-8"?>
<p:sldLayout xmlns:a="http://schemas.openxmlformats.org/drawingml/2006/main" xmlns:r="http://schemas.openxmlformats.org/officeDocument/2006/relationships" xmlns:p="http://schemas.openxmlformats.org/presentationml/2006/main" preserve="1" userDrawn="1">
  <p:cSld name="1_アジェンダ">
    <p:spTree>
      <p:nvGrpSpPr>
        <p:cNvPr id="1" name=""/>
        <p:cNvGrpSpPr/>
        <p:nvPr/>
      </p:nvGrpSpPr>
      <p:grpSpPr>
        <a:xfrm>
          <a:off x="0" y="0"/>
          <a:ext cx="0" cy="0"/>
          <a:chOff x="0" y="0"/>
          <a:chExt cx="0" cy="0"/>
        </a:xfrm>
      </p:grpSpPr>
      <p:cxnSp>
        <p:nvCxnSpPr>
          <p:cNvPr id="11" name="直線コネクタ 10">
            <a:extLst>
              <a:ext uri="{FF2B5EF4-FFF2-40B4-BE49-F238E27FC236}">
                <a16:creationId xmlns:a16="http://schemas.microsoft.com/office/drawing/2014/main" id="{F0CE6683-2EEC-4A4B-B2A1-E385C7062BF3}"/>
              </a:ext>
            </a:extLst>
          </p:cNvPr>
          <p:cNvCxnSpPr/>
          <p:nvPr userDrawn="1"/>
        </p:nvCxnSpPr>
        <p:spPr>
          <a:xfrm>
            <a:off x="0" y="620688"/>
            <a:ext cx="9906000" cy="0"/>
          </a:xfrm>
          <a:prstGeom prst="line">
            <a:avLst/>
          </a:prstGeom>
          <a:ln w="28575">
            <a:solidFill>
              <a:srgbClr val="002060"/>
            </a:solidFill>
          </a:ln>
        </p:spPr>
        <p:style>
          <a:lnRef idx="1">
            <a:schemeClr val="accent1"/>
          </a:lnRef>
          <a:fillRef idx="0">
            <a:schemeClr val="accent1"/>
          </a:fillRef>
          <a:effectRef idx="0">
            <a:schemeClr val="accent1"/>
          </a:effectRef>
          <a:fontRef idx="minor">
            <a:schemeClr val="tx1"/>
          </a:fontRef>
        </p:style>
      </p:cxnSp>
      <p:pic>
        <p:nvPicPr>
          <p:cNvPr id="12" name="Picture 1" descr="C:\Users\F2034\Pictures\6.会社データ(ロゴ・サイン）\パターンC(タグ無し）\パターンC(タグ無し）カラー.png">
            <a:extLst>
              <a:ext uri="{FF2B5EF4-FFF2-40B4-BE49-F238E27FC236}">
                <a16:creationId xmlns:a16="http://schemas.microsoft.com/office/drawing/2014/main" id="{8872FC31-1813-49E9-8E6B-E9B5CED7B01D}"/>
              </a:ext>
            </a:extLst>
          </p:cNvPr>
          <p:cNvPicPr>
            <a:picLocks noChangeAspect="1" noChangeArrowheads="1"/>
          </p:cNvPicPr>
          <p:nvPr userDrawn="1"/>
        </p:nvPicPr>
        <p:blipFill>
          <a:blip r:embed="rId2" cstate="print"/>
          <a:srcRect/>
          <a:stretch>
            <a:fillRect/>
          </a:stretch>
        </p:blipFill>
        <p:spPr bwMode="auto">
          <a:xfrm>
            <a:off x="8841432" y="68626"/>
            <a:ext cx="979838" cy="504000"/>
          </a:xfrm>
          <a:prstGeom prst="rect">
            <a:avLst/>
          </a:prstGeom>
          <a:noFill/>
        </p:spPr>
      </p:pic>
      <p:sp>
        <p:nvSpPr>
          <p:cNvPr id="13" name="正方形/長方形 12">
            <a:extLst>
              <a:ext uri="{FF2B5EF4-FFF2-40B4-BE49-F238E27FC236}">
                <a16:creationId xmlns:a16="http://schemas.microsoft.com/office/drawing/2014/main" id="{AC1EA9E4-A15B-418D-B69C-E609A5DDD9EC}"/>
              </a:ext>
            </a:extLst>
          </p:cNvPr>
          <p:cNvSpPr/>
          <p:nvPr userDrawn="1"/>
        </p:nvSpPr>
        <p:spPr>
          <a:xfrm>
            <a:off x="0" y="6678000"/>
            <a:ext cx="9906000" cy="180000"/>
          </a:xfrm>
          <a:prstGeom prst="rect">
            <a:avLst/>
          </a:prstGeom>
          <a:solidFill>
            <a:srgbClr val="00206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4" name="テキスト ボックス 13">
            <a:extLst>
              <a:ext uri="{FF2B5EF4-FFF2-40B4-BE49-F238E27FC236}">
                <a16:creationId xmlns:a16="http://schemas.microsoft.com/office/drawing/2014/main" id="{A78DDC5E-044B-4C3D-BEA8-24AF979B3258}"/>
              </a:ext>
            </a:extLst>
          </p:cNvPr>
          <p:cNvSpPr txBox="1"/>
          <p:nvPr userDrawn="1"/>
        </p:nvSpPr>
        <p:spPr>
          <a:xfrm>
            <a:off x="6609184" y="6649964"/>
            <a:ext cx="3240360" cy="216024"/>
          </a:xfrm>
          <a:prstGeom prst="rect">
            <a:avLst/>
          </a:prstGeom>
          <a:noFill/>
        </p:spPr>
        <p:txBody>
          <a:bodyPr wrap="square" lIns="0" tIns="0" rIns="0" bIns="0" rtlCol="0" anchor="ctr">
            <a:noAutofit/>
          </a:bodyPr>
          <a:lstStyle/>
          <a:p>
            <a:pPr marL="0" marR="0" indent="0" algn="r" defTabSz="914400" rtl="0" eaLnBrk="1" fontAlgn="base" latinLnBrk="0" hangingPunct="1">
              <a:lnSpc>
                <a:spcPct val="125000"/>
              </a:lnSpc>
              <a:spcBef>
                <a:spcPct val="0"/>
              </a:spcBef>
              <a:spcAft>
                <a:spcPct val="0"/>
              </a:spcAft>
              <a:buClrTx/>
              <a:buSzTx/>
              <a:buFontTx/>
              <a:buNone/>
              <a:tabLst/>
              <a:defRPr/>
            </a:pPr>
            <a:r>
              <a:rPr lang="en-US" altLang="ja-JP" sz="800" dirty="0">
                <a:solidFill>
                  <a:schemeClr val="bg1"/>
                </a:solidFill>
                <a:latin typeface="Lucida Calligraphy" pitchFamily="66" charset="0"/>
                <a:ea typeface="Arial Unicode MS" pitchFamily="50" charset="-128"/>
                <a:cs typeface="Arial Unicode MS" pitchFamily="50" charset="-128"/>
              </a:rPr>
              <a:t>Copyright</a:t>
            </a:r>
            <a:r>
              <a:rPr lang="ja-JP" altLang="en-US" sz="800" dirty="0">
                <a:solidFill>
                  <a:schemeClr val="bg1"/>
                </a:solidFill>
                <a:latin typeface="Lucida Calligraphy" pitchFamily="66" charset="0"/>
                <a:ea typeface="Arial Unicode MS" pitchFamily="50" charset="-128"/>
                <a:cs typeface="Arial Unicode MS" pitchFamily="50" charset="-128"/>
              </a:rPr>
              <a:t> </a:t>
            </a:r>
            <a:r>
              <a:rPr lang="en-US" altLang="ja-JP" sz="800" dirty="0">
                <a:solidFill>
                  <a:schemeClr val="bg1"/>
                </a:solidFill>
                <a:latin typeface="Lucida Calligraphy" pitchFamily="66" charset="0"/>
                <a:ea typeface="Arial Unicode MS" pitchFamily="50" charset="-128"/>
                <a:cs typeface="Arial Unicode MS" pitchFamily="50" charset="-128"/>
              </a:rPr>
              <a:t>Funai Consulting Inc.</a:t>
            </a:r>
            <a:r>
              <a:rPr lang="ja-JP" altLang="en-US" sz="800" baseline="0" dirty="0">
                <a:solidFill>
                  <a:schemeClr val="bg1"/>
                </a:solidFill>
                <a:latin typeface="Lucida Calligraphy" pitchFamily="66" charset="0"/>
                <a:ea typeface="Arial Unicode MS" pitchFamily="50" charset="-128"/>
                <a:cs typeface="Arial Unicode MS" pitchFamily="50" charset="-128"/>
              </a:rPr>
              <a:t> </a:t>
            </a:r>
            <a:r>
              <a:rPr lang="en-US" altLang="ja-JP" sz="800" baseline="0" dirty="0">
                <a:solidFill>
                  <a:schemeClr val="bg1"/>
                </a:solidFill>
                <a:latin typeface="Lucida Calligraphy" pitchFamily="66" charset="0"/>
                <a:ea typeface="Arial Unicode MS" pitchFamily="50" charset="-128"/>
                <a:cs typeface="Arial Unicode MS" pitchFamily="50" charset="-128"/>
              </a:rPr>
              <a:t>All Rights Reserved.</a:t>
            </a:r>
            <a:endParaRPr kumimoji="1" lang="ja-JP" altLang="en-US" sz="800" kern="1200" dirty="0">
              <a:solidFill>
                <a:schemeClr val="bg1"/>
              </a:solidFill>
              <a:latin typeface="Lucida Calligraphy" pitchFamily="66" charset="0"/>
              <a:ea typeface="Arial Unicode MS" pitchFamily="50" charset="-128"/>
              <a:cs typeface="Arial Unicode MS" pitchFamily="50" charset="-128"/>
            </a:endParaRPr>
          </a:p>
        </p:txBody>
      </p:sp>
      <p:sp>
        <p:nvSpPr>
          <p:cNvPr id="15" name="スライド番号プレースホルダ 5">
            <a:extLst>
              <a:ext uri="{FF2B5EF4-FFF2-40B4-BE49-F238E27FC236}">
                <a16:creationId xmlns:a16="http://schemas.microsoft.com/office/drawing/2014/main" id="{52F86702-B75D-40EF-96B7-30E910044692}"/>
              </a:ext>
            </a:extLst>
          </p:cNvPr>
          <p:cNvSpPr txBox="1">
            <a:spLocks/>
          </p:cNvSpPr>
          <p:nvPr userDrawn="1"/>
        </p:nvSpPr>
        <p:spPr>
          <a:xfrm>
            <a:off x="3797300" y="6592267"/>
            <a:ext cx="2311400" cy="365125"/>
          </a:xfrm>
          <a:prstGeom prst="rect">
            <a:avLst/>
          </a:prstGeom>
        </p:spPr>
        <p:txBody>
          <a:bodyPr vert="horz" lIns="91440" tIns="45720" rIns="91440" bIns="45720" rtlCol="0" anchor="ctr"/>
          <a:lstStyle>
            <a:lvl1pPr algn="ctr">
              <a:defRPr sz="900">
                <a:solidFill>
                  <a:schemeClr val="bg1"/>
                </a:solidFill>
                <a:latin typeface="HGSｺﾞｼｯｸM" pitchFamily="50" charset="-128"/>
                <a:ea typeface="HGSｺﾞｼｯｸM" pitchFamily="50" charset="-128"/>
              </a:defRPr>
            </a:lvl1pPr>
          </a:lstStyle>
          <a:p>
            <a:pPr marL="0" marR="0" lvl="0" indent="0" algn="ctr" defTabSz="914400" rtl="0" eaLnBrk="1" fontAlgn="auto" latinLnBrk="0" hangingPunct="1">
              <a:lnSpc>
                <a:spcPct val="100000"/>
              </a:lnSpc>
              <a:spcBef>
                <a:spcPts val="0"/>
              </a:spcBef>
              <a:spcAft>
                <a:spcPts val="0"/>
              </a:spcAft>
              <a:buClrTx/>
              <a:buSzTx/>
              <a:buFontTx/>
              <a:buNone/>
              <a:tabLst/>
              <a:defRPr/>
            </a:pPr>
            <a:fld id="{E1682566-0BE5-4691-A89E-B3D89F8502D1}" type="slidenum">
              <a:rPr kumimoji="1" lang="ja-JP" altLang="en-US" sz="900" b="0" i="0" u="none" strike="noStrike" kern="1200" cap="none" spc="0" normalizeH="0" baseline="0" noProof="0" smtClean="0">
                <a:ln>
                  <a:noFill/>
                </a:ln>
                <a:solidFill>
                  <a:schemeClr val="bg1"/>
                </a:solidFill>
                <a:effectLst/>
                <a:uLnTx/>
                <a:uFillTx/>
                <a:latin typeface="HGSｺﾞｼｯｸM" pitchFamily="50" charset="-128"/>
                <a:ea typeface="HGSｺﾞｼｯｸM" pitchFamily="50" charset="-128"/>
                <a:cs typeface="+mn-cs"/>
              </a:rPr>
              <a:pPr marL="0" marR="0" lvl="0" indent="0" algn="ctr" defTabSz="914400" rtl="0" eaLnBrk="1" fontAlgn="auto" latinLnBrk="0" hangingPunct="1">
                <a:lnSpc>
                  <a:spcPct val="100000"/>
                </a:lnSpc>
                <a:spcBef>
                  <a:spcPts val="0"/>
                </a:spcBef>
                <a:spcAft>
                  <a:spcPts val="0"/>
                </a:spcAft>
                <a:buClrTx/>
                <a:buSzTx/>
                <a:buFontTx/>
                <a:buNone/>
                <a:tabLst/>
                <a:defRPr/>
              </a:pPr>
              <a:t>‹#›</a:t>
            </a:fld>
            <a:endParaRPr kumimoji="1" lang="ja-JP" altLang="en-US" sz="900" b="0" i="0" u="none" strike="noStrike" kern="1200" cap="none" spc="0" normalizeH="0" baseline="0" noProof="0">
              <a:ln>
                <a:noFill/>
              </a:ln>
              <a:solidFill>
                <a:schemeClr val="bg1"/>
              </a:solidFill>
              <a:effectLst/>
              <a:uLnTx/>
              <a:uFillTx/>
              <a:latin typeface="HGSｺﾞｼｯｸM" pitchFamily="50" charset="-128"/>
              <a:ea typeface="HGSｺﾞｼｯｸM" pitchFamily="50" charset="-128"/>
              <a:cs typeface="+mn-cs"/>
            </a:endParaRPr>
          </a:p>
        </p:txBody>
      </p:sp>
      <p:sp>
        <p:nvSpPr>
          <p:cNvPr id="7" name="テキスト プレースホルダー 6">
            <a:extLst>
              <a:ext uri="{FF2B5EF4-FFF2-40B4-BE49-F238E27FC236}">
                <a16:creationId xmlns:a16="http://schemas.microsoft.com/office/drawing/2014/main" id="{84B55609-F8C4-4A71-A410-286691A67269}"/>
              </a:ext>
            </a:extLst>
          </p:cNvPr>
          <p:cNvSpPr>
            <a:spLocks noGrp="1"/>
          </p:cNvSpPr>
          <p:nvPr>
            <p:ph type="body" sz="quarter" idx="10" hasCustomPrompt="1"/>
          </p:nvPr>
        </p:nvSpPr>
        <p:spPr>
          <a:xfrm>
            <a:off x="200472" y="68627"/>
            <a:ext cx="3960812" cy="552062"/>
          </a:xfrm>
        </p:spPr>
        <p:txBody>
          <a:bodyPr>
            <a:normAutofit/>
          </a:bodyPr>
          <a:lstStyle>
            <a:lvl1pPr marL="0" indent="0">
              <a:buNone/>
              <a:defRPr sz="2800" b="1"/>
            </a:lvl1pPr>
          </a:lstStyle>
          <a:p>
            <a:pPr lvl="0"/>
            <a:r>
              <a:rPr kumimoji="1" lang="ja-JP" altLang="en-US" dirty="0"/>
              <a:t>タイトル</a:t>
            </a:r>
          </a:p>
        </p:txBody>
      </p:sp>
    </p:spTree>
    <p:extLst>
      <p:ext uri="{BB962C8B-B14F-4D97-AF65-F5344CB8AC3E}">
        <p14:creationId xmlns:p14="http://schemas.microsoft.com/office/powerpoint/2010/main" val="1906222487"/>
      </p:ext>
    </p:extLst>
  </p:cSld>
  <p:clrMapOvr>
    <a:masterClrMapping/>
  </p:clrMapOvr>
</p:sldLayout>
</file>

<file path=ppt/slideLayouts/slideLayout58.xml><?xml version="1.0" encoding="utf-8"?>
<p:sldLayout xmlns:a="http://schemas.openxmlformats.org/drawingml/2006/main" xmlns:r="http://schemas.openxmlformats.org/officeDocument/2006/relationships" xmlns:p="http://schemas.openxmlformats.org/presentationml/2006/main" type="obj">
  <p:cSld name="タイトルとコンテンツ">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kumimoji="1" lang="ja-JP" altLang="en-US"/>
              <a:t>マスタ タイトルの書式設定</a:t>
            </a:r>
          </a:p>
        </p:txBody>
      </p:sp>
      <p:sp>
        <p:nvSpPr>
          <p:cNvPr id="3" name="コンテンツ プレースホルダ 2"/>
          <p:cNvSpPr>
            <a:spLocks noGrp="1"/>
          </p:cNvSpPr>
          <p:nvPr>
            <p:ph idx="1"/>
          </p:nvPr>
        </p:nvSpPr>
        <p:spPr>
          <a:xfrm>
            <a:off x="495300" y="1600203"/>
            <a:ext cx="8915400" cy="4525963"/>
          </a:xfrm>
          <a:prstGeom prst="rect">
            <a:avLst/>
          </a:prstGeom>
        </p:spPr>
        <p:txBody>
          <a:bodyPr/>
          <a:lstStyle/>
          <a:p>
            <a:pPr lvl="0"/>
            <a:r>
              <a:rPr kumimoji="1" lang="ja-JP" altLang="en-US"/>
              <a:t>マスタ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 3"/>
          <p:cNvSpPr>
            <a:spLocks noGrp="1"/>
          </p:cNvSpPr>
          <p:nvPr>
            <p:ph type="dt" sz="half" idx="10"/>
          </p:nvPr>
        </p:nvSpPr>
        <p:spPr/>
        <p:txBody>
          <a:bodyPr/>
          <a:lstStyle/>
          <a:p>
            <a:fld id="{2E1EC131-7E93-4E21-A3A0-1A53928AA2CA}" type="datetime1">
              <a:rPr kumimoji="1" lang="ja-JP" altLang="en-US" smtClean="0"/>
              <a:t>2026/5/20</a:t>
            </a:fld>
            <a:endParaRPr kumimoji="1" lang="ja-JP" altLang="en-US" dirty="0"/>
          </a:p>
        </p:txBody>
      </p:sp>
      <p:sp>
        <p:nvSpPr>
          <p:cNvPr id="5" name="フッター プレースホルダ 4"/>
          <p:cNvSpPr>
            <a:spLocks noGrp="1"/>
          </p:cNvSpPr>
          <p:nvPr>
            <p:ph type="ftr" sz="quarter" idx="11"/>
          </p:nvPr>
        </p:nvSpPr>
        <p:spPr/>
        <p:txBody>
          <a:bodyPr/>
          <a:lstStyle/>
          <a:p>
            <a:endParaRPr kumimoji="1" lang="ja-JP" altLang="en-US" dirty="0"/>
          </a:p>
        </p:txBody>
      </p:sp>
      <p:sp>
        <p:nvSpPr>
          <p:cNvPr id="6" name="スライド番号プレースホルダ 5"/>
          <p:cNvSpPr>
            <a:spLocks noGrp="1"/>
          </p:cNvSpPr>
          <p:nvPr>
            <p:ph type="sldNum" sz="quarter" idx="12"/>
          </p:nvPr>
        </p:nvSpPr>
        <p:spPr>
          <a:xfrm>
            <a:off x="7538144" y="6491969"/>
            <a:ext cx="2311400" cy="365125"/>
          </a:xfrm>
        </p:spPr>
        <p:txBody>
          <a:bodyPr/>
          <a:lstStyle/>
          <a:p>
            <a:fld id="{619B85A0-BB21-4C42-9028-BB80073B34CD}" type="slidenum">
              <a:rPr kumimoji="1" lang="ja-JP" altLang="en-US" smtClean="0"/>
              <a:pPr/>
              <a:t>‹#›</a:t>
            </a:fld>
            <a:endParaRPr kumimoji="1" lang="ja-JP" altLang="en-US" dirty="0"/>
          </a:p>
        </p:txBody>
      </p:sp>
    </p:spTree>
    <p:extLst>
      <p:ext uri="{BB962C8B-B14F-4D97-AF65-F5344CB8AC3E}">
        <p14:creationId xmlns:p14="http://schemas.microsoft.com/office/powerpoint/2010/main" val="2771893906"/>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slideLayout" Target="../slideLayouts/slideLayout15.xml"/><Relationship Id="rId16" Type="http://schemas.openxmlformats.org/officeDocument/2006/relationships/slideLayout" Target="../slideLayouts/slideLayout16.xml"/><Relationship Id="rId17" Type="http://schemas.openxmlformats.org/officeDocument/2006/relationships/slideLayout" Target="../slideLayouts/slideLayout17.xml"/><Relationship Id="rId18" Type="http://schemas.openxmlformats.org/officeDocument/2006/relationships/slideLayout" Target="../slideLayouts/slideLayout18.xml"/><Relationship Id="rId19" Type="http://schemas.openxmlformats.org/officeDocument/2006/relationships/slideLayout" Target="../slideLayouts/slideLayout19.xml"/><Relationship Id="rId20" Type="http://schemas.openxmlformats.org/officeDocument/2006/relationships/slideLayout" Target="../slideLayouts/slideLayout20.xml"/><Relationship Id="rId21" Type="http://schemas.openxmlformats.org/officeDocument/2006/relationships/slideLayout" Target="../slideLayouts/slideLayout21.xml"/><Relationship Id="rId22" Type="http://schemas.openxmlformats.org/officeDocument/2006/relationships/slideLayout" Target="../slideLayouts/slideLayout22.xml"/><Relationship Id="rId23" Type="http://schemas.openxmlformats.org/officeDocument/2006/relationships/slideLayout" Target="../slideLayouts/slideLayout23.xml"/><Relationship Id="rId24" Type="http://schemas.openxmlformats.org/officeDocument/2006/relationships/slideLayout" Target="../slideLayouts/slideLayout24.xml"/><Relationship Id="rId25" Type="http://schemas.openxmlformats.org/officeDocument/2006/relationships/slideLayout" Target="../slideLayouts/slideLayout25.xml"/><Relationship Id="rId26" Type="http://schemas.openxmlformats.org/officeDocument/2006/relationships/slideLayout" Target="../slideLayouts/slideLayout26.xml"/><Relationship Id="rId27" Type="http://schemas.openxmlformats.org/officeDocument/2006/relationships/slideLayout" Target="../slideLayouts/slideLayout27.xml"/><Relationship Id="rId28" Type="http://schemas.openxmlformats.org/officeDocument/2006/relationships/slideLayout" Target="../slideLayouts/slideLayout28.xml"/><Relationship Id="rId29" Type="http://schemas.openxmlformats.org/officeDocument/2006/relationships/slideLayout" Target="../slideLayouts/slideLayout29.xml"/><Relationship Id="rId30" Type="http://schemas.openxmlformats.org/officeDocument/2006/relationships/slideLayout" Target="../slideLayouts/slideLayout30.xml"/><Relationship Id="rId31" Type="http://schemas.openxmlformats.org/officeDocument/2006/relationships/slideLayout" Target="../slideLayouts/slideLayout31.xml"/><Relationship Id="rId32" Type="http://schemas.openxmlformats.org/officeDocument/2006/relationships/slideLayout" Target="../slideLayouts/slideLayout32.xml"/><Relationship Id="rId33" Type="http://schemas.openxmlformats.org/officeDocument/2006/relationships/slideLayout" Target="../slideLayouts/slideLayout33.xml"/><Relationship Id="rId34" Type="http://schemas.openxmlformats.org/officeDocument/2006/relationships/slideLayout" Target="../slideLayouts/slideLayout34.xml"/><Relationship Id="rId35" Type="http://schemas.openxmlformats.org/officeDocument/2006/relationships/slideLayout" Target="../slideLayouts/slideLayout35.xml"/><Relationship Id="rId36" Type="http://schemas.openxmlformats.org/officeDocument/2006/relationships/slideLayout" Target="../slideLayouts/slideLayout36.xml"/><Relationship Id="rId37" Type="http://schemas.openxmlformats.org/officeDocument/2006/relationships/slideLayout" Target="../slideLayouts/slideLayout37.xml"/><Relationship Id="rId38" Type="http://schemas.openxmlformats.org/officeDocument/2006/relationships/slideLayout" Target="../slideLayouts/slideLayout38.xml"/><Relationship Id="rId39" Type="http://schemas.openxmlformats.org/officeDocument/2006/relationships/slideLayout" Target="../slideLayouts/slideLayout39.xml"/><Relationship Id="rId40" Type="http://schemas.openxmlformats.org/officeDocument/2006/relationships/slideLayout" Target="../slideLayouts/slideLayout40.xml"/><Relationship Id="rId41" Type="http://schemas.openxmlformats.org/officeDocument/2006/relationships/slideLayout" Target="../slideLayouts/slideLayout41.xml"/><Relationship Id="rId42" Type="http://schemas.openxmlformats.org/officeDocument/2006/relationships/slideLayout" Target="../slideLayouts/slideLayout42.xml"/><Relationship Id="rId43" Type="http://schemas.openxmlformats.org/officeDocument/2006/relationships/slideLayout" Target="../slideLayouts/slideLayout43.xml"/><Relationship Id="rId44" Type="http://schemas.openxmlformats.org/officeDocument/2006/relationships/slideLayout" Target="../slideLayouts/slideLayout44.xml"/><Relationship Id="rId45" Type="http://schemas.openxmlformats.org/officeDocument/2006/relationships/slideLayout" Target="../slideLayouts/slideLayout45.xml"/><Relationship Id="rId46" Type="http://schemas.openxmlformats.org/officeDocument/2006/relationships/slideLayout" Target="../slideLayouts/slideLayout46.xml"/><Relationship Id="rId47" Type="http://schemas.openxmlformats.org/officeDocument/2006/relationships/slideLayout" Target="../slideLayouts/slideLayout47.xml"/><Relationship Id="rId48" Type="http://schemas.openxmlformats.org/officeDocument/2006/relationships/slideLayout" Target="../slideLayouts/slideLayout48.xml"/><Relationship Id="rId49" Type="http://schemas.openxmlformats.org/officeDocument/2006/relationships/slideLayout" Target="../slideLayouts/slideLayout49.xml"/><Relationship Id="rId50" Type="http://schemas.openxmlformats.org/officeDocument/2006/relationships/slideLayout" Target="../slideLayouts/slideLayout50.xml"/><Relationship Id="rId51" Type="http://schemas.openxmlformats.org/officeDocument/2006/relationships/slideLayout" Target="../slideLayouts/slideLayout51.xml"/><Relationship Id="rId52" Type="http://schemas.openxmlformats.org/officeDocument/2006/relationships/slideLayout" Target="../slideLayouts/slideLayout52.xml"/><Relationship Id="rId53" Type="http://schemas.openxmlformats.org/officeDocument/2006/relationships/slideLayout" Target="../slideLayouts/slideLayout53.xml"/><Relationship Id="rId54" Type="http://schemas.openxmlformats.org/officeDocument/2006/relationships/theme" Target="../theme/theme1.xml"/></Relationships>
</file>

<file path=ppt/slideMasters/_rels/slideMaster2.xml.rels><?xml version='1.0' encoding='UTF-8' standalone='yes'?>
<Relationships xmlns="http://schemas.openxmlformats.org/package/2006/relationships"><Relationship Id="rId1" Type="http://schemas.openxmlformats.org/officeDocument/2006/relationships/slideLayout" Target="../slideLayouts/slideLayout54.xml"/><Relationship Id="rId2" Type="http://schemas.openxmlformats.org/officeDocument/2006/relationships/slideLayout" Target="../slideLayouts/slideLayout55.xml"/><Relationship Id="rId3" Type="http://schemas.openxmlformats.org/officeDocument/2006/relationships/slideLayout" Target="../slideLayouts/slideLayout56.xml"/><Relationship Id="rId4" Type="http://schemas.openxmlformats.org/officeDocument/2006/relationships/slideLayout" Target="../slideLayouts/slideLayout57.xml"/><Relationship Id="rId5" Type="http://schemas.openxmlformats.org/officeDocument/2006/relationships/slideLayout" Target="../slideLayouts/slideLayout58.xml"/><Relationship Id="rId6" Type="http://schemas.openxmlformats.org/officeDocument/2006/relationships/theme" Target="../theme/theme2.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11" name="正方形/長方形 10"/>
          <p:cNvSpPr/>
          <p:nvPr/>
        </p:nvSpPr>
        <p:spPr>
          <a:xfrm>
            <a:off x="0" y="6642000"/>
            <a:ext cx="9906000" cy="216000"/>
          </a:xfrm>
          <a:prstGeom prst="rect">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4" name="日付プレースホルダ 3"/>
          <p:cNvSpPr>
            <a:spLocks noGrp="1"/>
          </p:cNvSpPr>
          <p:nvPr>
            <p:ph type="dt" sz="half" idx="2"/>
          </p:nvPr>
        </p:nvSpPr>
        <p:spPr>
          <a:xfrm>
            <a:off x="495300" y="6356351"/>
            <a:ext cx="23114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F552DF90-A6ED-4A10-B24A-8E192E896765}" type="datetime1">
              <a:rPr kumimoji="1" lang="ja-JP" altLang="en-US" smtClean="0"/>
              <a:pPr/>
              <a:t>2026/5/20</a:t>
            </a:fld>
            <a:endParaRPr kumimoji="1" lang="ja-JP" altLang="en-US"/>
          </a:p>
        </p:txBody>
      </p:sp>
      <p:sp>
        <p:nvSpPr>
          <p:cNvPr id="5" name="フッター プレースホルダ 4"/>
          <p:cNvSpPr>
            <a:spLocks noGrp="1"/>
          </p:cNvSpPr>
          <p:nvPr>
            <p:ph type="ftr" sz="quarter" idx="3"/>
          </p:nvPr>
        </p:nvSpPr>
        <p:spPr>
          <a:xfrm>
            <a:off x="3384550" y="6356351"/>
            <a:ext cx="31369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kumimoji="1" lang="ja-JP" altLang="en-US"/>
          </a:p>
        </p:txBody>
      </p:sp>
      <p:sp>
        <p:nvSpPr>
          <p:cNvPr id="6" name="スライド番号プレースホルダ 5"/>
          <p:cNvSpPr>
            <a:spLocks noGrp="1"/>
          </p:cNvSpPr>
          <p:nvPr>
            <p:ph type="sldNum" sz="quarter" idx="4"/>
          </p:nvPr>
        </p:nvSpPr>
        <p:spPr>
          <a:xfrm>
            <a:off x="7594600" y="6567437"/>
            <a:ext cx="2311400" cy="365125"/>
          </a:xfrm>
          <a:prstGeom prst="rect">
            <a:avLst/>
          </a:prstGeom>
        </p:spPr>
        <p:txBody>
          <a:bodyPr vert="horz" lIns="91440" tIns="45720" rIns="91440" bIns="45720" rtlCol="0" anchor="ctr"/>
          <a:lstStyle>
            <a:lvl1pPr algn="r">
              <a:defRPr sz="1200">
                <a:solidFill>
                  <a:schemeClr val="bg1"/>
                </a:solidFill>
              </a:defRPr>
            </a:lvl1pPr>
          </a:lstStyle>
          <a:p>
            <a:fld id="{723687FF-647B-4F7E-A20E-637EB01FA9DF}" type="slidenum">
              <a:rPr lang="ja-JP" altLang="en-US" smtClean="0"/>
              <a:pPr/>
              <a:t>‹#›</a:t>
            </a:fld>
            <a:endParaRPr lang="ja-JP" altLang="en-US" dirty="0"/>
          </a:p>
        </p:txBody>
      </p:sp>
      <p:sp>
        <p:nvSpPr>
          <p:cNvPr id="7" name="正方形/長方形 6"/>
          <p:cNvSpPr/>
          <p:nvPr userDrawn="1"/>
        </p:nvSpPr>
        <p:spPr>
          <a:xfrm>
            <a:off x="0" y="0"/>
            <a:ext cx="9906000" cy="548680"/>
          </a:xfrm>
          <a:prstGeom prst="rect">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9" name="テキスト ボックス 8"/>
          <p:cNvSpPr txBox="1"/>
          <p:nvPr userDrawn="1"/>
        </p:nvSpPr>
        <p:spPr>
          <a:xfrm>
            <a:off x="0" y="271681"/>
            <a:ext cx="3384550" cy="276999"/>
          </a:xfrm>
          <a:prstGeom prst="rect">
            <a:avLst/>
          </a:prstGeom>
          <a:noFill/>
        </p:spPr>
        <p:txBody>
          <a:bodyPr wrap="square" rtlCol="0">
            <a:spAutoFit/>
          </a:bodyPr>
          <a:lstStyle/>
          <a:p>
            <a:pPr algn="l"/>
            <a:r>
              <a:rPr kumimoji="1" lang="en-US" altLang="ja-JP" sz="1200" b="0">
                <a:solidFill>
                  <a:schemeClr val="bg1"/>
                </a:solidFill>
                <a:latin typeface="HGP創英角ｺﾞｼｯｸUB" panose="020B0900000000000000" pitchFamily="50" charset="-128"/>
                <a:ea typeface="HGP創英角ｺﾞｼｯｸUB" panose="020B0900000000000000" pitchFamily="50" charset="-128"/>
              </a:rPr>
              <a:t>株式会社山岸様　住宅用太陽光・蓄電池研修</a:t>
            </a:r>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 id="2147483661" r:id="rId13"/>
    <p:sldLayoutId id="2147483662" r:id="rId14"/>
    <p:sldLayoutId id="2147483663" r:id="rId15"/>
    <p:sldLayoutId id="2147483664" r:id="rId16"/>
    <p:sldLayoutId id="2147483665" r:id="rId17"/>
    <p:sldLayoutId id="2147483666" r:id="rId18"/>
    <p:sldLayoutId id="2147483667" r:id="rId19"/>
    <p:sldLayoutId id="2147483668" r:id="rId20"/>
    <p:sldLayoutId id="2147483669" r:id="rId21"/>
    <p:sldLayoutId id="2147483670" r:id="rId22"/>
    <p:sldLayoutId id="2147483671" r:id="rId23"/>
    <p:sldLayoutId id="2147483672" r:id="rId24"/>
    <p:sldLayoutId id="2147483673" r:id="rId25"/>
    <p:sldLayoutId id="2147483674" r:id="rId26"/>
    <p:sldLayoutId id="2147483675" r:id="rId27"/>
    <p:sldLayoutId id="2147483676" r:id="rId28"/>
    <p:sldLayoutId id="2147483677" r:id="rId29"/>
    <p:sldLayoutId id="2147483678" r:id="rId30"/>
    <p:sldLayoutId id="2147483679" r:id="rId31"/>
    <p:sldLayoutId id="2147483680" r:id="rId32"/>
    <p:sldLayoutId id="2147483681" r:id="rId33"/>
    <p:sldLayoutId id="2147483682" r:id="rId34"/>
    <p:sldLayoutId id="2147483683" r:id="rId35"/>
    <p:sldLayoutId id="2147483684" r:id="rId36"/>
    <p:sldLayoutId id="2147483685" r:id="rId37"/>
    <p:sldLayoutId id="2147483686" r:id="rId38"/>
    <p:sldLayoutId id="2147483687" r:id="rId39"/>
    <p:sldLayoutId id="2147483688" r:id="rId40"/>
    <p:sldLayoutId id="2147483689" r:id="rId41"/>
    <p:sldLayoutId id="2147483690" r:id="rId42"/>
    <p:sldLayoutId id="2147483691" r:id="rId43"/>
    <p:sldLayoutId id="2147483692" r:id="rId44"/>
    <p:sldLayoutId id="2147483693" r:id="rId45"/>
    <p:sldLayoutId id="2147483694" r:id="rId46"/>
    <p:sldLayoutId id="2147483695" r:id="rId47"/>
    <p:sldLayoutId id="2147483696" r:id="rId48"/>
    <p:sldLayoutId id="2147483697" r:id="rId49"/>
    <p:sldLayoutId id="2147483698" r:id="rId50"/>
    <p:sldLayoutId id="2147483699" r:id="rId51"/>
    <p:sldLayoutId id="2147483700" r:id="rId52"/>
    <p:sldLayoutId id="2147483701" r:id="rId53"/>
  </p:sldLayoutIdLst>
  <p:hf hdr="0" ftr="0" dt="0"/>
  <p:txStyles>
    <p:titleStyle>
      <a:lvl1pPr algn="ctr" defTabSz="914400" rtl="0" eaLnBrk="1" latinLnBrk="0" hangingPunct="1">
        <a:spcBef>
          <a:spcPct val="0"/>
        </a:spcBef>
        <a:buNone/>
        <a:defRPr kumimoji="1"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kumimoji="1"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kumimoji="1"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kumimoji="1"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kumimoji="1"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kumimoji="1"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kumimoji="1"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kumimoji="1"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kumimoji="1"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kumimoji="1" sz="2000" kern="1200">
          <a:solidFill>
            <a:schemeClr val="tx1"/>
          </a:solidFill>
          <a:latin typeface="+mn-lt"/>
          <a:ea typeface="+mn-ea"/>
          <a:cs typeface="+mn-cs"/>
        </a:defRPr>
      </a:lvl9pPr>
    </p:bodyStyle>
    <p:other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タイトル プレースホルダ 1"/>
          <p:cNvSpPr>
            <a:spLocks noGrp="1"/>
          </p:cNvSpPr>
          <p:nvPr>
            <p:ph type="title"/>
          </p:nvPr>
        </p:nvSpPr>
        <p:spPr>
          <a:xfrm>
            <a:off x="495300" y="274638"/>
            <a:ext cx="8915400" cy="1143000"/>
          </a:xfrm>
          <a:prstGeom prst="rect">
            <a:avLst/>
          </a:prstGeom>
        </p:spPr>
        <p:txBody>
          <a:bodyPr vert="horz" lIns="91440" tIns="45720" rIns="91440" bIns="45720" rtlCol="0" anchor="ctr">
            <a:normAutofit/>
          </a:bodyPr>
          <a:lstStyle/>
          <a:p>
            <a:r>
              <a:rPr kumimoji="1" lang="ja-JP" altLang="en-US"/>
              <a:t>マスタ タイトルの書式設定</a:t>
            </a:r>
          </a:p>
        </p:txBody>
      </p:sp>
      <p:sp>
        <p:nvSpPr>
          <p:cNvPr id="3" name="テキスト プレースホルダ 2"/>
          <p:cNvSpPr>
            <a:spLocks noGrp="1"/>
          </p:cNvSpPr>
          <p:nvPr>
            <p:ph type="body" idx="1"/>
          </p:nvPr>
        </p:nvSpPr>
        <p:spPr>
          <a:xfrm>
            <a:off x="495300" y="1600201"/>
            <a:ext cx="8915400" cy="4525963"/>
          </a:xfrm>
          <a:prstGeom prst="rect">
            <a:avLst/>
          </a:prstGeom>
        </p:spPr>
        <p:txBody>
          <a:bodyPr vert="horz" lIns="91440" tIns="45720" rIns="91440" bIns="45720" rtlCol="0">
            <a:normAutofit/>
          </a:bodyPr>
          <a:lstStyle/>
          <a:p>
            <a:pPr lvl="0"/>
            <a:r>
              <a:rPr kumimoji="1" lang="ja-JP" altLang="en-US"/>
              <a:t>マスタ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 3"/>
          <p:cNvSpPr>
            <a:spLocks noGrp="1"/>
          </p:cNvSpPr>
          <p:nvPr>
            <p:ph type="dt" sz="half" idx="2"/>
          </p:nvPr>
        </p:nvSpPr>
        <p:spPr>
          <a:xfrm>
            <a:off x="495300" y="6356351"/>
            <a:ext cx="23114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ED59477-32A0-4799-AD80-C098563D5CC0}" type="datetime1">
              <a:rPr kumimoji="1" lang="ja-JP" altLang="en-US" smtClean="0"/>
              <a:pPr/>
              <a:t>2026/5/20</a:t>
            </a:fld>
            <a:endParaRPr kumimoji="1" lang="ja-JP" altLang="en-US"/>
          </a:p>
        </p:txBody>
      </p:sp>
      <p:sp>
        <p:nvSpPr>
          <p:cNvPr id="5" name="フッター プレースホルダ 4"/>
          <p:cNvSpPr>
            <a:spLocks noGrp="1"/>
          </p:cNvSpPr>
          <p:nvPr>
            <p:ph type="ftr" sz="quarter" idx="3"/>
          </p:nvPr>
        </p:nvSpPr>
        <p:spPr>
          <a:xfrm>
            <a:off x="3384550" y="6356351"/>
            <a:ext cx="31369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kumimoji="1" lang="ja-JP" altLang="en-US"/>
          </a:p>
        </p:txBody>
      </p:sp>
      <p:sp>
        <p:nvSpPr>
          <p:cNvPr id="8" name="Text Box 16"/>
          <p:cNvSpPr txBox="1">
            <a:spLocks noChangeArrowheads="1"/>
          </p:cNvSpPr>
          <p:nvPr userDrawn="1"/>
        </p:nvSpPr>
        <p:spPr bwMode="auto">
          <a:xfrm>
            <a:off x="6048044" y="6677175"/>
            <a:ext cx="3934883" cy="230832"/>
          </a:xfrm>
          <a:prstGeom prst="rect">
            <a:avLst/>
          </a:prstGeom>
          <a:noFill/>
          <a:ln w="9525">
            <a:noFill/>
            <a:miter lim="800000"/>
            <a:headEnd/>
            <a:tailEnd/>
          </a:ln>
          <a:effectLst/>
        </p:spPr>
        <p:txBody>
          <a:bodyPr>
            <a:spAutoFit/>
          </a:bodyPr>
          <a:lstStyle/>
          <a:p>
            <a:pPr algn="r">
              <a:spcBef>
                <a:spcPct val="50000"/>
              </a:spcBef>
              <a:defRPr/>
            </a:pPr>
            <a:r>
              <a:rPr lang="en-US" altLang="ja-JP" sz="900" dirty="0">
                <a:ea typeface="ＭＳ Ｐゴシック" pitchFamily="50" charset="-128"/>
              </a:rPr>
              <a:t>Copyright</a:t>
            </a:r>
            <a:r>
              <a:rPr lang="ja-JP" altLang="en-US" sz="900" dirty="0">
                <a:ea typeface="ＭＳ Ｐゴシック" pitchFamily="50" charset="-128"/>
              </a:rPr>
              <a:t>　</a:t>
            </a:r>
            <a:r>
              <a:rPr lang="en-US" altLang="ja-JP" sz="900" dirty="0" err="1">
                <a:ea typeface="ＭＳ Ｐゴシック" pitchFamily="50" charset="-128"/>
              </a:rPr>
              <a:t>Funai</a:t>
            </a:r>
            <a:r>
              <a:rPr lang="en-US" altLang="ja-JP" sz="900" dirty="0">
                <a:ea typeface="ＭＳ Ｐゴシック" pitchFamily="50" charset="-128"/>
              </a:rPr>
              <a:t> Consulting Co.ltd</a:t>
            </a:r>
            <a:r>
              <a:rPr lang="ja-JP" altLang="en-US" sz="900" dirty="0">
                <a:ea typeface="ＭＳ Ｐゴシック" pitchFamily="50" charset="-128"/>
              </a:rPr>
              <a:t>　　禁転載・禁複写</a:t>
            </a:r>
          </a:p>
        </p:txBody>
      </p:sp>
      <p:sp>
        <p:nvSpPr>
          <p:cNvPr id="11" name="スライド番号プレースホルダ 5"/>
          <p:cNvSpPr txBox="1">
            <a:spLocks/>
          </p:cNvSpPr>
          <p:nvPr userDrawn="1"/>
        </p:nvSpPr>
        <p:spPr>
          <a:xfrm>
            <a:off x="3797300" y="6602900"/>
            <a:ext cx="2311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pPr marL="0" marR="0" lvl="0" indent="0" algn="ctr" defTabSz="914400" rtl="0" eaLnBrk="1" fontAlgn="auto" latinLnBrk="0" hangingPunct="1">
              <a:lnSpc>
                <a:spcPct val="100000"/>
              </a:lnSpc>
              <a:spcBef>
                <a:spcPts val="0"/>
              </a:spcBef>
              <a:spcAft>
                <a:spcPts val="0"/>
              </a:spcAft>
              <a:buClrTx/>
              <a:buSzTx/>
              <a:buFontTx/>
              <a:buNone/>
              <a:tabLst/>
              <a:defRPr/>
            </a:pPr>
            <a:fld id="{2451D2E0-CC30-4DAC-88BB-E6AB37505372}" type="slidenum">
              <a:rPr kumimoji="1" lang="ja-JP" altLang="en-US" sz="900" b="0" i="0" u="none" strike="noStrike" kern="1200" cap="none" spc="0" normalizeH="0" baseline="0" noProof="0" smtClean="0">
                <a:ln>
                  <a:noFill/>
                </a:ln>
                <a:solidFill>
                  <a:schemeClr val="tx1">
                    <a:tint val="75000"/>
                  </a:schemeClr>
                </a:solidFill>
                <a:effectLst/>
                <a:uLnTx/>
                <a:uFillTx/>
                <a:latin typeface="メイリオ" pitchFamily="50" charset="-128"/>
                <a:ea typeface="メイリオ" pitchFamily="50" charset="-128"/>
                <a:cs typeface="メイリオ" pitchFamily="50" charset="-128"/>
              </a:rPr>
              <a:pPr marL="0" marR="0" lvl="0" indent="0" algn="ctr" defTabSz="914400" rtl="0" eaLnBrk="1" fontAlgn="auto" latinLnBrk="0" hangingPunct="1">
                <a:lnSpc>
                  <a:spcPct val="100000"/>
                </a:lnSpc>
                <a:spcBef>
                  <a:spcPts val="0"/>
                </a:spcBef>
                <a:spcAft>
                  <a:spcPts val="0"/>
                </a:spcAft>
                <a:buClrTx/>
                <a:buSzTx/>
                <a:buFontTx/>
                <a:buNone/>
                <a:tabLst/>
                <a:defRPr/>
              </a:pPr>
              <a:t>‹#›</a:t>
            </a:fld>
            <a:endParaRPr kumimoji="1" lang="ja-JP" altLang="en-US" sz="900" b="0" i="0" u="none" strike="noStrike" kern="1200" cap="none" spc="0" normalizeH="0" baseline="0" noProof="0" dirty="0">
              <a:ln>
                <a:noFill/>
              </a:ln>
              <a:solidFill>
                <a:schemeClr val="tx1">
                  <a:tint val="75000"/>
                </a:schemeClr>
              </a:solidFill>
              <a:effectLst/>
              <a:uLnTx/>
              <a:uFillTx/>
              <a:latin typeface="メイリオ" pitchFamily="50" charset="-128"/>
              <a:ea typeface="メイリオ" pitchFamily="50" charset="-128"/>
              <a:cs typeface="メイリオ" pitchFamily="50" charset="-128"/>
            </a:endParaRPr>
          </a:p>
        </p:txBody>
      </p:sp>
    </p:spTree>
    <p:extLst>
      <p:ext uri="{BB962C8B-B14F-4D97-AF65-F5344CB8AC3E}">
        <p14:creationId xmlns:p14="http://schemas.microsoft.com/office/powerpoint/2010/main" val="2276823475"/>
      </p:ext>
    </p:extLst>
  </p:cSld>
  <p:clrMap bg1="lt1" tx1="dk1" bg2="lt2" tx2="dk2" accent1="accent1" accent2="accent2" accent3="accent3" accent4="accent4" accent5="accent5" accent6="accent6" hlink="hlink" folHlink="folHlink"/>
  <p:sldLayoutIdLst>
    <p:sldLayoutId id="2147483703" r:id="rId1"/>
    <p:sldLayoutId id="2147483704" r:id="rId2"/>
    <p:sldLayoutId id="2147483705" r:id="rId3"/>
    <p:sldLayoutId id="2147483706" r:id="rId4"/>
    <p:sldLayoutId id="2147483707" r:id="rId5"/>
  </p:sldLayoutIdLst>
  <p:hf hdr="0" ftr="0" dt="0"/>
  <p:txStyles>
    <p:titleStyle>
      <a:lvl1pPr algn="ctr" defTabSz="914400" rtl="0" eaLnBrk="1" latinLnBrk="0" hangingPunct="1">
        <a:spcBef>
          <a:spcPct val="0"/>
        </a:spcBef>
        <a:buNone/>
        <a:defRPr kumimoji="1"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kumimoji="1"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kumimoji="1"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kumimoji="1"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kumimoji="1"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kumimoji="1"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kumimoji="1"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kumimoji="1"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kumimoji="1"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kumimoji="1" sz="2000" kern="1200">
          <a:solidFill>
            <a:schemeClr val="tx1"/>
          </a:solidFill>
          <a:latin typeface="+mn-lt"/>
          <a:ea typeface="+mn-ea"/>
          <a:cs typeface="+mn-cs"/>
        </a:defRPr>
      </a:lvl9pPr>
    </p:bodyStyle>
    <p:other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3.jpg"/><Relationship Id="rId4" Type="http://schemas.openxmlformats.org/officeDocument/2006/relationships/image" Target="../media/image4.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jp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jp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jp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jp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jp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900.xml.rels><?xml version='1.0' encoding='UTF-8' standalone='yes'?>
<Relationships xmlns="http://schemas.openxmlformats.org/package/2006/relationships"><Relationship Id="rId1" Type="http://schemas.openxmlformats.org/officeDocument/2006/relationships/slideLayout" Target="../slideLayouts/slideLayout58.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図 2">
            <a:extLst>
              <a:ext uri="{FF2B5EF4-FFF2-40B4-BE49-F238E27FC236}">
                <a16:creationId xmlns:a16="http://schemas.microsoft.com/office/drawing/2014/main" id="{94C9A310-3AB5-49FE-B1F9-2C427DCC1826}"/>
              </a:ext>
            </a:extLst>
          </p:cNvPr>
          <p:cNvPicPr>
            <a:picLocks noChangeAspect="1"/>
          </p:cNvPicPr>
          <p:nvPr/>
        </p:nvPicPr>
        <p:blipFill rotWithShape="1">
          <a:blip r:embed="rId3">
            <a:extLst>
              <a:ext uri="{28A0092B-C50C-407E-A947-70E740481C1C}">
                <a14:useLocalDpi xmlns:a14="http://schemas.microsoft.com/office/drawing/2010/main" val="0"/>
              </a:ext>
            </a:extLst>
          </a:blip>
          <a:srcRect l="3516" t="1834" r="3141" b="3667"/>
          <a:stretch/>
        </p:blipFill>
        <p:spPr>
          <a:xfrm>
            <a:off x="-15552" y="-27384"/>
            <a:ext cx="9921552" cy="6888954"/>
          </a:xfrm>
          <a:prstGeom prst="rect">
            <a:avLst/>
          </a:prstGeom>
        </p:spPr>
      </p:pic>
      <p:sp>
        <p:nvSpPr>
          <p:cNvPr id="5" name="正方形/長方形 4">
            <a:extLst>
              <a:ext uri="{FF2B5EF4-FFF2-40B4-BE49-F238E27FC236}">
                <a16:creationId xmlns:a16="http://schemas.microsoft.com/office/drawing/2014/main" id="{A50DF95E-7A9A-442E-9966-946D2B476491}"/>
              </a:ext>
            </a:extLst>
          </p:cNvPr>
          <p:cNvSpPr/>
          <p:nvPr/>
        </p:nvSpPr>
        <p:spPr>
          <a:xfrm>
            <a:off x="0" y="0"/>
            <a:ext cx="9906000" cy="6858000"/>
          </a:xfrm>
          <a:prstGeom prst="rect">
            <a:avLst/>
          </a:prstGeom>
          <a:solidFill>
            <a:srgbClr val="C0504D">
              <a:alpha val="8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6" name="テキスト ボックス 5">
            <a:extLst>
              <a:ext uri="{FF2B5EF4-FFF2-40B4-BE49-F238E27FC236}">
                <a16:creationId xmlns:a16="http://schemas.microsoft.com/office/drawing/2014/main" id="{2CD832A5-E759-420F-B835-DF29A241CBFB}"/>
              </a:ext>
            </a:extLst>
          </p:cNvPr>
          <p:cNvSpPr txBox="1"/>
          <p:nvPr/>
        </p:nvSpPr>
        <p:spPr>
          <a:xfrm>
            <a:off x="288032" y="1988840"/>
            <a:ext cx="9619052" cy="2923877"/>
          </a:xfrm>
          <a:prstGeom prst="rect">
            <a:avLst/>
          </a:prstGeom>
          <a:noFill/>
        </p:spPr>
        <p:txBody>
          <a:bodyPr wrap="square" lIns="0" rIns="0" rtlCol="0">
            <a:spAutoFit/>
          </a:bodyPr>
          <a:lstStyle/>
          <a:p>
            <a:pPr algn="l">
              <a:spcAft>
                <a:spcPts val="1000"/>
              </a:spcAft>
            </a:pPr>
            <a:r>
              <a:rPr sz="2600" b="1">
                <a:solidFill>
                  <a:srgbClr val="FFFFFF"/>
                </a:solidFill>
                <a:latin typeface="BIZ UDPゴシック"/>
                <a:ea typeface="BIZ UDPゴシック"/>
              </a:rPr>
              <a:t>株式会社山岸　御中</a:t>
            </a:r>
            <a:endParaRPr lang="en-US" altLang="ja-JP" sz="7200" b="1" dirty="0">
              <a:solidFill>
                <a:schemeClr val="bg1"/>
              </a:solidFill>
              <a:effectLst>
                <a:outerShdw blurRad="38100" dist="38100" dir="2700000" algn="tl">
                  <a:srgbClr val="000000">
                    <a:alpha val="43137"/>
                  </a:srgbClr>
                </a:outerShdw>
              </a:effectLst>
              <a:latin typeface="BIZ UDPゴシック" panose="020B0400000000000000" pitchFamily="50" charset="-128"/>
              <a:ea typeface="BIZ UDPゴシック" panose="020B0400000000000000" pitchFamily="50" charset="-128"/>
            </a:endParaRPr>
          </a:p>
          <a:p>
            <a:pPr algn="l">
              <a:spcAft>
                <a:spcPts val="800"/>
              </a:spcAft>
            </a:pPr>
            <a:r>
              <a:rPr sz="4800" b="1">
                <a:solidFill>
                  <a:srgbClr val="FFFFFF"/>
                </a:solidFill>
                <a:latin typeface="BIZ UDPゴシック"/>
                <a:ea typeface="BIZ UDPゴシック"/>
              </a:rPr>
              <a:t>必要性訴求パート</a:t>
            </a:r>
          </a:p>
          <a:p>
            <a:pPr algn="l">
              <a:spcAft>
                <a:spcPts val="1000"/>
              </a:spcAft>
            </a:pPr>
            <a:r>
              <a:rPr sz="3200" b="1">
                <a:solidFill>
                  <a:srgbClr val="FFFFFF"/>
                </a:solidFill>
                <a:latin typeface="BIZ UDPゴシック"/>
                <a:ea typeface="BIZ UDPゴシック"/>
              </a:rPr>
              <a:t>アプローチブックの伝え方</a:t>
            </a:r>
          </a:p>
          <a:p>
            <a:pPr algn="l">
              <a:spcAft>
                <a:spcPts val="500"/>
              </a:spcAft>
            </a:pPr>
            <a:r>
              <a:rPr sz="2200" b="1">
                <a:solidFill>
                  <a:srgbClr val="FFFFFF"/>
                </a:solidFill>
                <a:latin typeface="BIZ UDPゴシック"/>
                <a:ea typeface="BIZ UDPゴシック"/>
              </a:rPr>
              <a:t>〜太陽光＋蓄電池セット販売〜</a:t>
            </a:r>
          </a:p>
        </p:txBody>
      </p:sp>
      <p:sp>
        <p:nvSpPr>
          <p:cNvPr id="7" name="テキスト ボックス 6">
            <a:extLst>
              <a:ext uri="{FF2B5EF4-FFF2-40B4-BE49-F238E27FC236}">
                <a16:creationId xmlns:a16="http://schemas.microsoft.com/office/drawing/2014/main" id="{D71E207B-1CE8-4FD8-B86D-32251E1C4C12}"/>
              </a:ext>
            </a:extLst>
          </p:cNvPr>
          <p:cNvSpPr txBox="1"/>
          <p:nvPr/>
        </p:nvSpPr>
        <p:spPr>
          <a:xfrm>
            <a:off x="4664968" y="4471938"/>
            <a:ext cx="5112568" cy="369332"/>
          </a:xfrm>
          <a:prstGeom prst="rect">
            <a:avLst/>
          </a:prstGeom>
          <a:noFill/>
        </p:spPr>
        <p:txBody>
          <a:bodyPr wrap="square" rtlCol="0">
            <a:spAutoFit/>
          </a:bodyPr>
          <a:lstStyle/>
          <a:p>
            <a:pPr algn="r">
              <a:spcAft>
                <a:spcPts val="500"/>
              </a:spcAft>
            </a:pPr>
            <a:r>
              <a:rPr sz="1400" b="0">
                <a:solidFill>
                  <a:srgbClr val="FFFFFF"/>
                </a:solidFill>
                <a:latin typeface="BIZ UDPゴシック"/>
                <a:ea typeface="BIZ UDPゴシック"/>
              </a:rPr>
              <a:t>2026年度　所要60分　株式会社船井総合研究所</a:t>
            </a:r>
          </a:p>
        </p:txBody>
      </p:sp>
      <p:pic>
        <p:nvPicPr>
          <p:cNvPr id="9" name="図 8">
            <a:extLst>
              <a:ext uri="{FF2B5EF4-FFF2-40B4-BE49-F238E27FC236}">
                <a16:creationId xmlns:a16="http://schemas.microsoft.com/office/drawing/2014/main" id="{1B7CC725-B595-4742-A8BF-D882BB45AE34}"/>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3798388" y="5736453"/>
            <a:ext cx="2309225" cy="473385"/>
          </a:xfrm>
          <a:prstGeom prst="rect">
            <a:avLst/>
          </a:prstGeom>
        </p:spPr>
      </p:pic>
    </p:spTree>
    <p:extLst>
      <p:ext uri="{BB962C8B-B14F-4D97-AF65-F5344CB8AC3E}">
        <p14:creationId xmlns:p14="http://schemas.microsoft.com/office/powerpoint/2010/main" val="1450798665"/>
      </p:ext>
    </p:extLst>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ounded Rectangle 1"/>
          <p:cNvSpPr/>
          <p:nvPr/>
        </p:nvSpPr>
        <p:spPr>
          <a:xfrm>
            <a:off x="143560" y="692200"/>
            <a:ext cx="128016" cy="468172"/>
          </a:xfrm>
          <a:prstGeom prst="roundRect">
            <a:avLst/>
          </a:prstGeom>
          <a:solidFill>
            <a:srgbClr val="000000"/>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18211" y="672998"/>
            <a:ext cx="9052560" cy="523036"/>
          </a:xfrm>
          <a:prstGeom prst="rect">
            <a:avLst/>
          </a:prstGeom>
          <a:noFill/>
        </p:spPr>
        <p:txBody>
          <a:bodyPr wrap="square" anchor="t" lIns="0" rIns="0" tIns="18288" bIns="18288">
            <a:spAutoFit/>
          </a:bodyPr>
          <a:lstStyle/>
          <a:p>
            <a:pPr algn="l">
              <a:spcAft>
                <a:spcPts val="500"/>
              </a:spcAft>
            </a:pPr>
            <a:r>
              <a:rPr sz="2800" b="0">
                <a:solidFill>
                  <a:srgbClr val="000000"/>
                </a:solidFill>
                <a:latin typeface="HGP明朝E"/>
                <a:ea typeface="HGP明朝E"/>
              </a:rPr>
              <a:t>このパートのゴール</a:t>
            </a:r>
          </a:p>
        </p:txBody>
      </p:sp>
      <p:sp>
        <p:nvSpPr>
          <p:cNvPr id="4" name="TextBox 3"/>
          <p:cNvSpPr txBox="1"/>
          <p:nvPr/>
        </p:nvSpPr>
        <p:spPr>
          <a:xfrm>
            <a:off x="7598664" y="6565392"/>
            <a:ext cx="2103120" cy="301752"/>
          </a:xfrm>
          <a:prstGeom prst="rect">
            <a:avLst/>
          </a:prstGeom>
          <a:noFill/>
        </p:spPr>
        <p:txBody>
          <a:bodyPr wrap="square" anchor="t" lIns="0" rIns="0" tIns="18288" bIns="18288">
            <a:spAutoFit/>
          </a:bodyPr>
          <a:lstStyle/>
          <a:p>
            <a:pPr algn="r">
              <a:spcAft>
                <a:spcPts val="500"/>
              </a:spcAft>
            </a:pPr>
            <a:r>
              <a:rPr sz="1200" b="0">
                <a:solidFill>
                  <a:srgbClr val="FFFFFF"/>
                </a:solidFill>
                <a:latin typeface="HGPｺﾞｼｯｸE"/>
                <a:ea typeface="HGPｺﾞｼｯｸE"/>
              </a:rPr>
              <a:t>2</a:t>
            </a:r>
          </a:p>
        </p:txBody>
      </p:sp>
      <p:sp>
        <p:nvSpPr>
          <p:cNvPr id="5" name="TextBox 4"/>
          <p:cNvSpPr txBox="1"/>
          <p:nvPr/>
        </p:nvSpPr>
        <p:spPr>
          <a:xfrm>
            <a:off x="411480" y="1298448"/>
            <a:ext cx="9052560" cy="548640"/>
          </a:xfrm>
          <a:prstGeom prst="rect">
            <a:avLst/>
          </a:prstGeom>
          <a:noFill/>
        </p:spPr>
        <p:txBody>
          <a:bodyPr wrap="square" anchor="t" lIns="0" rIns="0" tIns="18288" bIns="18288">
            <a:spAutoFit/>
          </a:bodyPr>
          <a:lstStyle/>
          <a:p>
            <a:pPr algn="l">
              <a:spcAft>
                <a:spcPts val="500"/>
              </a:spcAft>
            </a:pPr>
            <a:r>
              <a:rPr sz="2100" b="1">
                <a:solidFill>
                  <a:srgbClr val="FF0000"/>
                </a:solidFill>
                <a:latin typeface="HGPｺﾞｼｯｸE"/>
                <a:ea typeface="HGPｺﾞｼｯｸE"/>
              </a:rPr>
              <a:t>アプローチブック p.9〜p.19 を、自分の言葉でめくれるようになる</a:t>
            </a:r>
          </a:p>
        </p:txBody>
      </p:sp>
      <p:sp>
        <p:nvSpPr>
          <p:cNvPr id="6" name="Rectangle 5"/>
          <p:cNvSpPr/>
          <p:nvPr/>
        </p:nvSpPr>
        <p:spPr>
          <a:xfrm>
            <a:off x="411480" y="2057400"/>
            <a:ext cx="9098280" cy="2697480"/>
          </a:xfrm>
          <a:prstGeom prst="rect">
            <a:avLst/>
          </a:prstGeom>
          <a:solidFill>
            <a:srgbClr val="EAF1DD"/>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36576" bIns="36576"/>
          <a:lstStyle/>
          <a:p>
            <a:pPr algn="l">
              <a:spcAft>
                <a:spcPts val="1000"/>
              </a:spcAft>
            </a:pPr>
            <a:r>
              <a:rPr sz="1800" b="1">
                <a:solidFill>
                  <a:srgbClr val="000000"/>
                </a:solidFill>
                <a:latin typeface="HGPｺﾞｼｯｸE"/>
                <a:ea typeface="HGPｺﾞｼｯｸE"/>
              </a:rPr>
              <a:t>この1時間が終わったときの「できる状態」</a:t>
            </a:r>
          </a:p>
          <a:p>
            <a:pPr algn="l">
              <a:spcAft>
                <a:spcPts val="900"/>
              </a:spcAft>
            </a:pPr>
            <a:r>
              <a:rPr sz="1900" b="0">
                <a:solidFill>
                  <a:srgbClr val="000000"/>
                </a:solidFill>
                <a:latin typeface="HGPｺﾞｼｯｸE"/>
                <a:ea typeface="HGPｺﾞｼｯｸE"/>
              </a:rPr>
              <a:t>①　各ページで「何を言うか」が、資料を見なくても口から出る</a:t>
            </a:r>
          </a:p>
          <a:p>
            <a:pPr algn="l">
              <a:spcAft>
                <a:spcPts val="900"/>
              </a:spcAft>
            </a:pPr>
            <a:r>
              <a:rPr sz="1900" b="0">
                <a:solidFill>
                  <a:srgbClr val="000000"/>
                </a:solidFill>
                <a:latin typeface="HGPｺﾞｼｯｸE"/>
                <a:ea typeface="HGPｺﾞｼｯｸE"/>
              </a:rPr>
              <a:t>②　各ページの「結論の一文」を、そのまま言い切れる</a:t>
            </a:r>
          </a:p>
          <a:p>
            <a:pPr algn="l">
              <a:spcAft>
                <a:spcPts val="900"/>
              </a:spcAft>
            </a:pPr>
            <a:r>
              <a:rPr sz="1900" b="0">
                <a:solidFill>
                  <a:srgbClr val="000000"/>
                </a:solidFill>
                <a:latin typeface="HGPｺﾞｼｯｸE"/>
                <a:ea typeface="HGPｺﾞｼｯｸE"/>
              </a:rPr>
              <a:t>③　お客様から引き出したい反応を、質問で取りにいける</a:t>
            </a:r>
          </a:p>
          <a:p>
            <a:pPr algn="l">
              <a:spcAft>
                <a:spcPts val="500"/>
              </a:spcAft>
            </a:pPr>
            <a:r>
              <a:rPr sz="1900" b="0">
                <a:solidFill>
                  <a:srgbClr val="000000"/>
                </a:solidFill>
                <a:latin typeface="HGPｺﾞｼｯｸE"/>
                <a:ea typeface="HGPｺﾞｼｯｸE"/>
              </a:rPr>
              <a:t>④　p.9からp.19まで、13分で止まらずに通せる</a:t>
            </a:r>
          </a:p>
        </p:txBody>
      </p:sp>
      <p:sp>
        <p:nvSpPr>
          <p:cNvPr id="7" name="Rectangle 6"/>
          <p:cNvSpPr/>
          <p:nvPr/>
        </p:nvSpPr>
        <p:spPr>
          <a:xfrm>
            <a:off x="411480" y="4983480"/>
            <a:ext cx="9098280" cy="960120"/>
          </a:xfrm>
          <a:prstGeom prst="rect">
            <a:avLst/>
          </a:prstGeom>
          <a:noFill/>
          <a:ln w="19050">
            <a:solidFill>
              <a:srgbClr val="FF0000"/>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spcAft>
                <a:spcPts val="300"/>
              </a:spcAft>
            </a:pPr>
            <a:r>
              <a:rPr sz="1400" b="1">
                <a:solidFill>
                  <a:srgbClr val="595959"/>
                </a:solidFill>
                <a:latin typeface="HGPｺﾞｼｯｸE"/>
                <a:ea typeface="HGPｺﾞｼｯｸE"/>
              </a:rPr>
              <a:t>このパートで扱うもの</a:t>
            </a:r>
          </a:p>
          <a:p>
            <a:pPr algn="ctr">
              <a:spcAft>
                <a:spcPts val="500"/>
              </a:spcAft>
            </a:pPr>
            <a:r>
              <a:rPr sz="2100" b="1">
                <a:solidFill>
                  <a:srgbClr val="000000"/>
                </a:solidFill>
                <a:latin typeface="HGPｺﾞｼｯｸE"/>
                <a:ea typeface="HGPｺﾞｼｯｸE"/>
              </a:rPr>
              <a:t>アプローチブック p.9〜p.19（11ページ）</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ounded Rectangle 1"/>
          <p:cNvSpPr/>
          <p:nvPr/>
        </p:nvSpPr>
        <p:spPr>
          <a:xfrm>
            <a:off x="143560" y="692200"/>
            <a:ext cx="128016" cy="468172"/>
          </a:xfrm>
          <a:prstGeom prst="roundRect">
            <a:avLst/>
          </a:prstGeom>
          <a:solidFill>
            <a:srgbClr val="000000"/>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18211" y="672998"/>
            <a:ext cx="9052560" cy="523036"/>
          </a:xfrm>
          <a:prstGeom prst="rect">
            <a:avLst/>
          </a:prstGeom>
          <a:noFill/>
        </p:spPr>
        <p:txBody>
          <a:bodyPr wrap="square" anchor="t" lIns="0" rIns="0" tIns="18288" bIns="18288">
            <a:spAutoFit/>
          </a:bodyPr>
          <a:lstStyle/>
          <a:p>
            <a:pPr algn="l">
              <a:spcAft>
                <a:spcPts val="500"/>
              </a:spcAft>
            </a:pPr>
            <a:r>
              <a:rPr sz="2800" b="0">
                <a:solidFill>
                  <a:srgbClr val="000000"/>
                </a:solidFill>
                <a:latin typeface="HGP明朝E"/>
                <a:ea typeface="HGP明朝E"/>
              </a:rPr>
              <a:t>必要性訴求とは</a:t>
            </a:r>
          </a:p>
        </p:txBody>
      </p:sp>
      <p:sp>
        <p:nvSpPr>
          <p:cNvPr id="4" name="TextBox 3"/>
          <p:cNvSpPr txBox="1"/>
          <p:nvPr/>
        </p:nvSpPr>
        <p:spPr>
          <a:xfrm>
            <a:off x="7598664" y="6565392"/>
            <a:ext cx="2103120" cy="301752"/>
          </a:xfrm>
          <a:prstGeom prst="rect">
            <a:avLst/>
          </a:prstGeom>
          <a:noFill/>
        </p:spPr>
        <p:txBody>
          <a:bodyPr wrap="square" anchor="t" lIns="0" rIns="0" tIns="18288" bIns="18288">
            <a:spAutoFit/>
          </a:bodyPr>
          <a:lstStyle/>
          <a:p>
            <a:pPr algn="r">
              <a:spcAft>
                <a:spcPts val="500"/>
              </a:spcAft>
            </a:pPr>
            <a:r>
              <a:rPr sz="1200" b="0">
                <a:solidFill>
                  <a:srgbClr val="FFFFFF"/>
                </a:solidFill>
                <a:latin typeface="HGPｺﾞｼｯｸE"/>
                <a:ea typeface="HGPｺﾞｼｯｸE"/>
              </a:rPr>
              <a:t>3</a:t>
            </a:r>
          </a:p>
        </p:txBody>
      </p:sp>
      <p:sp>
        <p:nvSpPr>
          <p:cNvPr id="5" name="TextBox 4"/>
          <p:cNvSpPr txBox="1"/>
          <p:nvPr/>
        </p:nvSpPr>
        <p:spPr>
          <a:xfrm>
            <a:off x="411480" y="1261872"/>
            <a:ext cx="9098280" cy="411480"/>
          </a:xfrm>
          <a:prstGeom prst="rect">
            <a:avLst/>
          </a:prstGeom>
          <a:noFill/>
        </p:spPr>
        <p:txBody>
          <a:bodyPr wrap="square" anchor="t" lIns="0" rIns="0" tIns="18288" bIns="18288">
            <a:spAutoFit/>
          </a:bodyPr>
          <a:lstStyle/>
          <a:p>
            <a:pPr algn="l">
              <a:spcAft>
                <a:spcPts val="500"/>
              </a:spcAft>
            </a:pPr>
            <a:r>
              <a:rPr sz="2600" b="1">
                <a:solidFill>
                  <a:srgbClr val="000000"/>
                </a:solidFill>
                <a:latin typeface="HGPｺﾞｼｯｸE"/>
                <a:ea typeface="HGPｺﾞｼｯｸE"/>
              </a:rPr>
              <a:t>必要性を訴求する3つの切り口</a:t>
            </a:r>
          </a:p>
        </p:txBody>
      </p:sp>
      <p:sp>
        <p:nvSpPr>
          <p:cNvPr id="6" name="Rectangle 5"/>
          <p:cNvSpPr/>
          <p:nvPr/>
        </p:nvSpPr>
        <p:spPr>
          <a:xfrm>
            <a:off x="411480" y="1783080"/>
            <a:ext cx="566928" cy="1097280"/>
          </a:xfrm>
          <a:prstGeom prst="rect">
            <a:avLst/>
          </a:prstGeom>
          <a:solidFill>
            <a:srgbClr val="EAF1D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spcAft>
                <a:spcPts val="500"/>
              </a:spcAft>
            </a:pPr>
            <a:r>
              <a:rPr sz="2600" b="1">
                <a:solidFill>
                  <a:srgbClr val="000000"/>
                </a:solidFill>
                <a:latin typeface="HGPｺﾞｼｯｸE"/>
                <a:ea typeface="HGPｺﾞｼｯｸE"/>
              </a:rPr>
              <a:t>①</a:t>
            </a:r>
          </a:p>
        </p:txBody>
      </p:sp>
      <p:sp>
        <p:nvSpPr>
          <p:cNvPr id="7" name="Rectangle 6"/>
          <p:cNvSpPr/>
          <p:nvPr/>
        </p:nvSpPr>
        <p:spPr>
          <a:xfrm>
            <a:off x="1097280" y="1783080"/>
            <a:ext cx="6537960" cy="1097280"/>
          </a:xfrm>
          <a:prstGeom prst="rect">
            <a:avLst/>
          </a:prstGeom>
          <a:solidFill>
            <a:srgbClr val="EAF1D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l">
              <a:spcAft>
                <a:spcPts val="500"/>
              </a:spcAft>
            </a:pPr>
            <a:r>
              <a:rPr sz="2000" b="1">
                <a:solidFill>
                  <a:srgbClr val="000000"/>
                </a:solidFill>
                <a:latin typeface="HGPｺﾞｼｯｸE"/>
                <a:ea typeface="HGPｺﾞｼｯｸE"/>
              </a:rPr>
              <a:t>電気代が高騰している ⇒ 払わなくていい</a:t>
            </a:r>
          </a:p>
          <a:p>
            <a:pPr algn="l">
              <a:spcAft>
                <a:spcPts val="500"/>
              </a:spcAft>
            </a:pPr>
            <a:r>
              <a:rPr sz="1400" b="0">
                <a:solidFill>
                  <a:srgbClr val="595959"/>
                </a:solidFill>
                <a:latin typeface="HGPｺﾞｼｯｸE"/>
                <a:ea typeface="HGPｺﾞｼｯｸE"/>
              </a:rPr>
              <a:t>使うページ：p.9〜p.17（9ページ）</a:t>
            </a:r>
          </a:p>
        </p:txBody>
      </p:sp>
      <p:sp>
        <p:nvSpPr>
          <p:cNvPr id="8" name="Rectangle 7"/>
          <p:cNvSpPr/>
          <p:nvPr/>
        </p:nvSpPr>
        <p:spPr>
          <a:xfrm>
            <a:off x="7772400" y="2057400"/>
            <a:ext cx="1737360" cy="548640"/>
          </a:xfrm>
          <a:prstGeom prst="rect">
            <a:avLst/>
          </a:prstGeom>
          <a:solidFill>
            <a:srgbClr val="59595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spcAft>
                <a:spcPts val="500"/>
              </a:spcAft>
            </a:pPr>
            <a:r>
              <a:rPr sz="1500" b="1">
                <a:solidFill>
                  <a:srgbClr val="FFFFFF"/>
                </a:solidFill>
                <a:latin typeface="HGPｺﾞｼｯｸE"/>
                <a:ea typeface="HGPｺﾞｼｯｸE"/>
              </a:rPr>
              <a:t>約20分</a:t>
            </a:r>
          </a:p>
        </p:txBody>
      </p:sp>
      <p:sp>
        <p:nvSpPr>
          <p:cNvPr id="9" name="Rectangle 8"/>
          <p:cNvSpPr/>
          <p:nvPr/>
        </p:nvSpPr>
        <p:spPr>
          <a:xfrm>
            <a:off x="411480" y="3035808"/>
            <a:ext cx="566928" cy="1097280"/>
          </a:xfrm>
          <a:prstGeom prst="rect">
            <a:avLst/>
          </a:prstGeom>
          <a:solidFill>
            <a:srgbClr val="FFF2C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spcAft>
                <a:spcPts val="500"/>
              </a:spcAft>
            </a:pPr>
            <a:r>
              <a:rPr sz="2600" b="1">
                <a:solidFill>
                  <a:srgbClr val="000000"/>
                </a:solidFill>
                <a:latin typeface="HGPｺﾞｼｯｸE"/>
                <a:ea typeface="HGPｺﾞｼｯｸE"/>
              </a:rPr>
              <a:t>②</a:t>
            </a:r>
          </a:p>
        </p:txBody>
      </p:sp>
      <p:sp>
        <p:nvSpPr>
          <p:cNvPr id="10" name="Rectangle 9"/>
          <p:cNvSpPr/>
          <p:nvPr/>
        </p:nvSpPr>
        <p:spPr>
          <a:xfrm>
            <a:off x="1097280" y="3035808"/>
            <a:ext cx="6537960" cy="1097280"/>
          </a:xfrm>
          <a:prstGeom prst="rect">
            <a:avLst/>
          </a:prstGeom>
          <a:solidFill>
            <a:srgbClr val="FFF2C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l">
              <a:spcAft>
                <a:spcPts val="500"/>
              </a:spcAft>
            </a:pPr>
            <a:r>
              <a:rPr sz="2000" b="1">
                <a:solidFill>
                  <a:srgbClr val="000000"/>
                </a:solidFill>
                <a:latin typeface="HGPｺﾞｼｯｸE"/>
                <a:ea typeface="HGPｺﾞｼｯｸE"/>
              </a:rPr>
              <a:t>災害対策</a:t>
            </a:r>
          </a:p>
          <a:p>
            <a:pPr algn="l">
              <a:spcAft>
                <a:spcPts val="500"/>
              </a:spcAft>
            </a:pPr>
            <a:r>
              <a:rPr sz="1400" b="0">
                <a:solidFill>
                  <a:srgbClr val="595959"/>
                </a:solidFill>
                <a:latin typeface="HGPｺﾞｼｯｸE"/>
                <a:ea typeface="HGPｺﾞｼｯｸE"/>
              </a:rPr>
              <a:t>使うページ：p.18・p.19（2ページ）</a:t>
            </a:r>
          </a:p>
        </p:txBody>
      </p:sp>
      <p:sp>
        <p:nvSpPr>
          <p:cNvPr id="11" name="Rectangle 10"/>
          <p:cNvSpPr/>
          <p:nvPr/>
        </p:nvSpPr>
        <p:spPr>
          <a:xfrm>
            <a:off x="7772400" y="3310127"/>
            <a:ext cx="1737360" cy="548640"/>
          </a:xfrm>
          <a:prstGeom prst="rect">
            <a:avLst/>
          </a:prstGeom>
          <a:solidFill>
            <a:srgbClr val="59595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spcAft>
                <a:spcPts val="500"/>
              </a:spcAft>
            </a:pPr>
            <a:r>
              <a:rPr sz="1500" b="1">
                <a:solidFill>
                  <a:srgbClr val="FFFFFF"/>
                </a:solidFill>
                <a:latin typeface="HGPｺﾞｼｯｸE"/>
                <a:ea typeface="HGPｺﾞｼｯｸE"/>
              </a:rPr>
              <a:t>3分以内</a:t>
            </a:r>
          </a:p>
        </p:txBody>
      </p:sp>
      <p:sp>
        <p:nvSpPr>
          <p:cNvPr id="12" name="Rectangle 11"/>
          <p:cNvSpPr/>
          <p:nvPr/>
        </p:nvSpPr>
        <p:spPr>
          <a:xfrm>
            <a:off x="411480" y="4288536"/>
            <a:ext cx="566928" cy="1097280"/>
          </a:xfrm>
          <a:prstGeom prst="rect">
            <a:avLst/>
          </a:prstGeom>
          <a:solidFill>
            <a:srgbClr val="EDEDE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spcAft>
                <a:spcPts val="500"/>
              </a:spcAft>
            </a:pPr>
            <a:r>
              <a:rPr sz="2600" b="1">
                <a:solidFill>
                  <a:srgbClr val="595959"/>
                </a:solidFill>
                <a:latin typeface="HGPｺﾞｼｯｸE"/>
                <a:ea typeface="HGPｺﾞｼｯｸE"/>
              </a:rPr>
              <a:t>③</a:t>
            </a:r>
          </a:p>
        </p:txBody>
      </p:sp>
      <p:sp>
        <p:nvSpPr>
          <p:cNvPr id="13" name="Rectangle 12"/>
          <p:cNvSpPr/>
          <p:nvPr/>
        </p:nvSpPr>
        <p:spPr>
          <a:xfrm>
            <a:off x="1097280" y="4288536"/>
            <a:ext cx="6537960" cy="1097280"/>
          </a:xfrm>
          <a:prstGeom prst="rect">
            <a:avLst/>
          </a:prstGeom>
          <a:solidFill>
            <a:srgbClr val="EDEDE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l">
              <a:spcAft>
                <a:spcPts val="500"/>
              </a:spcAft>
            </a:pPr>
            <a:r>
              <a:rPr sz="2000" b="1">
                <a:solidFill>
                  <a:srgbClr val="595959"/>
                </a:solidFill>
                <a:latin typeface="HGPｺﾞｼｯｸE"/>
                <a:ea typeface="HGPｺﾞｼｯｸE"/>
              </a:rPr>
              <a:t>経済メリット</a:t>
            </a:r>
          </a:p>
          <a:p>
            <a:pPr algn="l">
              <a:spcAft>
                <a:spcPts val="500"/>
              </a:spcAft>
            </a:pPr>
            <a:r>
              <a:rPr sz="1400" b="0">
                <a:solidFill>
                  <a:srgbClr val="595959"/>
                </a:solidFill>
                <a:latin typeface="HGPｺﾞｼｯｸE"/>
                <a:ea typeface="HGPｺﾞｼｯｸE"/>
              </a:rPr>
              <a:t>使うページ：p.20・p.21 ＋ シミュレーション</a:t>
            </a:r>
          </a:p>
        </p:txBody>
      </p:sp>
      <p:sp>
        <p:nvSpPr>
          <p:cNvPr id="14" name="Rectangle 13"/>
          <p:cNvSpPr/>
          <p:nvPr/>
        </p:nvSpPr>
        <p:spPr>
          <a:xfrm>
            <a:off x="7772400" y="4562856"/>
            <a:ext cx="1737360" cy="548640"/>
          </a:xfrm>
          <a:prstGeom prst="rect">
            <a:avLst/>
          </a:prstGeom>
          <a:solidFill>
            <a:srgbClr val="A6A6A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spcAft>
                <a:spcPts val="500"/>
              </a:spcAft>
            </a:pPr>
            <a:r>
              <a:rPr sz="1500" b="1">
                <a:solidFill>
                  <a:srgbClr val="FFFFFF"/>
                </a:solidFill>
                <a:latin typeface="HGPｺﾞｼｯｸE"/>
                <a:ea typeface="HGPｺﾞｼｯｸE"/>
              </a:rPr>
              <a:t>次回</a:t>
            </a:r>
          </a:p>
        </p:txBody>
      </p:sp>
      <p:sp>
        <p:nvSpPr>
          <p:cNvPr id="15" name="Rectangle 14"/>
          <p:cNvSpPr/>
          <p:nvPr/>
        </p:nvSpPr>
        <p:spPr>
          <a:xfrm>
            <a:off x="411480" y="5577840"/>
            <a:ext cx="9098280" cy="731520"/>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36576" bIns="36576"/>
          <a:lstStyle/>
          <a:p>
            <a:pPr algn="l">
              <a:spcAft>
                <a:spcPts val="400"/>
              </a:spcAft>
            </a:pPr>
            <a:r>
              <a:rPr sz="1800" b="1">
                <a:solidFill>
                  <a:srgbClr val="FF0000"/>
                </a:solidFill>
                <a:latin typeface="HGPｺﾞｼｯｸE"/>
                <a:ea typeface="HGPｺﾞｼｯｸE"/>
              </a:rPr>
              <a:t>本日は①と②だけを扱います</a:t>
            </a:r>
          </a:p>
          <a:p>
            <a:pPr algn="l">
              <a:spcAft>
                <a:spcPts val="500"/>
              </a:spcAft>
            </a:pPr>
            <a:r>
              <a:rPr sz="1500" b="0">
                <a:solidFill>
                  <a:srgbClr val="000000"/>
                </a:solidFill>
                <a:latin typeface="HGPｺﾞｼｯｸE"/>
                <a:ea typeface="HGPｺﾞｼｯｸE"/>
              </a:rPr>
              <a:t>①②でネガティブな現状を自分事にしてもらうところまで。③の解決策は次回扱います。</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ounded Rectangle 1"/>
          <p:cNvSpPr/>
          <p:nvPr/>
        </p:nvSpPr>
        <p:spPr>
          <a:xfrm>
            <a:off x="143560" y="692200"/>
            <a:ext cx="128016" cy="468172"/>
          </a:xfrm>
          <a:prstGeom prst="roundRect">
            <a:avLst/>
          </a:prstGeom>
          <a:solidFill>
            <a:srgbClr val="000000"/>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18211" y="672998"/>
            <a:ext cx="9052560" cy="523036"/>
          </a:xfrm>
          <a:prstGeom prst="rect">
            <a:avLst/>
          </a:prstGeom>
          <a:noFill/>
        </p:spPr>
        <p:txBody>
          <a:bodyPr wrap="square" anchor="t" lIns="0" rIns="0" tIns="18288" bIns="18288">
            <a:spAutoFit/>
          </a:bodyPr>
          <a:lstStyle/>
          <a:p>
            <a:pPr algn="l">
              <a:spcAft>
                <a:spcPts val="500"/>
              </a:spcAft>
            </a:pPr>
            <a:r>
              <a:rPr sz="2800" b="0">
                <a:solidFill>
                  <a:srgbClr val="000000"/>
                </a:solidFill>
                <a:latin typeface="HGP明朝E"/>
                <a:ea typeface="HGP明朝E"/>
              </a:rPr>
              <a:t>アプローチブックの地図</a:t>
            </a:r>
          </a:p>
        </p:txBody>
      </p:sp>
      <p:sp>
        <p:nvSpPr>
          <p:cNvPr id="4" name="TextBox 3"/>
          <p:cNvSpPr txBox="1"/>
          <p:nvPr/>
        </p:nvSpPr>
        <p:spPr>
          <a:xfrm>
            <a:off x="7598664" y="6565392"/>
            <a:ext cx="2103120" cy="301752"/>
          </a:xfrm>
          <a:prstGeom prst="rect">
            <a:avLst/>
          </a:prstGeom>
          <a:noFill/>
        </p:spPr>
        <p:txBody>
          <a:bodyPr wrap="square" anchor="t" lIns="0" rIns="0" tIns="18288" bIns="18288">
            <a:spAutoFit/>
          </a:bodyPr>
          <a:lstStyle/>
          <a:p>
            <a:pPr algn="r">
              <a:spcAft>
                <a:spcPts val="500"/>
              </a:spcAft>
            </a:pPr>
            <a:r>
              <a:rPr sz="1200" b="0">
                <a:solidFill>
                  <a:srgbClr val="FFFFFF"/>
                </a:solidFill>
                <a:latin typeface="HGPｺﾞｼｯｸE"/>
                <a:ea typeface="HGPｺﾞｼｯｸE"/>
              </a:rPr>
              <a:t>4</a:t>
            </a:r>
          </a:p>
        </p:txBody>
      </p:sp>
      <p:sp>
        <p:nvSpPr>
          <p:cNvPr id="5" name="TextBox 4"/>
          <p:cNvSpPr txBox="1"/>
          <p:nvPr/>
        </p:nvSpPr>
        <p:spPr>
          <a:xfrm>
            <a:off x="411480" y="1207008"/>
            <a:ext cx="9098280" cy="347472"/>
          </a:xfrm>
          <a:prstGeom prst="rect">
            <a:avLst/>
          </a:prstGeom>
          <a:noFill/>
        </p:spPr>
        <p:txBody>
          <a:bodyPr wrap="square" anchor="t" lIns="0" rIns="0" tIns="18288" bIns="18288">
            <a:spAutoFit/>
          </a:bodyPr>
          <a:lstStyle/>
          <a:p>
            <a:pPr algn="l">
              <a:spcAft>
                <a:spcPts val="500"/>
              </a:spcAft>
            </a:pPr>
            <a:r>
              <a:rPr sz="2200" b="1">
                <a:solidFill>
                  <a:srgbClr val="000000"/>
                </a:solidFill>
                <a:latin typeface="HGPｺﾞｼｯｸE"/>
                <a:ea typeface="HGPｺﾞｼｯｸE"/>
              </a:rPr>
              <a:t>p.9〜p.19で、どのページで何を言うか</a:t>
            </a:r>
          </a:p>
        </p:txBody>
      </p:sp>
      <p:graphicFrame>
        <p:nvGraphicFramePr>
          <p:cNvPr id="6" name="Table 5"/>
          <p:cNvGraphicFramePr>
            <a:graphicFrameLocks noGrp="1"/>
          </p:cNvGraphicFramePr>
          <p:nvPr/>
        </p:nvGraphicFramePr>
        <p:xfrm>
          <a:off x="274320" y="1609344"/>
          <a:ext cx="9372600" cy="4005072"/>
        </p:xfrm>
        <a:graphic>
          <a:graphicData uri="http://schemas.openxmlformats.org/drawingml/2006/table">
            <a:tbl>
              <a:tblPr firstRow="1">
                <a:tableStyleId>{5C22544A-7EE6-4342-B048-85BDC9FD1C3A}</a:tableStyleId>
              </a:tblPr>
              <a:tblGrid>
                <a:gridCol w="1280160"/>
                <a:gridCol w="1005840"/>
                <a:gridCol w="3291840"/>
                <a:gridCol w="3794760"/>
              </a:tblGrid>
              <a:tr h="274320">
                <a:tc>
                  <a:txBody>
                    <a:bodyPr wrap="square"/>
                    <a:lstStyle/>
                    <a:p>
                      <a:pPr algn="ctr"/>
                      <a:r>
                        <a:rPr sz="1050" b="1">
                          <a:solidFill>
                            <a:srgbClr val="FFFFFF"/>
                          </a:solidFill>
                          <a:latin typeface="游ゴシック"/>
                          <a:ea typeface="游ゴシック"/>
                        </a:rPr>
                        <a:t>切り口</a:t>
                      </a:r>
                    </a:p>
                  </a:txBody>
                  <a:tcPr marL="45720" marR="45720" marT="18288" marB="18288" anchor="ctr">
                    <a:solidFill>
                      <a:srgbClr val="000000"/>
                    </a:solidFill>
                  </a:tcPr>
                </a:tc>
                <a:tc>
                  <a:txBody>
                    <a:bodyPr wrap="square"/>
                    <a:lstStyle/>
                    <a:p>
                      <a:pPr algn="ctr"/>
                      <a:r>
                        <a:rPr sz="1050" b="1">
                          <a:solidFill>
                            <a:srgbClr val="FFFFFF"/>
                          </a:solidFill>
                          <a:latin typeface="游ゴシック"/>
                          <a:ea typeface="游ゴシック"/>
                        </a:rPr>
                        <a:t>ページ</a:t>
                      </a:r>
                    </a:p>
                  </a:txBody>
                  <a:tcPr marL="45720" marR="45720" marT="18288" marB="18288" anchor="ctr">
                    <a:solidFill>
                      <a:srgbClr val="000000"/>
                    </a:solidFill>
                  </a:tcPr>
                </a:tc>
                <a:tc>
                  <a:txBody>
                    <a:bodyPr wrap="square"/>
                    <a:lstStyle/>
                    <a:p>
                      <a:pPr algn="ctr"/>
                      <a:r>
                        <a:rPr sz="1050" b="1">
                          <a:solidFill>
                            <a:srgbClr val="FFFFFF"/>
                          </a:solidFill>
                          <a:latin typeface="游ゴシック"/>
                          <a:ea typeface="游ゴシック"/>
                        </a:rPr>
                        <a:t>見せるもの</a:t>
                      </a:r>
                    </a:p>
                  </a:txBody>
                  <a:tcPr marL="45720" marR="45720" marT="18288" marB="18288" anchor="ctr">
                    <a:solidFill>
                      <a:srgbClr val="000000"/>
                    </a:solidFill>
                  </a:tcPr>
                </a:tc>
                <a:tc>
                  <a:txBody>
                    <a:bodyPr wrap="square"/>
                    <a:lstStyle/>
                    <a:p>
                      <a:pPr algn="ctr"/>
                      <a:r>
                        <a:rPr sz="1050" b="1">
                          <a:solidFill>
                            <a:srgbClr val="FFFFFF"/>
                          </a:solidFill>
                          <a:latin typeface="游ゴシック"/>
                          <a:ea typeface="游ゴシック"/>
                        </a:rPr>
                        <a:t>引き出す反応</a:t>
                      </a:r>
                    </a:p>
                  </a:txBody>
                  <a:tcPr marL="45720" marR="45720" marT="18288" marB="18288" anchor="ctr">
                    <a:solidFill>
                      <a:srgbClr val="000000"/>
                    </a:solidFill>
                  </a:tcPr>
                </a:tc>
              </a:tr>
              <a:tr h="310896">
                <a:tc>
                  <a:txBody>
                    <a:bodyPr wrap="square"/>
                    <a:lstStyle/>
                    <a:p>
                      <a:pPr algn="l"/>
                      <a:r>
                        <a:rPr sz="1050" b="0">
                          <a:solidFill>
                            <a:srgbClr val="000000"/>
                          </a:solidFill>
                          <a:latin typeface="游ゴシック"/>
                          <a:ea typeface="游ゴシック"/>
                        </a:rPr>
                        <a:t>①電気代</a:t>
                      </a:r>
                    </a:p>
                  </a:txBody>
                  <a:tcPr marL="45720" marR="45720" marT="18288" marB="18288" anchor="ctr">
                    <a:solidFill>
                      <a:srgbClr val="EAF1DD"/>
                    </a:solidFill>
                  </a:tcPr>
                </a:tc>
                <a:tc>
                  <a:txBody>
                    <a:bodyPr wrap="square"/>
                    <a:lstStyle/>
                    <a:p>
                      <a:pPr algn="l"/>
                      <a:r>
                        <a:rPr sz="1050" b="1">
                          <a:solidFill>
                            <a:srgbClr val="000000"/>
                          </a:solidFill>
                          <a:latin typeface="游ゴシック"/>
                          <a:ea typeface="游ゴシック"/>
                        </a:rPr>
                        <a:t>p.9</a:t>
                      </a:r>
                    </a:p>
                  </a:txBody>
                  <a:tcPr marL="45720" marR="45720" marT="18288" marB="18288" anchor="ctr">
                    <a:solidFill>
                      <a:srgbClr val="EAF1DD"/>
                    </a:solidFill>
                  </a:tcPr>
                </a:tc>
                <a:tc>
                  <a:txBody>
                    <a:bodyPr wrap="square"/>
                    <a:lstStyle/>
                    <a:p>
                      <a:pPr algn="l"/>
                      <a:r>
                        <a:rPr sz="1050" b="1">
                          <a:solidFill>
                            <a:srgbClr val="000000"/>
                          </a:solidFill>
                          <a:latin typeface="游ゴシック"/>
                          <a:ea typeface="游ゴシック"/>
                        </a:rPr>
                        <a:t>電気料金の推移（2010〜2025年）</a:t>
                      </a:r>
                    </a:p>
                  </a:txBody>
                  <a:tcPr marL="45720" marR="45720" marT="18288" marB="18288" anchor="ctr">
                    <a:solidFill>
                      <a:srgbClr val="EAF1DD"/>
                    </a:solidFill>
                  </a:tcPr>
                </a:tc>
                <a:tc>
                  <a:txBody>
                    <a:bodyPr wrap="square"/>
                    <a:lstStyle/>
                    <a:p>
                      <a:pPr algn="l"/>
                      <a:r>
                        <a:rPr sz="1050" b="0">
                          <a:solidFill>
                            <a:srgbClr val="000000"/>
                          </a:solidFill>
                          <a:latin typeface="游ゴシック"/>
                          <a:ea typeface="游ゴシック"/>
                        </a:rPr>
                        <a:t>10年で5.5万円も上がっているのですね</a:t>
                      </a:r>
                    </a:p>
                  </a:txBody>
                  <a:tcPr marL="45720" marR="45720" marT="18288" marB="18288" anchor="ctr">
                    <a:solidFill>
                      <a:srgbClr val="EAF1DD"/>
                    </a:solidFill>
                  </a:tcPr>
                </a:tc>
              </a:tr>
              <a:tr h="310896">
                <a:tc>
                  <a:txBody>
                    <a:bodyPr wrap="square"/>
                    <a:lstStyle/>
                    <a:p>
                      <a:pPr algn="l"/>
                      <a:r>
                        <a:rPr sz="1050" b="0">
                          <a:solidFill>
                            <a:srgbClr val="000000"/>
                          </a:solidFill>
                          <a:latin typeface="游ゴシック"/>
                          <a:ea typeface="游ゴシック"/>
                        </a:rPr>
                        <a:t/>
                      </a:r>
                    </a:p>
                  </a:txBody>
                  <a:tcPr marL="45720" marR="45720" marT="18288" marB="18288" anchor="ctr">
                    <a:solidFill>
                      <a:srgbClr val="EAF1DD"/>
                    </a:solidFill>
                  </a:tcPr>
                </a:tc>
                <a:tc>
                  <a:txBody>
                    <a:bodyPr wrap="square"/>
                    <a:lstStyle/>
                    <a:p>
                      <a:pPr algn="l"/>
                      <a:r>
                        <a:rPr sz="1050" b="0">
                          <a:solidFill>
                            <a:srgbClr val="000000"/>
                          </a:solidFill>
                          <a:latin typeface="游ゴシック"/>
                          <a:ea typeface="游ゴシック"/>
                        </a:rPr>
                        <a:t>p.10</a:t>
                      </a:r>
                    </a:p>
                  </a:txBody>
                  <a:tcPr marL="45720" marR="45720" marT="18288" marB="18288" anchor="ctr">
                    <a:solidFill>
                      <a:srgbClr val="EAF1DD"/>
                    </a:solidFill>
                  </a:tcPr>
                </a:tc>
                <a:tc>
                  <a:txBody>
                    <a:bodyPr wrap="square"/>
                    <a:lstStyle/>
                    <a:p>
                      <a:pPr algn="l"/>
                      <a:r>
                        <a:rPr sz="1050" b="0">
                          <a:solidFill>
                            <a:srgbClr val="000000"/>
                          </a:solidFill>
                          <a:latin typeface="游ゴシック"/>
                          <a:ea typeface="游ゴシック"/>
                        </a:rPr>
                        <a:t>電力自由化でも下がらなかった</a:t>
                      </a:r>
                    </a:p>
                  </a:txBody>
                  <a:tcPr marL="45720" marR="45720" marT="18288" marB="18288" anchor="ctr">
                    <a:solidFill>
                      <a:srgbClr val="EAF1DD"/>
                    </a:solidFill>
                  </a:tcPr>
                </a:tc>
                <a:tc>
                  <a:txBody>
                    <a:bodyPr wrap="square"/>
                    <a:lstStyle/>
                    <a:p>
                      <a:pPr algn="l"/>
                      <a:r>
                        <a:rPr sz="1050" b="0">
                          <a:solidFill>
                            <a:srgbClr val="000000"/>
                          </a:solidFill>
                          <a:latin typeface="游ゴシック"/>
                          <a:ea typeface="游ゴシック"/>
                        </a:rPr>
                        <a:t>法改正しても上がっているのですね</a:t>
                      </a:r>
                    </a:p>
                  </a:txBody>
                  <a:tcPr marL="45720" marR="45720" marT="18288" marB="18288" anchor="ctr">
                    <a:solidFill>
                      <a:srgbClr val="EAF1DD"/>
                    </a:solidFill>
                  </a:tcPr>
                </a:tc>
              </a:tr>
              <a:tr h="310896">
                <a:tc>
                  <a:txBody>
                    <a:bodyPr wrap="square"/>
                    <a:lstStyle/>
                    <a:p>
                      <a:pPr algn="l"/>
                      <a:r>
                        <a:rPr sz="1050" b="0">
                          <a:solidFill>
                            <a:srgbClr val="000000"/>
                          </a:solidFill>
                          <a:latin typeface="游ゴシック"/>
                          <a:ea typeface="游ゴシック"/>
                        </a:rPr>
                        <a:t/>
                      </a:r>
                    </a:p>
                  </a:txBody>
                  <a:tcPr marL="45720" marR="45720" marT="18288" marB="18288" anchor="ctr">
                    <a:solidFill>
                      <a:srgbClr val="EAF1DD"/>
                    </a:solidFill>
                  </a:tcPr>
                </a:tc>
                <a:tc>
                  <a:txBody>
                    <a:bodyPr wrap="square"/>
                    <a:lstStyle/>
                    <a:p>
                      <a:pPr algn="l"/>
                      <a:r>
                        <a:rPr sz="1050" b="0">
                          <a:solidFill>
                            <a:srgbClr val="000000"/>
                          </a:solidFill>
                          <a:latin typeface="游ゴシック"/>
                          <a:ea typeface="游ゴシック"/>
                        </a:rPr>
                        <a:t>p.11</a:t>
                      </a:r>
                    </a:p>
                  </a:txBody>
                  <a:tcPr marL="45720" marR="45720" marT="18288" marB="18288" anchor="ctr">
                    <a:solidFill>
                      <a:srgbClr val="EAF1DD"/>
                    </a:solidFill>
                  </a:tcPr>
                </a:tc>
                <a:tc>
                  <a:txBody>
                    <a:bodyPr wrap="square"/>
                    <a:lstStyle/>
                    <a:p>
                      <a:pPr algn="l"/>
                      <a:r>
                        <a:rPr sz="1050" b="0">
                          <a:solidFill>
                            <a:srgbClr val="000000"/>
                          </a:solidFill>
                          <a:latin typeface="游ゴシック"/>
                          <a:ea typeface="游ゴシック"/>
                        </a:rPr>
                        <a:t>電気料金の計算式（3つの内訳）</a:t>
                      </a:r>
                    </a:p>
                  </a:txBody>
                  <a:tcPr marL="45720" marR="45720" marT="18288" marB="18288" anchor="ctr">
                    <a:solidFill>
                      <a:srgbClr val="EAF1DD"/>
                    </a:solidFill>
                  </a:tcPr>
                </a:tc>
                <a:tc>
                  <a:txBody>
                    <a:bodyPr wrap="square"/>
                    <a:lstStyle/>
                    <a:p>
                      <a:pPr algn="l"/>
                      <a:r>
                        <a:rPr sz="1050" b="0">
                          <a:solidFill>
                            <a:srgbClr val="000000"/>
                          </a:solidFill>
                          <a:latin typeface="游ゴシック"/>
                          <a:ea typeface="游ゴシック"/>
                        </a:rPr>
                        <a:t>内訳はこんな感じなんですね</a:t>
                      </a:r>
                    </a:p>
                  </a:txBody>
                  <a:tcPr marL="45720" marR="45720" marT="18288" marB="18288" anchor="ctr">
                    <a:solidFill>
                      <a:srgbClr val="EAF1DD"/>
                    </a:solidFill>
                  </a:tcPr>
                </a:tc>
              </a:tr>
              <a:tr h="310896">
                <a:tc>
                  <a:txBody>
                    <a:bodyPr wrap="square"/>
                    <a:lstStyle/>
                    <a:p>
                      <a:pPr algn="l"/>
                      <a:r>
                        <a:rPr sz="1050" b="0">
                          <a:solidFill>
                            <a:srgbClr val="000000"/>
                          </a:solidFill>
                          <a:latin typeface="游ゴシック"/>
                          <a:ea typeface="游ゴシック"/>
                        </a:rPr>
                        <a:t/>
                      </a:r>
                    </a:p>
                  </a:txBody>
                  <a:tcPr marL="45720" marR="45720" marT="18288" marB="18288" anchor="ctr">
                    <a:solidFill>
                      <a:srgbClr val="EAF1DD"/>
                    </a:solidFill>
                  </a:tcPr>
                </a:tc>
                <a:tc>
                  <a:txBody>
                    <a:bodyPr wrap="square"/>
                    <a:lstStyle/>
                    <a:p>
                      <a:pPr algn="l"/>
                      <a:r>
                        <a:rPr sz="1050" b="0">
                          <a:solidFill>
                            <a:srgbClr val="000000"/>
                          </a:solidFill>
                          <a:latin typeface="游ゴシック"/>
                          <a:ea typeface="游ゴシック"/>
                        </a:rPr>
                        <a:t>p.12</a:t>
                      </a:r>
                    </a:p>
                  </a:txBody>
                  <a:tcPr marL="45720" marR="45720" marT="18288" marB="18288" anchor="ctr">
                    <a:solidFill>
                      <a:srgbClr val="EAF1DD"/>
                    </a:solidFill>
                  </a:tcPr>
                </a:tc>
                <a:tc>
                  <a:txBody>
                    <a:bodyPr wrap="square"/>
                    <a:lstStyle/>
                    <a:p>
                      <a:pPr algn="l"/>
                      <a:r>
                        <a:rPr sz="1050" b="0">
                          <a:solidFill>
                            <a:srgbClr val="000000"/>
                          </a:solidFill>
                          <a:latin typeface="游ゴシック"/>
                          <a:ea typeface="游ゴシック"/>
                        </a:rPr>
                        <a:t>全国的な電力単価の値上げ</a:t>
                      </a:r>
                    </a:p>
                  </a:txBody>
                  <a:tcPr marL="45720" marR="45720" marT="18288" marB="18288" anchor="ctr">
                    <a:solidFill>
                      <a:srgbClr val="EAF1DD"/>
                    </a:solidFill>
                  </a:tcPr>
                </a:tc>
                <a:tc>
                  <a:txBody>
                    <a:bodyPr wrap="square"/>
                    <a:lstStyle/>
                    <a:p>
                      <a:pPr algn="l"/>
                      <a:r>
                        <a:rPr sz="1050" b="0">
                          <a:solidFill>
                            <a:srgbClr val="000000"/>
                          </a:solidFill>
                          <a:latin typeface="游ゴシック"/>
                          <a:ea typeface="游ゴシック"/>
                        </a:rPr>
                        <a:t>全国的に上がっているのですね</a:t>
                      </a:r>
                    </a:p>
                  </a:txBody>
                  <a:tcPr marL="45720" marR="45720" marT="18288" marB="18288" anchor="ctr">
                    <a:solidFill>
                      <a:srgbClr val="EAF1DD"/>
                    </a:solidFill>
                  </a:tcPr>
                </a:tc>
              </a:tr>
              <a:tr h="310896">
                <a:tc>
                  <a:txBody>
                    <a:bodyPr wrap="square"/>
                    <a:lstStyle/>
                    <a:p>
                      <a:pPr algn="l"/>
                      <a:r>
                        <a:rPr sz="1050" b="0">
                          <a:solidFill>
                            <a:srgbClr val="000000"/>
                          </a:solidFill>
                          <a:latin typeface="游ゴシック"/>
                          <a:ea typeface="游ゴシック"/>
                        </a:rPr>
                        <a:t/>
                      </a:r>
                    </a:p>
                  </a:txBody>
                  <a:tcPr marL="45720" marR="45720" marT="18288" marB="18288" anchor="ctr">
                    <a:solidFill>
                      <a:srgbClr val="EAF1DD"/>
                    </a:solidFill>
                  </a:tcPr>
                </a:tc>
                <a:tc>
                  <a:txBody>
                    <a:bodyPr wrap="square"/>
                    <a:lstStyle/>
                    <a:p>
                      <a:pPr algn="l"/>
                      <a:r>
                        <a:rPr sz="1050" b="0">
                          <a:solidFill>
                            <a:srgbClr val="000000"/>
                          </a:solidFill>
                          <a:latin typeface="游ゴシック"/>
                          <a:ea typeface="游ゴシック"/>
                        </a:rPr>
                        <a:t>p.13</a:t>
                      </a:r>
                    </a:p>
                  </a:txBody>
                  <a:tcPr marL="45720" marR="45720" marT="18288" marB="18288" anchor="ctr">
                    <a:solidFill>
                      <a:srgbClr val="EAF1DD"/>
                    </a:solidFill>
                  </a:tcPr>
                </a:tc>
                <a:tc>
                  <a:txBody>
                    <a:bodyPr wrap="square"/>
                    <a:lstStyle/>
                    <a:p>
                      <a:pPr algn="l"/>
                      <a:r>
                        <a:rPr sz="1050" b="0">
                          <a:solidFill>
                            <a:srgbClr val="000000"/>
                          </a:solidFill>
                          <a:latin typeface="游ゴシック"/>
                          <a:ea typeface="游ゴシック"/>
                        </a:rPr>
                        <a:t>再エネ賦課金とは何か</a:t>
                      </a:r>
                    </a:p>
                  </a:txBody>
                  <a:tcPr marL="45720" marR="45720" marT="18288" marB="18288" anchor="ctr">
                    <a:solidFill>
                      <a:srgbClr val="EAF1DD"/>
                    </a:solidFill>
                  </a:tcPr>
                </a:tc>
                <a:tc>
                  <a:txBody>
                    <a:bodyPr wrap="square"/>
                    <a:lstStyle/>
                    <a:p>
                      <a:pPr algn="l"/>
                      <a:r>
                        <a:rPr sz="1050" b="0">
                          <a:solidFill>
                            <a:srgbClr val="000000"/>
                          </a:solidFill>
                          <a:latin typeface="游ゴシック"/>
                          <a:ea typeface="游ゴシック"/>
                        </a:rPr>
                        <a:t>こんなものを払っていたのですね</a:t>
                      </a:r>
                    </a:p>
                  </a:txBody>
                  <a:tcPr marL="45720" marR="45720" marT="18288" marB="18288" anchor="ctr">
                    <a:solidFill>
                      <a:srgbClr val="EAF1DD"/>
                    </a:solidFill>
                  </a:tcPr>
                </a:tc>
              </a:tr>
              <a:tr h="310896">
                <a:tc>
                  <a:txBody>
                    <a:bodyPr wrap="square"/>
                    <a:lstStyle/>
                    <a:p>
                      <a:pPr algn="l"/>
                      <a:r>
                        <a:rPr sz="1050" b="0">
                          <a:solidFill>
                            <a:srgbClr val="000000"/>
                          </a:solidFill>
                          <a:latin typeface="游ゴシック"/>
                          <a:ea typeface="游ゴシック"/>
                        </a:rPr>
                        <a:t/>
                      </a:r>
                    </a:p>
                  </a:txBody>
                  <a:tcPr marL="45720" marR="45720" marT="18288" marB="18288" anchor="ctr">
                    <a:solidFill>
                      <a:srgbClr val="EAF1DD"/>
                    </a:solidFill>
                  </a:tcPr>
                </a:tc>
                <a:tc>
                  <a:txBody>
                    <a:bodyPr wrap="square"/>
                    <a:lstStyle/>
                    <a:p>
                      <a:pPr algn="l"/>
                      <a:r>
                        <a:rPr sz="1050" b="1">
                          <a:solidFill>
                            <a:srgbClr val="000000"/>
                          </a:solidFill>
                          <a:latin typeface="游ゴシック"/>
                          <a:ea typeface="游ゴシック"/>
                        </a:rPr>
                        <a:t>p.14</a:t>
                      </a:r>
                    </a:p>
                  </a:txBody>
                  <a:tcPr marL="45720" marR="45720" marT="18288" marB="18288" anchor="ctr">
                    <a:solidFill>
                      <a:srgbClr val="EAF1DD"/>
                    </a:solidFill>
                  </a:tcPr>
                </a:tc>
                <a:tc>
                  <a:txBody>
                    <a:bodyPr wrap="square"/>
                    <a:lstStyle/>
                    <a:p>
                      <a:pPr algn="l"/>
                      <a:r>
                        <a:rPr sz="1050" b="1">
                          <a:solidFill>
                            <a:srgbClr val="000000"/>
                          </a:solidFill>
                          <a:latin typeface="游ゴシック"/>
                          <a:ea typeface="游ゴシック"/>
                        </a:rPr>
                        <a:t>再エネ賦課金の推移（13年で18倍）</a:t>
                      </a:r>
                    </a:p>
                  </a:txBody>
                  <a:tcPr marL="45720" marR="45720" marT="18288" marB="18288" anchor="ctr">
                    <a:solidFill>
                      <a:srgbClr val="EAF1DD"/>
                    </a:solidFill>
                  </a:tcPr>
                </a:tc>
                <a:tc>
                  <a:txBody>
                    <a:bodyPr wrap="square"/>
                    <a:lstStyle/>
                    <a:p>
                      <a:pPr algn="l"/>
                      <a:r>
                        <a:rPr sz="1050" b="0">
                          <a:solidFill>
                            <a:srgbClr val="000000"/>
                          </a:solidFill>
                          <a:latin typeface="游ゴシック"/>
                          <a:ea typeface="游ゴシック"/>
                        </a:rPr>
                        <a:t>賦課金で電気代が上がるのですね</a:t>
                      </a:r>
                    </a:p>
                  </a:txBody>
                  <a:tcPr marL="45720" marR="45720" marT="18288" marB="18288" anchor="ctr">
                    <a:solidFill>
                      <a:srgbClr val="EAF1DD"/>
                    </a:solidFill>
                  </a:tcPr>
                </a:tc>
              </a:tr>
              <a:tr h="310896">
                <a:tc>
                  <a:txBody>
                    <a:bodyPr wrap="square"/>
                    <a:lstStyle/>
                    <a:p>
                      <a:pPr algn="l"/>
                      <a:r>
                        <a:rPr sz="1050" b="0">
                          <a:solidFill>
                            <a:srgbClr val="000000"/>
                          </a:solidFill>
                          <a:latin typeface="游ゴシック"/>
                          <a:ea typeface="游ゴシック"/>
                        </a:rPr>
                        <a:t/>
                      </a:r>
                    </a:p>
                  </a:txBody>
                  <a:tcPr marL="45720" marR="45720" marT="18288" marB="18288" anchor="ctr">
                    <a:solidFill>
                      <a:srgbClr val="EAF1DD"/>
                    </a:solidFill>
                  </a:tcPr>
                </a:tc>
                <a:tc>
                  <a:txBody>
                    <a:bodyPr wrap="square"/>
                    <a:lstStyle/>
                    <a:p>
                      <a:pPr algn="l"/>
                      <a:r>
                        <a:rPr sz="1050" b="0">
                          <a:solidFill>
                            <a:srgbClr val="000000"/>
                          </a:solidFill>
                          <a:latin typeface="游ゴシック"/>
                          <a:ea typeface="游ゴシック"/>
                        </a:rPr>
                        <a:t>p.15</a:t>
                      </a:r>
                    </a:p>
                  </a:txBody>
                  <a:tcPr marL="45720" marR="45720" marT="18288" marB="18288" anchor="ctr">
                    <a:solidFill>
                      <a:srgbClr val="EAF1DD"/>
                    </a:solidFill>
                  </a:tcPr>
                </a:tc>
                <a:tc>
                  <a:txBody>
                    <a:bodyPr wrap="square"/>
                    <a:lstStyle/>
                    <a:p>
                      <a:pPr algn="l"/>
                      <a:r>
                        <a:rPr sz="1050" b="0">
                          <a:solidFill>
                            <a:srgbClr val="000000"/>
                          </a:solidFill>
                          <a:latin typeface="游ゴシック"/>
                          <a:ea typeface="游ゴシック"/>
                        </a:rPr>
                        <a:t>燃料調整費が上がるしくみ</a:t>
                      </a:r>
                    </a:p>
                  </a:txBody>
                  <a:tcPr marL="45720" marR="45720" marT="18288" marB="18288" anchor="ctr">
                    <a:solidFill>
                      <a:srgbClr val="EAF1DD"/>
                    </a:solidFill>
                  </a:tcPr>
                </a:tc>
                <a:tc>
                  <a:txBody>
                    <a:bodyPr wrap="square"/>
                    <a:lstStyle/>
                    <a:p>
                      <a:pPr algn="l"/>
                      <a:r>
                        <a:rPr sz="1050" b="0">
                          <a:solidFill>
                            <a:srgbClr val="000000"/>
                          </a:solidFill>
                          <a:latin typeface="游ゴシック"/>
                          <a:ea typeface="游ゴシック"/>
                        </a:rPr>
                        <a:t>これからも上がりそうですね</a:t>
                      </a:r>
                    </a:p>
                  </a:txBody>
                  <a:tcPr marL="45720" marR="45720" marT="18288" marB="18288" anchor="ctr">
                    <a:solidFill>
                      <a:srgbClr val="EAF1DD"/>
                    </a:solidFill>
                  </a:tcPr>
                </a:tc>
              </a:tr>
              <a:tr h="310896">
                <a:tc>
                  <a:txBody>
                    <a:bodyPr wrap="square"/>
                    <a:lstStyle/>
                    <a:p>
                      <a:pPr algn="l"/>
                      <a:r>
                        <a:rPr sz="1050" b="0">
                          <a:solidFill>
                            <a:srgbClr val="000000"/>
                          </a:solidFill>
                          <a:latin typeface="游ゴシック"/>
                          <a:ea typeface="游ゴシック"/>
                        </a:rPr>
                        <a:t/>
                      </a:r>
                    </a:p>
                  </a:txBody>
                  <a:tcPr marL="45720" marR="45720" marT="18288" marB="18288" anchor="ctr">
                    <a:solidFill>
                      <a:srgbClr val="EAF1DD"/>
                    </a:solidFill>
                  </a:tcPr>
                </a:tc>
                <a:tc>
                  <a:txBody>
                    <a:bodyPr wrap="square"/>
                    <a:lstStyle/>
                    <a:p>
                      <a:pPr algn="l"/>
                      <a:r>
                        <a:rPr sz="1050" b="0">
                          <a:solidFill>
                            <a:srgbClr val="000000"/>
                          </a:solidFill>
                          <a:latin typeface="游ゴシック"/>
                          <a:ea typeface="游ゴシック"/>
                        </a:rPr>
                        <a:t>p.16</a:t>
                      </a:r>
                    </a:p>
                  </a:txBody>
                  <a:tcPr marL="45720" marR="45720" marT="18288" marB="18288" anchor="ctr">
                    <a:solidFill>
                      <a:srgbClr val="EAF1DD"/>
                    </a:solidFill>
                  </a:tcPr>
                </a:tc>
                <a:tc>
                  <a:txBody>
                    <a:bodyPr wrap="square"/>
                    <a:lstStyle/>
                    <a:p>
                      <a:pPr algn="l"/>
                      <a:r>
                        <a:rPr sz="1050" b="0">
                          <a:solidFill>
                            <a:srgbClr val="000000"/>
                          </a:solidFill>
                          <a:latin typeface="游ゴシック"/>
                          <a:ea typeface="游ゴシック"/>
                        </a:rPr>
                        <a:t>燃料調整単価の実績（東北電力）</a:t>
                      </a:r>
                    </a:p>
                  </a:txBody>
                  <a:tcPr marL="45720" marR="45720" marT="18288" marB="18288" anchor="ctr">
                    <a:solidFill>
                      <a:srgbClr val="EAF1DD"/>
                    </a:solidFill>
                  </a:tcPr>
                </a:tc>
                <a:tc>
                  <a:txBody>
                    <a:bodyPr wrap="square"/>
                    <a:lstStyle/>
                    <a:p>
                      <a:pPr algn="l"/>
                      <a:r>
                        <a:rPr sz="1050" b="0">
                          <a:solidFill>
                            <a:srgbClr val="000000"/>
                          </a:solidFill>
                          <a:latin typeface="游ゴシック"/>
                          <a:ea typeface="游ゴシック"/>
                        </a:rPr>
                        <a:t>もう上がり始めているのですね</a:t>
                      </a:r>
                    </a:p>
                  </a:txBody>
                  <a:tcPr marL="45720" marR="45720" marT="18288" marB="18288" anchor="ctr">
                    <a:solidFill>
                      <a:srgbClr val="EAF1DD"/>
                    </a:solidFill>
                  </a:tcPr>
                </a:tc>
              </a:tr>
              <a:tr h="310896">
                <a:tc>
                  <a:txBody>
                    <a:bodyPr wrap="square"/>
                    <a:lstStyle/>
                    <a:p>
                      <a:pPr algn="l"/>
                      <a:r>
                        <a:rPr sz="1050" b="0">
                          <a:solidFill>
                            <a:srgbClr val="000000"/>
                          </a:solidFill>
                          <a:latin typeface="游ゴシック"/>
                          <a:ea typeface="游ゴシック"/>
                        </a:rPr>
                        <a:t/>
                      </a:r>
                    </a:p>
                  </a:txBody>
                  <a:tcPr marL="45720" marR="45720" marT="18288" marB="18288" anchor="ctr">
                    <a:solidFill>
                      <a:srgbClr val="EAF1DD"/>
                    </a:solidFill>
                  </a:tcPr>
                </a:tc>
                <a:tc>
                  <a:txBody>
                    <a:bodyPr wrap="square"/>
                    <a:lstStyle/>
                    <a:p>
                      <a:pPr algn="l"/>
                      <a:r>
                        <a:rPr sz="1050" b="1">
                          <a:solidFill>
                            <a:srgbClr val="000000"/>
                          </a:solidFill>
                          <a:latin typeface="游ゴシック"/>
                          <a:ea typeface="游ゴシック"/>
                        </a:rPr>
                        <a:t>p.17</a:t>
                      </a:r>
                    </a:p>
                  </a:txBody>
                  <a:tcPr marL="45720" marR="45720" marT="18288" marB="18288" anchor="ctr">
                    <a:solidFill>
                      <a:srgbClr val="EAF1DD"/>
                    </a:solidFill>
                  </a:tcPr>
                </a:tc>
                <a:tc>
                  <a:txBody>
                    <a:bodyPr wrap="square"/>
                    <a:lstStyle/>
                    <a:p>
                      <a:pPr algn="l"/>
                      <a:r>
                        <a:rPr sz="1050" b="1">
                          <a:solidFill>
                            <a:srgbClr val="000000"/>
                          </a:solidFill>
                          <a:latin typeface="游ゴシック"/>
                          <a:ea typeface="游ゴシック"/>
                        </a:rPr>
                        <a:t>生涯に支払う電気代（早見表）</a:t>
                      </a:r>
                    </a:p>
                  </a:txBody>
                  <a:tcPr marL="45720" marR="45720" marT="18288" marB="18288" anchor="ctr">
                    <a:solidFill>
                      <a:srgbClr val="EAF1DD"/>
                    </a:solidFill>
                  </a:tcPr>
                </a:tc>
                <a:tc>
                  <a:txBody>
                    <a:bodyPr wrap="square"/>
                    <a:lstStyle/>
                    <a:p>
                      <a:pPr algn="l"/>
                      <a:r>
                        <a:rPr sz="1050" b="0">
                          <a:solidFill>
                            <a:srgbClr val="000000"/>
                          </a:solidFill>
                          <a:latin typeface="游ゴシック"/>
                          <a:ea typeface="游ゴシック"/>
                        </a:rPr>
                        <a:t>30年でそんなにも払うのですね</a:t>
                      </a:r>
                    </a:p>
                  </a:txBody>
                  <a:tcPr marL="45720" marR="45720" marT="18288" marB="18288" anchor="ctr">
                    <a:solidFill>
                      <a:srgbClr val="EAF1DD"/>
                    </a:solidFill>
                  </a:tcPr>
                </a:tc>
              </a:tr>
              <a:tr h="310896">
                <a:tc>
                  <a:txBody>
                    <a:bodyPr wrap="square"/>
                    <a:lstStyle/>
                    <a:p>
                      <a:pPr algn="l"/>
                      <a:r>
                        <a:rPr sz="1050" b="0">
                          <a:solidFill>
                            <a:srgbClr val="000000"/>
                          </a:solidFill>
                          <a:latin typeface="游ゴシック"/>
                          <a:ea typeface="游ゴシック"/>
                        </a:rPr>
                        <a:t>②災害</a:t>
                      </a:r>
                    </a:p>
                  </a:txBody>
                  <a:tcPr marL="45720" marR="45720" marT="18288" marB="18288" anchor="ctr">
                    <a:solidFill>
                      <a:srgbClr val="FFF2CC"/>
                    </a:solidFill>
                  </a:tcPr>
                </a:tc>
                <a:tc>
                  <a:txBody>
                    <a:bodyPr wrap="square"/>
                    <a:lstStyle/>
                    <a:p>
                      <a:pPr algn="l"/>
                      <a:r>
                        <a:rPr sz="1050" b="1">
                          <a:solidFill>
                            <a:srgbClr val="000000"/>
                          </a:solidFill>
                          <a:latin typeface="游ゴシック"/>
                          <a:ea typeface="游ゴシック"/>
                        </a:rPr>
                        <a:t>p.18</a:t>
                      </a:r>
                    </a:p>
                  </a:txBody>
                  <a:tcPr marL="45720" marR="45720" marT="18288" marB="18288" anchor="ctr">
                    <a:solidFill>
                      <a:srgbClr val="FFF2CC"/>
                    </a:solidFill>
                  </a:tcPr>
                </a:tc>
                <a:tc>
                  <a:txBody>
                    <a:bodyPr wrap="square"/>
                    <a:lstStyle/>
                    <a:p>
                      <a:pPr algn="l"/>
                      <a:r>
                        <a:rPr sz="1050" b="1">
                          <a:solidFill>
                            <a:srgbClr val="000000"/>
                          </a:solidFill>
                          <a:latin typeface="游ゴシック"/>
                          <a:ea typeface="游ゴシック"/>
                        </a:rPr>
                        <a:t>予測が困難な地震情報</a:t>
                      </a:r>
                    </a:p>
                  </a:txBody>
                  <a:tcPr marL="45720" marR="45720" marT="18288" marB="18288" anchor="ctr">
                    <a:solidFill>
                      <a:srgbClr val="FFF2CC"/>
                    </a:solidFill>
                  </a:tcPr>
                </a:tc>
                <a:tc>
                  <a:txBody>
                    <a:bodyPr wrap="square"/>
                    <a:lstStyle/>
                    <a:p>
                      <a:pPr algn="l"/>
                      <a:r>
                        <a:rPr sz="1050" b="0">
                          <a:solidFill>
                            <a:srgbClr val="000000"/>
                          </a:solidFill>
                          <a:latin typeface="游ゴシック"/>
                          <a:ea typeface="游ゴシック"/>
                        </a:rPr>
                        <a:t>いつ災害が起こるか分からないですね</a:t>
                      </a:r>
                    </a:p>
                  </a:txBody>
                  <a:tcPr marL="45720" marR="45720" marT="18288" marB="18288" anchor="ctr">
                    <a:solidFill>
                      <a:srgbClr val="FFF2CC"/>
                    </a:solidFill>
                  </a:tcPr>
                </a:tc>
              </a:tr>
              <a:tr h="310896">
                <a:tc>
                  <a:txBody>
                    <a:bodyPr wrap="square"/>
                    <a:lstStyle/>
                    <a:p>
                      <a:pPr algn="l"/>
                      <a:r>
                        <a:rPr sz="1050" b="0">
                          <a:solidFill>
                            <a:srgbClr val="000000"/>
                          </a:solidFill>
                          <a:latin typeface="游ゴシック"/>
                          <a:ea typeface="游ゴシック"/>
                        </a:rPr>
                        <a:t/>
                      </a:r>
                    </a:p>
                  </a:txBody>
                  <a:tcPr marL="45720" marR="45720" marT="18288" marB="18288" anchor="ctr">
                    <a:solidFill>
                      <a:srgbClr val="FFF2CC"/>
                    </a:solidFill>
                  </a:tcPr>
                </a:tc>
                <a:tc>
                  <a:txBody>
                    <a:bodyPr wrap="square"/>
                    <a:lstStyle/>
                    <a:p>
                      <a:pPr algn="l"/>
                      <a:r>
                        <a:rPr sz="1050" b="1">
                          <a:solidFill>
                            <a:srgbClr val="000000"/>
                          </a:solidFill>
                          <a:latin typeface="游ゴシック"/>
                          <a:ea typeface="游ゴシック"/>
                        </a:rPr>
                        <a:t>p.19</a:t>
                      </a:r>
                    </a:p>
                  </a:txBody>
                  <a:tcPr marL="45720" marR="45720" marT="18288" marB="18288" anchor="ctr">
                    <a:solidFill>
                      <a:srgbClr val="FFF2CC"/>
                    </a:solidFill>
                  </a:tcPr>
                </a:tc>
                <a:tc>
                  <a:txBody>
                    <a:bodyPr wrap="square"/>
                    <a:lstStyle/>
                    <a:p>
                      <a:pPr algn="l"/>
                      <a:r>
                        <a:rPr sz="1050" b="1">
                          <a:solidFill>
                            <a:srgbClr val="000000"/>
                          </a:solidFill>
                          <a:latin typeface="游ゴシック"/>
                          <a:ea typeface="游ゴシック"/>
                        </a:rPr>
                        <a:t>停電被害の実績</a:t>
                      </a:r>
                    </a:p>
                  </a:txBody>
                  <a:tcPr marL="45720" marR="45720" marT="18288" marB="18288" anchor="ctr">
                    <a:solidFill>
                      <a:srgbClr val="FFF2CC"/>
                    </a:solidFill>
                  </a:tcPr>
                </a:tc>
                <a:tc>
                  <a:txBody>
                    <a:bodyPr wrap="square"/>
                    <a:lstStyle/>
                    <a:p>
                      <a:pPr algn="l"/>
                      <a:r>
                        <a:rPr sz="1050" b="0">
                          <a:solidFill>
                            <a:srgbClr val="000000"/>
                          </a:solidFill>
                          <a:latin typeface="游ゴシック"/>
                          <a:ea typeface="游ゴシック"/>
                        </a:rPr>
                        <a:t>備えておいた方が安心ですね</a:t>
                      </a:r>
                    </a:p>
                  </a:txBody>
                  <a:tcPr marL="45720" marR="45720" marT="18288" marB="18288" anchor="ctr">
                    <a:solidFill>
                      <a:srgbClr val="FFF2CC"/>
                    </a:solidFill>
                  </a:tcPr>
                </a:tc>
              </a:tr>
              <a:tr h="310896">
                <a:tc>
                  <a:txBody>
                    <a:bodyPr wrap="square"/>
                    <a:lstStyle/>
                    <a:p>
                      <a:pPr algn="l"/>
                      <a:r>
                        <a:rPr sz="1050" b="0">
                          <a:solidFill>
                            <a:srgbClr val="000000"/>
                          </a:solidFill>
                          <a:latin typeface="游ゴシック"/>
                          <a:ea typeface="游ゴシック"/>
                        </a:rPr>
                        <a:t/>
                      </a:r>
                    </a:p>
                  </a:txBody>
                  <a:tcPr marL="45720" marR="45720" marT="18288" marB="18288" anchor="ctr">
                    <a:solidFill>
                      <a:srgbClr val="FFF2CC"/>
                    </a:solidFill>
                  </a:tcPr>
                </a:tc>
                <a:tc>
                  <a:txBody>
                    <a:bodyPr wrap="square"/>
                    <a:lstStyle/>
                    <a:p>
                      <a:pPr algn="l"/>
                      <a:r>
                        <a:rPr sz="1050" b="0">
                          <a:solidFill>
                            <a:srgbClr val="FF0000"/>
                          </a:solidFill>
                          <a:latin typeface="游ゴシック"/>
                          <a:ea typeface="游ゴシック"/>
                        </a:rPr>
                        <a:t>（なし）</a:t>
                      </a:r>
                    </a:p>
                  </a:txBody>
                  <a:tcPr marL="45720" marR="45720" marT="18288" marB="18288" anchor="ctr">
                    <a:solidFill>
                      <a:srgbClr val="FFF2CC"/>
                    </a:solidFill>
                  </a:tcPr>
                </a:tc>
                <a:tc>
                  <a:txBody>
                    <a:bodyPr wrap="square"/>
                    <a:lstStyle/>
                    <a:p>
                      <a:pPr algn="l"/>
                      <a:r>
                        <a:rPr sz="1050" b="0">
                          <a:solidFill>
                            <a:srgbClr val="000000"/>
                          </a:solidFill>
                          <a:latin typeface="游ゴシック"/>
                          <a:ea typeface="游ゴシック"/>
                        </a:rPr>
                        <a:t>自社・メーカーの事例で語る</a:t>
                      </a:r>
                    </a:p>
                  </a:txBody>
                  <a:tcPr marL="45720" marR="45720" marT="18288" marB="18288" anchor="ctr">
                    <a:solidFill>
                      <a:srgbClr val="FFF2CC"/>
                    </a:solidFill>
                  </a:tcPr>
                </a:tc>
                <a:tc>
                  <a:txBody>
                    <a:bodyPr wrap="square"/>
                    <a:lstStyle/>
                    <a:p>
                      <a:pPr algn="l"/>
                      <a:r>
                        <a:rPr sz="1050" b="0">
                          <a:solidFill>
                            <a:srgbClr val="000000"/>
                          </a:solidFill>
                          <a:latin typeface="游ゴシック"/>
                          <a:ea typeface="游ゴシック"/>
                        </a:rPr>
                        <a:t>停電時も電気が使えた方が安心です</a:t>
                      </a:r>
                    </a:p>
                  </a:txBody>
                  <a:tcPr marL="45720" marR="45720" marT="18288" marB="18288" anchor="ctr">
                    <a:solidFill>
                      <a:srgbClr val="FFF2CC"/>
                    </a:solidFill>
                  </a:tcPr>
                </a:tc>
              </a:tr>
            </a:tbl>
          </a:graphicData>
        </a:graphic>
      </p:graphicFrame>
      <p:sp>
        <p:nvSpPr>
          <p:cNvPr id="7" name="Rectangle 6"/>
          <p:cNvSpPr/>
          <p:nvPr/>
        </p:nvSpPr>
        <p:spPr>
          <a:xfrm>
            <a:off x="274320" y="5907024"/>
            <a:ext cx="9372600" cy="402336"/>
          </a:xfrm>
          <a:prstGeom prst="rect">
            <a:avLst/>
          </a:prstGeom>
          <a:noFill/>
          <a:ln w="19050">
            <a:solidFill>
              <a:srgbClr val="FF0000"/>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spcAft>
                <a:spcPts val="500"/>
              </a:spcAft>
            </a:pPr>
            <a:r>
              <a:rPr sz="1500" b="1">
                <a:solidFill>
                  <a:srgbClr val="000000"/>
                </a:solidFill>
                <a:latin typeface="HGPｺﾞｼｯｸE"/>
                <a:ea typeface="HGPｺﾞｼｯｸE"/>
              </a:rPr>
              <a:t>太字が「必ず時間をかけるページ」。それ以外も飛ばさず、1ページずつめくります</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ounded Rectangle 1"/>
          <p:cNvSpPr/>
          <p:nvPr/>
        </p:nvSpPr>
        <p:spPr>
          <a:xfrm>
            <a:off x="143560" y="692200"/>
            <a:ext cx="128016" cy="468172"/>
          </a:xfrm>
          <a:prstGeom prst="roundRect">
            <a:avLst/>
          </a:prstGeom>
          <a:solidFill>
            <a:srgbClr val="000000"/>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18211" y="672998"/>
            <a:ext cx="9052560" cy="523036"/>
          </a:xfrm>
          <a:prstGeom prst="rect">
            <a:avLst/>
          </a:prstGeom>
          <a:noFill/>
        </p:spPr>
        <p:txBody>
          <a:bodyPr wrap="square" anchor="t" lIns="0" rIns="0" tIns="18288" bIns="18288">
            <a:spAutoFit/>
          </a:bodyPr>
          <a:lstStyle/>
          <a:p>
            <a:pPr algn="l">
              <a:spcAft>
                <a:spcPts val="500"/>
              </a:spcAft>
            </a:pPr>
            <a:r>
              <a:rPr sz="2800" b="0">
                <a:solidFill>
                  <a:srgbClr val="000000"/>
                </a:solidFill>
                <a:latin typeface="HGP明朝E"/>
                <a:ea typeface="HGP明朝E"/>
              </a:rPr>
              <a:t>伝え方の型</a:t>
            </a:r>
          </a:p>
        </p:txBody>
      </p:sp>
      <p:sp>
        <p:nvSpPr>
          <p:cNvPr id="4" name="TextBox 3"/>
          <p:cNvSpPr txBox="1"/>
          <p:nvPr/>
        </p:nvSpPr>
        <p:spPr>
          <a:xfrm>
            <a:off x="7598664" y="6565392"/>
            <a:ext cx="2103120" cy="301752"/>
          </a:xfrm>
          <a:prstGeom prst="rect">
            <a:avLst/>
          </a:prstGeom>
          <a:noFill/>
        </p:spPr>
        <p:txBody>
          <a:bodyPr wrap="square" anchor="t" lIns="0" rIns="0" tIns="18288" bIns="18288">
            <a:spAutoFit/>
          </a:bodyPr>
          <a:lstStyle/>
          <a:p>
            <a:pPr algn="r">
              <a:spcAft>
                <a:spcPts val="500"/>
              </a:spcAft>
            </a:pPr>
            <a:r>
              <a:rPr sz="1200" b="0">
                <a:solidFill>
                  <a:srgbClr val="FFFFFF"/>
                </a:solidFill>
                <a:latin typeface="HGPｺﾞｼｯｸE"/>
                <a:ea typeface="HGPｺﾞｼｯｸE"/>
              </a:rPr>
              <a:t>5</a:t>
            </a:r>
          </a:p>
        </p:txBody>
      </p:sp>
      <p:sp>
        <p:nvSpPr>
          <p:cNvPr id="5" name="TextBox 4"/>
          <p:cNvSpPr txBox="1"/>
          <p:nvPr/>
        </p:nvSpPr>
        <p:spPr>
          <a:xfrm>
            <a:off x="411480" y="1261872"/>
            <a:ext cx="9098280" cy="411480"/>
          </a:xfrm>
          <a:prstGeom prst="rect">
            <a:avLst/>
          </a:prstGeom>
          <a:noFill/>
        </p:spPr>
        <p:txBody>
          <a:bodyPr wrap="square" anchor="t" lIns="0" rIns="0" tIns="18288" bIns="18288">
            <a:spAutoFit/>
          </a:bodyPr>
          <a:lstStyle/>
          <a:p>
            <a:pPr algn="l">
              <a:spcAft>
                <a:spcPts val="500"/>
              </a:spcAft>
            </a:pPr>
            <a:r>
              <a:rPr sz="2400" b="1">
                <a:solidFill>
                  <a:srgbClr val="000000"/>
                </a:solidFill>
                <a:latin typeface="HGPｺﾞｼｯｸE"/>
                <a:ea typeface="HGPｺﾞｼｯｸE"/>
              </a:rPr>
              <a:t>全ページ共通：1ページを「4ステップ」でめくる</a:t>
            </a:r>
          </a:p>
        </p:txBody>
      </p:sp>
      <p:sp>
        <p:nvSpPr>
          <p:cNvPr id="6" name="Rectangle 5"/>
          <p:cNvSpPr/>
          <p:nvPr/>
        </p:nvSpPr>
        <p:spPr>
          <a:xfrm>
            <a:off x="411480" y="1810512"/>
            <a:ext cx="1005840" cy="960120"/>
          </a:xfrm>
          <a:prstGeom prst="rect">
            <a:avLst/>
          </a:prstGeom>
          <a:solidFill>
            <a:srgbClr val="EAF1D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spcAft>
                <a:spcPts val="500"/>
              </a:spcAft>
            </a:pPr>
            <a:r>
              <a:rPr sz="1400" b="1">
                <a:solidFill>
                  <a:srgbClr val="000000"/>
                </a:solidFill>
                <a:latin typeface="HGPｺﾞｼｯｸE"/>
                <a:ea typeface="HGPｺﾞｼｯｸE"/>
              </a:rPr>
              <a:t>STEP 1</a:t>
            </a:r>
          </a:p>
        </p:txBody>
      </p:sp>
      <p:sp>
        <p:nvSpPr>
          <p:cNvPr id="7" name="Rectangle 6"/>
          <p:cNvSpPr/>
          <p:nvPr/>
        </p:nvSpPr>
        <p:spPr>
          <a:xfrm>
            <a:off x="1508760" y="1810512"/>
            <a:ext cx="8001000" cy="960120"/>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l">
              <a:spcAft>
                <a:spcPts val="400"/>
              </a:spcAft>
            </a:pPr>
            <a:r>
              <a:rPr sz="1800" b="1">
                <a:solidFill>
                  <a:srgbClr val="000000"/>
                </a:solidFill>
                <a:latin typeface="HGPｺﾞｼｯｸE"/>
                <a:ea typeface="HGPｺﾞｼｯｸE"/>
              </a:rPr>
              <a:t>見出しを読む</a:t>
            </a:r>
            <a:r>
              <a:rPr sz="1300" b="0">
                <a:solidFill>
                  <a:srgbClr val="595959"/>
                </a:solidFill>
                <a:latin typeface="HGPｺﾞｼｯｸE"/>
                <a:ea typeface="HGPｺﾞｼｯｸE"/>
              </a:rPr>
              <a:t>　（約5秒）</a:t>
            </a:r>
          </a:p>
          <a:p>
            <a:pPr algn="l">
              <a:spcAft>
                <a:spcPts val="0"/>
              </a:spcAft>
            </a:pPr>
            <a:r>
              <a:rPr sz="1400" b="0">
                <a:solidFill>
                  <a:srgbClr val="000000"/>
                </a:solidFill>
                <a:latin typeface="HGPｺﾞｼｯｸE"/>
                <a:ea typeface="HGPｺﾞｼｯｸE"/>
              </a:rPr>
              <a:t>ページ上部の見出しを、そのまま読み上げる。ここは変えない。</a:t>
            </a:r>
          </a:p>
        </p:txBody>
      </p:sp>
      <p:sp>
        <p:nvSpPr>
          <p:cNvPr id="8" name="Rectangle 7"/>
          <p:cNvSpPr/>
          <p:nvPr/>
        </p:nvSpPr>
        <p:spPr>
          <a:xfrm>
            <a:off x="411480" y="2880360"/>
            <a:ext cx="1005840" cy="960120"/>
          </a:xfrm>
          <a:prstGeom prst="rect">
            <a:avLst/>
          </a:prstGeom>
          <a:solidFill>
            <a:srgbClr val="EAF1D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spcAft>
                <a:spcPts val="500"/>
              </a:spcAft>
            </a:pPr>
            <a:r>
              <a:rPr sz="1400" b="1">
                <a:solidFill>
                  <a:srgbClr val="000000"/>
                </a:solidFill>
                <a:latin typeface="HGPｺﾞｼｯｸE"/>
                <a:ea typeface="HGPｺﾞｼｯｸE"/>
              </a:rPr>
              <a:t>STEP 2</a:t>
            </a:r>
          </a:p>
        </p:txBody>
      </p:sp>
      <p:sp>
        <p:nvSpPr>
          <p:cNvPr id="9" name="Rectangle 8"/>
          <p:cNvSpPr/>
          <p:nvPr/>
        </p:nvSpPr>
        <p:spPr>
          <a:xfrm>
            <a:off x="1508760" y="2880360"/>
            <a:ext cx="8001000" cy="960120"/>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l">
              <a:spcAft>
                <a:spcPts val="400"/>
              </a:spcAft>
            </a:pPr>
            <a:r>
              <a:rPr sz="1800" b="1">
                <a:solidFill>
                  <a:srgbClr val="000000"/>
                </a:solidFill>
                <a:latin typeface="HGPｺﾞｼｯｸE"/>
                <a:ea typeface="HGPｺﾞｼｯｸE"/>
              </a:rPr>
              <a:t>リード文は読まない</a:t>
            </a:r>
            <a:r>
              <a:rPr sz="1300" b="0">
                <a:solidFill>
                  <a:srgbClr val="595959"/>
                </a:solidFill>
                <a:latin typeface="HGPｺﾞｼｯｸE"/>
                <a:ea typeface="HGPｺﾞｼｯｸE"/>
              </a:rPr>
              <a:t>　（約15秒）</a:t>
            </a:r>
          </a:p>
          <a:p>
            <a:pPr algn="l">
              <a:spcAft>
                <a:spcPts val="0"/>
              </a:spcAft>
            </a:pPr>
            <a:r>
              <a:rPr sz="1400" b="0">
                <a:solidFill>
                  <a:srgbClr val="000000"/>
                </a:solidFill>
                <a:latin typeface="HGPｺﾞｼｯｸE"/>
                <a:ea typeface="HGPｺﾞｼｯｸE"/>
              </a:rPr>
              <a:t>小さい文字のリード文は読み上げず、要点を自分の言葉で1文に縮めて言う。</a:t>
            </a:r>
          </a:p>
        </p:txBody>
      </p:sp>
      <p:sp>
        <p:nvSpPr>
          <p:cNvPr id="10" name="Rectangle 9"/>
          <p:cNvSpPr/>
          <p:nvPr/>
        </p:nvSpPr>
        <p:spPr>
          <a:xfrm>
            <a:off x="411480" y="3950208"/>
            <a:ext cx="1005840" cy="960120"/>
          </a:xfrm>
          <a:prstGeom prst="rect">
            <a:avLst/>
          </a:prstGeom>
          <a:solidFill>
            <a:srgbClr val="EAF1D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spcAft>
                <a:spcPts val="500"/>
              </a:spcAft>
            </a:pPr>
            <a:r>
              <a:rPr sz="1400" b="1">
                <a:solidFill>
                  <a:srgbClr val="000000"/>
                </a:solidFill>
                <a:latin typeface="HGPｺﾞｼｯｸE"/>
                <a:ea typeface="HGPｺﾞｼｯｸE"/>
              </a:rPr>
              <a:t>STEP 3</a:t>
            </a:r>
          </a:p>
        </p:txBody>
      </p:sp>
      <p:sp>
        <p:nvSpPr>
          <p:cNvPr id="11" name="Rectangle 10"/>
          <p:cNvSpPr/>
          <p:nvPr/>
        </p:nvSpPr>
        <p:spPr>
          <a:xfrm>
            <a:off x="1508760" y="3950208"/>
            <a:ext cx="8001000" cy="960120"/>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l">
              <a:spcAft>
                <a:spcPts val="400"/>
              </a:spcAft>
            </a:pPr>
            <a:r>
              <a:rPr sz="1800" b="1">
                <a:solidFill>
                  <a:srgbClr val="000000"/>
                </a:solidFill>
                <a:latin typeface="HGPｺﾞｼｯｸE"/>
                <a:ea typeface="HGPｺﾞｼｯｸE"/>
              </a:rPr>
              <a:t>図の中の数字を1つだけ指す</a:t>
            </a:r>
            <a:r>
              <a:rPr sz="1300" b="0">
                <a:solidFill>
                  <a:srgbClr val="595959"/>
                </a:solidFill>
                <a:latin typeface="HGPｺﾞｼｯｸE"/>
                <a:ea typeface="HGPｺﾞｼｯｸE"/>
              </a:rPr>
              <a:t>　（約30秒）</a:t>
            </a:r>
          </a:p>
          <a:p>
            <a:pPr algn="l">
              <a:spcAft>
                <a:spcPts val="0"/>
              </a:spcAft>
            </a:pPr>
            <a:r>
              <a:rPr sz="1400" b="0">
                <a:solidFill>
                  <a:srgbClr val="000000"/>
                </a:solidFill>
                <a:latin typeface="HGPｺﾞｼｯｸE"/>
                <a:ea typeface="HGPｺﾞｼｯｸE"/>
              </a:rPr>
              <a:t>図の全部を説明しない。指でさして、いちばん大きい数字を1つだけ口に出す。</a:t>
            </a:r>
          </a:p>
        </p:txBody>
      </p:sp>
      <p:sp>
        <p:nvSpPr>
          <p:cNvPr id="12" name="Rectangle 11"/>
          <p:cNvSpPr/>
          <p:nvPr/>
        </p:nvSpPr>
        <p:spPr>
          <a:xfrm>
            <a:off x="411480" y="5020056"/>
            <a:ext cx="1005840" cy="960120"/>
          </a:xfrm>
          <a:prstGeom prst="rect">
            <a:avLst/>
          </a:prstGeom>
          <a:solidFill>
            <a:srgbClr val="EAF1D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spcAft>
                <a:spcPts val="500"/>
              </a:spcAft>
            </a:pPr>
            <a:r>
              <a:rPr sz="1400" b="1">
                <a:solidFill>
                  <a:srgbClr val="000000"/>
                </a:solidFill>
                <a:latin typeface="HGPｺﾞｼｯｸE"/>
                <a:ea typeface="HGPｺﾞｼｯｸE"/>
              </a:rPr>
              <a:t>STEP 4</a:t>
            </a:r>
          </a:p>
        </p:txBody>
      </p:sp>
      <p:sp>
        <p:nvSpPr>
          <p:cNvPr id="13" name="Rectangle 12"/>
          <p:cNvSpPr/>
          <p:nvPr/>
        </p:nvSpPr>
        <p:spPr>
          <a:xfrm>
            <a:off x="1508760" y="5020056"/>
            <a:ext cx="8001000" cy="960120"/>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l">
              <a:spcAft>
                <a:spcPts val="400"/>
              </a:spcAft>
            </a:pPr>
            <a:r>
              <a:rPr sz="1800" b="1">
                <a:solidFill>
                  <a:srgbClr val="000000"/>
                </a:solidFill>
                <a:latin typeface="HGPｺﾞｼｯｸE"/>
                <a:ea typeface="HGPｺﾞｼｯｸE"/>
              </a:rPr>
              <a:t>緑帯の結論を言い切り、質問を返す</a:t>
            </a:r>
            <a:r>
              <a:rPr sz="1300" b="0">
                <a:solidFill>
                  <a:srgbClr val="595959"/>
                </a:solidFill>
                <a:latin typeface="HGPｺﾞｼｯｸE"/>
                <a:ea typeface="HGPｺﾞｼｯｸE"/>
              </a:rPr>
              <a:t>　（約20秒）</a:t>
            </a:r>
          </a:p>
          <a:p>
            <a:pPr algn="l">
              <a:spcAft>
                <a:spcPts val="0"/>
              </a:spcAft>
            </a:pPr>
            <a:r>
              <a:rPr sz="1400" b="0">
                <a:solidFill>
                  <a:srgbClr val="000000"/>
                </a:solidFill>
                <a:latin typeface="HGPｺﾞｼｯｸE"/>
                <a:ea typeface="HGPｺﾞｼｯｸE"/>
              </a:rPr>
              <a:t>下の緑帯をそのまま言い切る。そのあと質問を投げて、お客様に言わせる。</a:t>
            </a:r>
          </a:p>
        </p:txBody>
      </p:sp>
      <p:sp>
        <p:nvSpPr>
          <p:cNvPr id="14" name="Rectangle 13"/>
          <p:cNvSpPr/>
          <p:nvPr/>
        </p:nvSpPr>
        <p:spPr>
          <a:xfrm>
            <a:off x="411480" y="6053328"/>
            <a:ext cx="9098280" cy="384048"/>
          </a:xfrm>
          <a:prstGeom prst="rect">
            <a:avLst/>
          </a:prstGeom>
          <a:solidFill>
            <a:srgbClr val="FFF2CC"/>
          </a:solidFill>
          <a:ln w="12700">
            <a:solidFill>
              <a:srgbClr val="BF8F00"/>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spcAft>
                <a:spcPts val="500"/>
              </a:spcAft>
            </a:pPr>
            <a:r>
              <a:rPr sz="1500" b="1">
                <a:solidFill>
                  <a:srgbClr val="000000"/>
                </a:solidFill>
                <a:latin typeface="HGPｺﾞｼｯｸE"/>
                <a:ea typeface="HGPｺﾞｼｯｸE"/>
              </a:rPr>
              <a:t>1ページ約70秒。11ページ通して約13分。これが「めくるだけ」の標準ペースです</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ounded Rectangle 1"/>
          <p:cNvSpPr/>
          <p:nvPr/>
        </p:nvSpPr>
        <p:spPr>
          <a:xfrm>
            <a:off x="143560" y="692200"/>
            <a:ext cx="128016" cy="468172"/>
          </a:xfrm>
          <a:prstGeom prst="roundRect">
            <a:avLst/>
          </a:prstGeom>
          <a:solidFill>
            <a:srgbClr val="000000"/>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18211" y="672998"/>
            <a:ext cx="9052560" cy="523036"/>
          </a:xfrm>
          <a:prstGeom prst="rect">
            <a:avLst/>
          </a:prstGeom>
          <a:noFill/>
        </p:spPr>
        <p:txBody>
          <a:bodyPr wrap="square" anchor="t" lIns="0" rIns="0" tIns="18288" bIns="18288">
            <a:spAutoFit/>
          </a:bodyPr>
          <a:lstStyle/>
          <a:p>
            <a:pPr algn="l">
              <a:spcAft>
                <a:spcPts val="500"/>
              </a:spcAft>
            </a:pPr>
            <a:r>
              <a:rPr sz="2800" b="0">
                <a:solidFill>
                  <a:srgbClr val="000000"/>
                </a:solidFill>
                <a:latin typeface="HGP明朝E"/>
                <a:ea typeface="HGP明朝E"/>
              </a:rPr>
              <a:t>① 電気代</a:t>
            </a:r>
          </a:p>
        </p:txBody>
      </p:sp>
      <p:sp>
        <p:nvSpPr>
          <p:cNvPr id="4" name="TextBox 3"/>
          <p:cNvSpPr txBox="1"/>
          <p:nvPr/>
        </p:nvSpPr>
        <p:spPr>
          <a:xfrm>
            <a:off x="7598664" y="6565392"/>
            <a:ext cx="2103120" cy="301752"/>
          </a:xfrm>
          <a:prstGeom prst="rect">
            <a:avLst/>
          </a:prstGeom>
          <a:noFill/>
        </p:spPr>
        <p:txBody>
          <a:bodyPr wrap="square" anchor="t" lIns="0" rIns="0" tIns="18288" bIns="18288">
            <a:spAutoFit/>
          </a:bodyPr>
          <a:lstStyle/>
          <a:p>
            <a:pPr algn="r">
              <a:spcAft>
                <a:spcPts val="500"/>
              </a:spcAft>
            </a:pPr>
            <a:r>
              <a:rPr sz="1200" b="0">
                <a:solidFill>
                  <a:srgbClr val="FFFFFF"/>
                </a:solidFill>
                <a:latin typeface="HGPｺﾞｼｯｸE"/>
                <a:ea typeface="HGPｺﾞｼｯｸE"/>
              </a:rPr>
              <a:t>6</a:t>
            </a:r>
          </a:p>
        </p:txBody>
      </p:sp>
      <p:sp>
        <p:nvSpPr>
          <p:cNvPr id="5" name="TextBox 4"/>
          <p:cNvSpPr txBox="1"/>
          <p:nvPr/>
        </p:nvSpPr>
        <p:spPr>
          <a:xfrm>
            <a:off x="411480" y="1325880"/>
            <a:ext cx="9098280" cy="502920"/>
          </a:xfrm>
          <a:prstGeom prst="rect">
            <a:avLst/>
          </a:prstGeom>
          <a:noFill/>
        </p:spPr>
        <p:txBody>
          <a:bodyPr wrap="square" anchor="t" lIns="0" rIns="0" tIns="18288" bIns="18288">
            <a:spAutoFit/>
          </a:bodyPr>
          <a:lstStyle/>
          <a:p>
            <a:pPr algn="l">
              <a:spcAft>
                <a:spcPts val="500"/>
              </a:spcAft>
            </a:pPr>
            <a:r>
              <a:rPr sz="3000" b="1">
                <a:solidFill>
                  <a:srgbClr val="000000"/>
                </a:solidFill>
                <a:latin typeface="HGPｺﾞｼｯｸE"/>
                <a:ea typeface="HGPｺﾞｼｯｸE"/>
              </a:rPr>
              <a:t>①　電気代が高騰している ⇒ 払わなくていい</a:t>
            </a:r>
          </a:p>
        </p:txBody>
      </p:sp>
      <p:sp>
        <p:nvSpPr>
          <p:cNvPr id="6" name="Rectangle 5"/>
          <p:cNvSpPr/>
          <p:nvPr/>
        </p:nvSpPr>
        <p:spPr>
          <a:xfrm>
            <a:off x="411480" y="2011680"/>
            <a:ext cx="4526280" cy="1188720"/>
          </a:xfrm>
          <a:prstGeom prst="rect">
            <a:avLst/>
          </a:prstGeom>
          <a:solidFill>
            <a:srgbClr val="EAF1D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l">
              <a:spcAft>
                <a:spcPts val="500"/>
              </a:spcAft>
            </a:pPr>
            <a:r>
              <a:rPr sz="1300" b="1">
                <a:solidFill>
                  <a:srgbClr val="595959"/>
                </a:solidFill>
                <a:latin typeface="HGPｺﾞｼｯｸE"/>
                <a:ea typeface="HGPｺﾞｼｯｸE"/>
              </a:rPr>
              <a:t>使うページ</a:t>
            </a:r>
          </a:p>
          <a:p>
            <a:pPr algn="l">
              <a:spcAft>
                <a:spcPts val="500"/>
              </a:spcAft>
            </a:pPr>
            <a:r>
              <a:rPr sz="1900" b="1">
                <a:solidFill>
                  <a:srgbClr val="000000"/>
                </a:solidFill>
                <a:latin typeface="HGPｺﾞｼｯｸE"/>
                <a:ea typeface="HGPｺﾞｼｯｸE"/>
              </a:rPr>
              <a:t>p.9 〜 p.17（9ページ）</a:t>
            </a:r>
          </a:p>
        </p:txBody>
      </p:sp>
      <p:sp>
        <p:nvSpPr>
          <p:cNvPr id="7" name="Rectangle 6"/>
          <p:cNvSpPr/>
          <p:nvPr/>
        </p:nvSpPr>
        <p:spPr>
          <a:xfrm>
            <a:off x="5120640" y="2011680"/>
            <a:ext cx="4389120" cy="1188720"/>
          </a:xfrm>
          <a:prstGeom prst="rect">
            <a:avLst/>
          </a:prstGeom>
          <a:solidFill>
            <a:srgbClr val="EAF1D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l">
              <a:spcAft>
                <a:spcPts val="500"/>
              </a:spcAft>
            </a:pPr>
            <a:r>
              <a:rPr sz="1300" b="1">
                <a:solidFill>
                  <a:srgbClr val="595959"/>
                </a:solidFill>
                <a:latin typeface="HGPｺﾞｼｯｸE"/>
                <a:ea typeface="HGPｺﾞｼｯｸE"/>
              </a:rPr>
              <a:t>かける時間</a:t>
            </a:r>
          </a:p>
          <a:p>
            <a:pPr algn="l">
              <a:spcAft>
                <a:spcPts val="500"/>
              </a:spcAft>
            </a:pPr>
            <a:r>
              <a:rPr sz="1900" b="1">
                <a:solidFill>
                  <a:srgbClr val="000000"/>
                </a:solidFill>
                <a:latin typeface="HGPｺﾞｼｯｸE"/>
                <a:ea typeface="HGPｺﾞｼｯｸE"/>
              </a:rPr>
              <a:t>約20分</a:t>
            </a:r>
          </a:p>
        </p:txBody>
      </p:sp>
      <p:sp>
        <p:nvSpPr>
          <p:cNvPr id="8" name="Rectangle 7"/>
          <p:cNvSpPr/>
          <p:nvPr/>
        </p:nvSpPr>
        <p:spPr>
          <a:xfrm>
            <a:off x="411480" y="3383280"/>
            <a:ext cx="9098280" cy="960120"/>
          </a:xfrm>
          <a:prstGeom prst="rect">
            <a:avLst/>
          </a:prstGeom>
          <a:noFill/>
          <a:ln w="19050">
            <a:solidFill>
              <a:srgbClr val="FF0000"/>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spcAft>
                <a:spcPts val="400"/>
              </a:spcAft>
            </a:pPr>
            <a:r>
              <a:rPr sz="1300" b="1">
                <a:solidFill>
                  <a:srgbClr val="595959"/>
                </a:solidFill>
                <a:latin typeface="HGPｺﾞｼｯｸE"/>
                <a:ea typeface="HGPｺﾞｼｯｸE"/>
              </a:rPr>
              <a:t>この切り口のゴール</a:t>
            </a:r>
          </a:p>
          <a:p>
            <a:pPr algn="ctr">
              <a:spcAft>
                <a:spcPts val="500"/>
              </a:spcAft>
            </a:pPr>
            <a:r>
              <a:rPr sz="2000" b="1">
                <a:solidFill>
                  <a:srgbClr val="FF0000"/>
                </a:solidFill>
                <a:latin typeface="HGPｺﾞｼｯｸE"/>
                <a:ea typeface="HGPｺﾞｼｯｸE"/>
              </a:rPr>
              <a:t>「このままではまずい」と自分事で思ってもらう</a:t>
            </a:r>
          </a:p>
        </p:txBody>
      </p:sp>
      <p:sp>
        <p:nvSpPr>
          <p:cNvPr id="9" name="Rectangle 8"/>
          <p:cNvSpPr/>
          <p:nvPr/>
        </p:nvSpPr>
        <p:spPr>
          <a:xfrm>
            <a:off x="411480" y="4572000"/>
            <a:ext cx="9098280" cy="1691640"/>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36576" bIns="36576"/>
          <a:lstStyle/>
          <a:p>
            <a:pPr algn="l">
              <a:spcAft>
                <a:spcPts val="800"/>
              </a:spcAft>
            </a:pPr>
            <a:r>
              <a:rPr sz="1500" b="1">
                <a:solidFill>
                  <a:srgbClr val="000000"/>
                </a:solidFill>
                <a:latin typeface="HGPｺﾞｼｯｸE"/>
                <a:ea typeface="HGPｺﾞｼｯｸE"/>
              </a:rPr>
              <a:t>めくるときのポイント</a:t>
            </a:r>
          </a:p>
          <a:p>
            <a:pPr algn="l">
              <a:spcAft>
                <a:spcPts val="600"/>
              </a:spcAft>
            </a:pPr>
            <a:r>
              <a:rPr sz="1500" b="0">
                <a:solidFill>
                  <a:srgbClr val="000000"/>
                </a:solidFill>
                <a:latin typeface="HGPｺﾞｼｯｸE"/>
                <a:ea typeface="HGPｺﾞｼｯｸE"/>
              </a:rPr>
              <a:t>・9ページすべてを1ページずつめくる。飛ばすページはありません</a:t>
            </a:r>
          </a:p>
          <a:p>
            <a:pPr algn="l">
              <a:spcAft>
                <a:spcPts val="600"/>
              </a:spcAft>
            </a:pPr>
            <a:r>
              <a:rPr sz="1500" b="0">
                <a:solidFill>
                  <a:srgbClr val="000000"/>
                </a:solidFill>
                <a:latin typeface="HGPｺﾞｼｯｸE"/>
                <a:ea typeface="HGPｺﾞｼｯｸE"/>
              </a:rPr>
              <a:t>・時間をかけるのは p.9・p.14・p.17 の3ページ。残りは各20〜30秒で抜ける</a:t>
            </a:r>
          </a:p>
          <a:p>
            <a:pPr algn="l">
              <a:spcAft>
                <a:spcPts val="600"/>
              </a:spcAft>
            </a:pPr>
            <a:r>
              <a:rPr sz="1500" b="0">
                <a:solidFill>
                  <a:srgbClr val="000000"/>
                </a:solidFill>
                <a:latin typeface="HGPｺﾞｼｯｸE"/>
                <a:ea typeface="HGPｺﾞｼｯｸE"/>
              </a:rPr>
              <a:t>・いちばん最初に、お客様の検針票の実額を聞く。そこから全部の数字を置き換える</a:t>
            </a:r>
          </a:p>
          <a:p>
            <a:pPr algn="l">
              <a:spcAft>
                <a:spcPts val="600"/>
              </a:spcAft>
            </a:pPr>
            <a:r>
              <a:rPr sz="1500" b="0">
                <a:solidFill>
                  <a:srgbClr val="000000"/>
                </a:solidFill>
                <a:latin typeface="HGPｺﾞｼｯｸE"/>
                <a:ea typeface="HGPｺﾞｼｯｸE"/>
              </a:rPr>
              <a:t>・「全国平均では」で終わらせない。必ず「〇〇様の場合は」に変換する</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ounded Rectangle 1"/>
          <p:cNvSpPr/>
          <p:nvPr/>
        </p:nvSpPr>
        <p:spPr>
          <a:xfrm>
            <a:off x="143560" y="692200"/>
            <a:ext cx="128016" cy="468172"/>
          </a:xfrm>
          <a:prstGeom prst="roundRect">
            <a:avLst/>
          </a:prstGeom>
          <a:solidFill>
            <a:srgbClr val="000000"/>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18211" y="672998"/>
            <a:ext cx="9052560" cy="523036"/>
          </a:xfrm>
          <a:prstGeom prst="rect">
            <a:avLst/>
          </a:prstGeom>
          <a:noFill/>
        </p:spPr>
        <p:txBody>
          <a:bodyPr wrap="square" anchor="t" lIns="0" rIns="0" tIns="18288" bIns="18288">
            <a:spAutoFit/>
          </a:bodyPr>
          <a:lstStyle/>
          <a:p>
            <a:pPr algn="l">
              <a:spcAft>
                <a:spcPts val="500"/>
              </a:spcAft>
            </a:pPr>
            <a:r>
              <a:rPr sz="2800" b="0">
                <a:solidFill>
                  <a:srgbClr val="000000"/>
                </a:solidFill>
                <a:latin typeface="HGP明朝E"/>
                <a:ea typeface="HGP明朝E"/>
              </a:rPr>
              <a:t>① 電気代</a:t>
            </a:r>
          </a:p>
        </p:txBody>
      </p:sp>
      <p:sp>
        <p:nvSpPr>
          <p:cNvPr id="4" name="TextBox 3"/>
          <p:cNvSpPr txBox="1"/>
          <p:nvPr/>
        </p:nvSpPr>
        <p:spPr>
          <a:xfrm>
            <a:off x="7598664" y="6565392"/>
            <a:ext cx="2103120" cy="301752"/>
          </a:xfrm>
          <a:prstGeom prst="rect">
            <a:avLst/>
          </a:prstGeom>
          <a:noFill/>
        </p:spPr>
        <p:txBody>
          <a:bodyPr wrap="square" anchor="t" lIns="0" rIns="0" tIns="18288" bIns="18288">
            <a:spAutoFit/>
          </a:bodyPr>
          <a:lstStyle/>
          <a:p>
            <a:pPr algn="r">
              <a:spcAft>
                <a:spcPts val="500"/>
              </a:spcAft>
            </a:pPr>
            <a:r>
              <a:rPr sz="1200" b="0">
                <a:solidFill>
                  <a:srgbClr val="FFFFFF"/>
                </a:solidFill>
                <a:latin typeface="HGPｺﾞｼｯｸE"/>
                <a:ea typeface="HGPｺﾞｼｯｸE"/>
              </a:rPr>
              <a:t>7</a:t>
            </a:r>
          </a:p>
        </p:txBody>
      </p:sp>
      <p:sp>
        <p:nvSpPr>
          <p:cNvPr id="5" name="TextBox 4"/>
          <p:cNvSpPr txBox="1"/>
          <p:nvPr/>
        </p:nvSpPr>
        <p:spPr>
          <a:xfrm>
            <a:off x="411480" y="1243584"/>
            <a:ext cx="9098280" cy="411480"/>
          </a:xfrm>
          <a:prstGeom prst="rect">
            <a:avLst/>
          </a:prstGeom>
          <a:noFill/>
        </p:spPr>
        <p:txBody>
          <a:bodyPr wrap="square" anchor="t" lIns="0" rIns="0" tIns="18288" bIns="18288">
            <a:spAutoFit/>
          </a:bodyPr>
          <a:lstStyle/>
          <a:p>
            <a:pPr algn="l">
              <a:spcAft>
                <a:spcPts val="500"/>
              </a:spcAft>
            </a:pPr>
            <a:r>
              <a:rPr sz="2300" b="1">
                <a:solidFill>
                  <a:srgbClr val="000000"/>
                </a:solidFill>
                <a:latin typeface="HGPｺﾞｼｯｸE"/>
                <a:ea typeface="HGPｺﾞｼｯｸE"/>
              </a:rPr>
              <a:t>p.9　直近10年間、過去最高水準の電気料金になっています</a:t>
            </a:r>
          </a:p>
        </p:txBody>
      </p:sp>
      <p:pic>
        <p:nvPicPr>
          <p:cNvPr id="6" name="Picture 5" descr="ab09.jpg"/>
          <p:cNvPicPr>
            <a:picLocks noChangeAspect="1"/>
          </p:cNvPicPr>
          <p:nvPr/>
        </p:nvPicPr>
        <p:blipFill>
          <a:blip r:embed="rId2"/>
          <a:stretch>
            <a:fillRect/>
          </a:stretch>
        </p:blipFill>
        <p:spPr>
          <a:xfrm>
            <a:off x="411480" y="1755648"/>
            <a:ext cx="4434840" cy="3069416"/>
          </a:xfrm>
          <a:prstGeom prst="rect">
            <a:avLst/>
          </a:prstGeom>
          <a:ln w="12700">
            <a:solidFill>
              <a:srgbClr val="808080"/>
            </a:solidFill>
          </a:ln>
        </p:spPr>
      </p:pic>
      <p:sp>
        <p:nvSpPr>
          <p:cNvPr id="7" name="TextBox 6"/>
          <p:cNvSpPr txBox="1"/>
          <p:nvPr/>
        </p:nvSpPr>
        <p:spPr>
          <a:xfrm>
            <a:off x="411480" y="4882896"/>
            <a:ext cx="4434840" cy="256032"/>
          </a:xfrm>
          <a:prstGeom prst="rect">
            <a:avLst/>
          </a:prstGeom>
          <a:noFill/>
        </p:spPr>
        <p:txBody>
          <a:bodyPr wrap="square" anchor="t" lIns="0" rIns="0" tIns="18288" bIns="18288">
            <a:spAutoFit/>
          </a:bodyPr>
          <a:lstStyle/>
          <a:p>
            <a:pPr algn="l">
              <a:spcAft>
                <a:spcPts val="500"/>
              </a:spcAft>
            </a:pPr>
            <a:r>
              <a:rPr sz="1100" b="0">
                <a:solidFill>
                  <a:srgbClr val="595959"/>
                </a:solidFill>
                <a:latin typeface="HGPｺﾞｼｯｸE"/>
                <a:ea typeface="HGPｺﾞｼｯｸE"/>
              </a:rPr>
              <a:t>アプローチブック p.9　電気料金の推移</a:t>
            </a:r>
          </a:p>
        </p:txBody>
      </p:sp>
      <p:sp>
        <p:nvSpPr>
          <p:cNvPr id="8" name="Rounded Rectangle 7"/>
          <p:cNvSpPr/>
          <p:nvPr/>
        </p:nvSpPr>
        <p:spPr>
          <a:xfrm>
            <a:off x="5166360" y="1755648"/>
            <a:ext cx="4343400" cy="1024128"/>
          </a:xfrm>
          <a:prstGeom prst="roundRect">
            <a:avLst/>
          </a:prstGeom>
          <a:solidFill>
            <a:srgbClr val="DEEBF7"/>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36576" bIns="36576"/>
          <a:lstStyle/>
          <a:p>
            <a:pPr algn="l">
              <a:spcAft>
                <a:spcPts val="500"/>
              </a:spcAft>
            </a:pPr>
            <a:r>
              <a:rPr sz="1200" b="1">
                <a:solidFill>
                  <a:srgbClr val="0070C0"/>
                </a:solidFill>
                <a:latin typeface="HGPｺﾞｼｯｸE"/>
                <a:ea typeface="HGPｺﾞｼｯｸE"/>
              </a:rPr>
              <a:t>引き出す反応（お客様の台詞）</a:t>
            </a:r>
          </a:p>
          <a:p>
            <a:pPr algn="l">
              <a:spcAft>
                <a:spcPts val="300"/>
              </a:spcAft>
            </a:pPr>
            <a:r>
              <a:rPr sz="1500" b="1">
                <a:solidFill>
                  <a:srgbClr val="000000"/>
                </a:solidFill>
                <a:latin typeface="HGPｺﾞｼｯｸE"/>
                <a:ea typeface="HGPｺﾞｼｯｸE"/>
              </a:rPr>
              <a:t>「10年間で5.5万円も電気代は上がっているのですね」</a:t>
            </a:r>
          </a:p>
        </p:txBody>
      </p:sp>
      <p:sp>
        <p:nvSpPr>
          <p:cNvPr id="9" name="Rectangle 8"/>
          <p:cNvSpPr/>
          <p:nvPr/>
        </p:nvSpPr>
        <p:spPr>
          <a:xfrm>
            <a:off x="5166360" y="2871216"/>
            <a:ext cx="4343400" cy="2322576"/>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36576" bIns="36576"/>
          <a:lstStyle/>
          <a:p>
            <a:pPr algn="l">
              <a:spcAft>
                <a:spcPts val="600"/>
              </a:spcAft>
            </a:pPr>
            <a:r>
              <a:rPr sz="1300" b="1">
                <a:solidFill>
                  <a:srgbClr val="595959"/>
                </a:solidFill>
                <a:latin typeface="HGPｺﾞｼｯｸE"/>
                <a:ea typeface="HGPｺﾞｼｯｸE"/>
              </a:rPr>
              <a:t>このページで言うこと</a:t>
            </a:r>
          </a:p>
          <a:p>
            <a:pPr algn="l">
              <a:spcAft>
                <a:spcPts val="600"/>
              </a:spcAft>
            </a:pPr>
            <a:r>
              <a:rPr sz="1300" b="1">
                <a:solidFill>
                  <a:srgbClr val="000000"/>
                </a:solidFill>
                <a:latin typeface="HGPｺﾞｼｯｸE"/>
                <a:ea typeface="HGPｺﾞｼｯｸE"/>
              </a:rPr>
              <a:t>グラフ全体は説明せず、右端の¥180,675だけを指す</a:t>
            </a:r>
          </a:p>
          <a:p>
            <a:pPr algn="l">
              <a:spcAft>
                <a:spcPts val="600"/>
              </a:spcAft>
            </a:pPr>
            <a:r>
              <a:rPr sz="1300" b="0">
                <a:solidFill>
                  <a:srgbClr val="000000"/>
                </a:solidFill>
                <a:latin typeface="HGPｺﾞｼｯｸE"/>
                <a:ea typeface="HGPｺﾞｼｯｸE"/>
              </a:rPr>
              <a:t>「2010年は約12万円でした。それが2025年には18万円です」</a:t>
            </a:r>
          </a:p>
          <a:p>
            <a:pPr algn="l">
              <a:spcAft>
                <a:spcPts val="600"/>
              </a:spcAft>
            </a:pPr>
            <a:r>
              <a:rPr sz="1300" b="0">
                <a:solidFill>
                  <a:srgbClr val="000000"/>
                </a:solidFill>
                <a:latin typeface="HGPｺﾞｼｯｸE"/>
                <a:ea typeface="HGPｺﾞｼｯｸE"/>
              </a:rPr>
              <a:t>「震災を境に、15年で約5.5万円上がりました」</a:t>
            </a:r>
          </a:p>
          <a:p>
            <a:pPr algn="l">
              <a:spcAft>
                <a:spcPts val="600"/>
              </a:spcAft>
            </a:pPr>
            <a:r>
              <a:rPr sz="1300" b="1">
                <a:solidFill>
                  <a:srgbClr val="FF0000"/>
                </a:solidFill>
                <a:latin typeface="HGPｺﾞｼｯｸE"/>
                <a:ea typeface="HGPｺﾞｼｯｸE"/>
              </a:rPr>
              <a:t>先に「〇〇様は月いくらですか？」と聞いてから開く</a:t>
            </a:r>
          </a:p>
        </p:txBody>
      </p:sp>
      <p:sp>
        <p:nvSpPr>
          <p:cNvPr id="10" name="Rectangle 9"/>
          <p:cNvSpPr/>
          <p:nvPr/>
        </p:nvSpPr>
        <p:spPr>
          <a:xfrm>
            <a:off x="411480" y="5303520"/>
            <a:ext cx="9098280" cy="530352"/>
          </a:xfrm>
          <a:prstGeom prst="rect">
            <a:avLst/>
          </a:prstGeom>
          <a:solidFill>
            <a:srgbClr val="EAF1D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spcAft>
                <a:spcPts val="400"/>
              </a:spcAft>
            </a:pPr>
            <a:r>
              <a:rPr sz="1200" b="1">
                <a:solidFill>
                  <a:srgbClr val="595959"/>
                </a:solidFill>
                <a:latin typeface="HGPｺﾞｼｯｸE"/>
                <a:ea typeface="HGPｺﾞｼｯｸE"/>
              </a:rPr>
              <a:t>緑帯の結論（そのまま言い切る）　</a:t>
            </a:r>
            <a:r>
              <a:rPr sz="1500" b="1">
                <a:solidFill>
                  <a:srgbClr val="000000"/>
                </a:solidFill>
                <a:highlight>
                  <a:srgbClr val="FFFF00"/>
                </a:highlight>
                <a:latin typeface="HGPｺﾞｼｯｸE"/>
                <a:ea typeface="HGPｺﾞｼｯｸE"/>
              </a:rPr>
              <a:t>電気料金は2011年以降45％、約5.5万円も上昇している</a:t>
            </a:r>
          </a:p>
        </p:txBody>
      </p:sp>
      <p:sp>
        <p:nvSpPr>
          <p:cNvPr id="11" name="Rectangle 10"/>
          <p:cNvSpPr/>
          <p:nvPr/>
        </p:nvSpPr>
        <p:spPr>
          <a:xfrm>
            <a:off x="411480" y="5925312"/>
            <a:ext cx="9098280" cy="457200"/>
          </a:xfrm>
          <a:prstGeom prst="rect">
            <a:avLst/>
          </a:prstGeom>
          <a:solidFill>
            <a:srgbClr val="FCE4E4"/>
          </a:solidFill>
          <a:ln w="12700">
            <a:solidFill>
              <a:srgbClr val="FF0000"/>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spcAft>
                <a:spcPts val="400"/>
              </a:spcAft>
            </a:pPr>
            <a:r>
              <a:rPr sz="1300" b="1">
                <a:solidFill>
                  <a:srgbClr val="FF0000"/>
                </a:solidFill>
                <a:latin typeface="HGPｺﾞｼｯｸE"/>
                <a:ea typeface="HGPｺﾞｼｯｸE"/>
              </a:rPr>
              <a:t>注意　</a:t>
            </a:r>
            <a:r>
              <a:rPr sz="1400" b="1">
                <a:solidFill>
                  <a:srgbClr val="000000"/>
                </a:solidFill>
                <a:latin typeface="HGPｺﾞｼｯｸE"/>
                <a:ea typeface="HGPｺﾞｼｯｸE"/>
              </a:rPr>
              <a:t>グラフの棒を1本ずつ読み上げると、お客様は数字を追えなくなります</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ounded Rectangle 1"/>
          <p:cNvSpPr/>
          <p:nvPr/>
        </p:nvSpPr>
        <p:spPr>
          <a:xfrm>
            <a:off x="143560" y="692200"/>
            <a:ext cx="128016" cy="468172"/>
          </a:xfrm>
          <a:prstGeom prst="roundRect">
            <a:avLst/>
          </a:prstGeom>
          <a:solidFill>
            <a:srgbClr val="000000"/>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18211" y="672998"/>
            <a:ext cx="9052560" cy="523036"/>
          </a:xfrm>
          <a:prstGeom prst="rect">
            <a:avLst/>
          </a:prstGeom>
          <a:noFill/>
        </p:spPr>
        <p:txBody>
          <a:bodyPr wrap="square" anchor="t" lIns="0" rIns="0" tIns="18288" bIns="18288">
            <a:spAutoFit/>
          </a:bodyPr>
          <a:lstStyle/>
          <a:p>
            <a:pPr algn="l">
              <a:spcAft>
                <a:spcPts val="500"/>
              </a:spcAft>
            </a:pPr>
            <a:r>
              <a:rPr sz="2800" b="0">
                <a:solidFill>
                  <a:srgbClr val="000000"/>
                </a:solidFill>
                <a:latin typeface="HGP明朝E"/>
                <a:ea typeface="HGP明朝E"/>
              </a:rPr>
              <a:t>① 電気代</a:t>
            </a:r>
          </a:p>
        </p:txBody>
      </p:sp>
      <p:sp>
        <p:nvSpPr>
          <p:cNvPr id="4" name="TextBox 3"/>
          <p:cNvSpPr txBox="1"/>
          <p:nvPr/>
        </p:nvSpPr>
        <p:spPr>
          <a:xfrm>
            <a:off x="7598664" y="6565392"/>
            <a:ext cx="2103120" cy="301752"/>
          </a:xfrm>
          <a:prstGeom prst="rect">
            <a:avLst/>
          </a:prstGeom>
          <a:noFill/>
        </p:spPr>
        <p:txBody>
          <a:bodyPr wrap="square" anchor="t" lIns="0" rIns="0" tIns="18288" bIns="18288">
            <a:spAutoFit/>
          </a:bodyPr>
          <a:lstStyle/>
          <a:p>
            <a:pPr algn="r">
              <a:spcAft>
                <a:spcPts val="500"/>
              </a:spcAft>
            </a:pPr>
            <a:r>
              <a:rPr sz="1200" b="0">
                <a:solidFill>
                  <a:srgbClr val="FFFFFF"/>
                </a:solidFill>
                <a:latin typeface="HGPｺﾞｼｯｸE"/>
                <a:ea typeface="HGPｺﾞｼｯｸE"/>
              </a:rPr>
              <a:t>8</a:t>
            </a:r>
          </a:p>
        </p:txBody>
      </p:sp>
      <p:sp>
        <p:nvSpPr>
          <p:cNvPr id="5" name="TextBox 4"/>
          <p:cNvSpPr txBox="1"/>
          <p:nvPr/>
        </p:nvSpPr>
        <p:spPr>
          <a:xfrm>
            <a:off x="411480" y="1243584"/>
            <a:ext cx="9098280" cy="411480"/>
          </a:xfrm>
          <a:prstGeom prst="rect">
            <a:avLst/>
          </a:prstGeom>
          <a:noFill/>
        </p:spPr>
        <p:txBody>
          <a:bodyPr wrap="square" anchor="t" lIns="0" rIns="0" tIns="18288" bIns="18288">
            <a:spAutoFit/>
          </a:bodyPr>
          <a:lstStyle/>
          <a:p>
            <a:pPr algn="l">
              <a:spcAft>
                <a:spcPts val="500"/>
              </a:spcAft>
            </a:pPr>
            <a:r>
              <a:rPr sz="2300" b="1">
                <a:solidFill>
                  <a:srgbClr val="000000"/>
                </a:solidFill>
                <a:latin typeface="HGPｺﾞｼｯｸE"/>
                <a:ea typeface="HGPｺﾞｼｯｸE"/>
              </a:rPr>
              <a:t>p.10　「電力自由化」でも電気代は上がってしまいました</a:t>
            </a:r>
          </a:p>
        </p:txBody>
      </p:sp>
      <p:sp>
        <p:nvSpPr>
          <p:cNvPr id="6" name="Rectangle 5"/>
          <p:cNvSpPr/>
          <p:nvPr/>
        </p:nvSpPr>
        <p:spPr>
          <a:xfrm>
            <a:off x="411480" y="1755648"/>
            <a:ext cx="4434840" cy="3054096"/>
          </a:xfrm>
          <a:prstGeom prst="rect">
            <a:avLst/>
          </a:prstGeom>
          <a:solidFill>
            <a:srgbClr val="FFF2CC"/>
          </a:solidFill>
          <a:ln w="12700">
            <a:solidFill>
              <a:srgbClr val="BF8F00"/>
            </a:solid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36576" bIns="36576"/>
          <a:lstStyle/>
          <a:p>
            <a:pPr algn="l">
              <a:spcAft>
                <a:spcPts val="700"/>
              </a:spcAft>
            </a:pPr>
            <a:r>
              <a:rPr sz="1300" b="1">
                <a:solidFill>
                  <a:srgbClr val="7F6000"/>
                </a:solidFill>
                <a:latin typeface="HGPｺﾞｼｯｸE"/>
                <a:ea typeface="HGPｺﾞｼｯｸE"/>
              </a:rPr>
              <a:t>誌面に載っているもの</a:t>
            </a:r>
          </a:p>
          <a:p>
            <a:pPr algn="l">
              <a:spcAft>
                <a:spcPts val="600"/>
              </a:spcAft>
            </a:pPr>
            <a:r>
              <a:rPr sz="1300" b="0">
                <a:solidFill>
                  <a:srgbClr val="000000"/>
                </a:solidFill>
                <a:latin typeface="HGPｺﾞｼｯｸE"/>
                <a:ea typeface="HGPｺﾞｼｯｸE"/>
              </a:rPr>
              <a:t>2016年4月　電力小売の全面自由化</a:t>
            </a:r>
          </a:p>
          <a:p>
            <a:pPr algn="l">
              <a:spcAft>
                <a:spcPts val="800"/>
              </a:spcAft>
            </a:pPr>
            <a:r>
              <a:rPr sz="1300" b="0">
                <a:solidFill>
                  <a:srgbClr val="595959"/>
                </a:solidFill>
                <a:latin typeface="HGPｺﾞｼｯｸE"/>
                <a:ea typeface="HGPｺﾞｼｯｸE"/>
              </a:rPr>
              <a:t>新電力の参入で選択肢は広がった。しかし──</a:t>
            </a:r>
          </a:p>
        </p:txBody>
      </p:sp>
      <p:graphicFrame>
        <p:nvGraphicFramePr>
          <p:cNvPr id="7" name="Table 6"/>
          <p:cNvGraphicFramePr>
            <a:graphicFrameLocks noGrp="1"/>
          </p:cNvGraphicFramePr>
          <p:nvPr/>
        </p:nvGraphicFramePr>
        <p:xfrm>
          <a:off x="566928" y="2926080"/>
          <a:ext cx="4023360" cy="1042416"/>
        </p:xfrm>
        <a:graphic>
          <a:graphicData uri="http://schemas.openxmlformats.org/drawingml/2006/table">
            <a:tbl>
              <a:tblPr firstRow="1">
                <a:tableStyleId>{5C22544A-7EE6-4342-B048-85BDC9FD1C3A}</a:tableStyleId>
              </a:tblPr>
              <a:tblGrid>
                <a:gridCol w="2011680"/>
                <a:gridCol w="2011680"/>
              </a:tblGrid>
              <a:tr h="246888">
                <a:tc>
                  <a:txBody>
                    <a:bodyPr wrap="square"/>
                    <a:lstStyle/>
                    <a:p>
                      <a:pPr algn="ctr"/>
                      <a:r>
                        <a:rPr sz="1150" b="1">
                          <a:solidFill>
                            <a:srgbClr val="FFFFFF"/>
                          </a:solidFill>
                          <a:latin typeface="游ゴシック"/>
                          <a:ea typeface="游ゴシック"/>
                        </a:rPr>
                        <a:t>年度</a:t>
                      </a:r>
                    </a:p>
                  </a:txBody>
                  <a:tcPr marL="45720" marR="45720" marT="18288" marB="18288" anchor="ctr">
                    <a:solidFill>
                      <a:srgbClr val="000000"/>
                    </a:solidFill>
                  </a:tcPr>
                </a:tc>
                <a:tc>
                  <a:txBody>
                    <a:bodyPr wrap="square"/>
                    <a:lstStyle/>
                    <a:p>
                      <a:pPr algn="ctr"/>
                      <a:r>
                        <a:rPr sz="1150" b="1">
                          <a:solidFill>
                            <a:srgbClr val="FFFFFF"/>
                          </a:solidFill>
                          <a:latin typeface="游ゴシック"/>
                          <a:ea typeface="游ゴシック"/>
                        </a:rPr>
                        <a:t>電力量単価</a:t>
                      </a:r>
                    </a:p>
                  </a:txBody>
                  <a:tcPr marL="45720" marR="45720" marT="18288" marB="18288" anchor="ctr">
                    <a:solidFill>
                      <a:srgbClr val="000000"/>
                    </a:solidFill>
                  </a:tcPr>
                </a:tc>
              </a:tr>
              <a:tr h="265176">
                <a:tc>
                  <a:txBody>
                    <a:bodyPr wrap="square"/>
                    <a:lstStyle/>
                    <a:p>
                      <a:pPr algn="l"/>
                      <a:r>
                        <a:rPr sz="1150" b="0">
                          <a:solidFill>
                            <a:srgbClr val="000000"/>
                          </a:solidFill>
                          <a:latin typeface="游ゴシック"/>
                          <a:ea typeface="游ゴシック"/>
                        </a:rPr>
                        <a:t>2016年</a:t>
                      </a:r>
                    </a:p>
                  </a:txBody>
                  <a:tcPr marL="45720" marR="45720" marT="18288" marB="18288" anchor="ctr">
                    <a:noFill/>
                  </a:tcPr>
                </a:tc>
                <a:tc>
                  <a:txBody>
                    <a:bodyPr wrap="square"/>
                    <a:lstStyle/>
                    <a:p>
                      <a:pPr algn="l"/>
                      <a:r>
                        <a:rPr sz="1150" b="0">
                          <a:solidFill>
                            <a:srgbClr val="000000"/>
                          </a:solidFill>
                          <a:latin typeface="游ゴシック"/>
                          <a:ea typeface="游ゴシック"/>
                        </a:rPr>
                        <a:t>21円/kWh</a:t>
                      </a:r>
                    </a:p>
                  </a:txBody>
                  <a:tcPr marL="45720" marR="45720" marT="18288" marB="18288" anchor="ctr">
                    <a:noFill/>
                  </a:tcPr>
                </a:tc>
              </a:tr>
              <a:tr h="265176">
                <a:tc>
                  <a:txBody>
                    <a:bodyPr wrap="square"/>
                    <a:lstStyle/>
                    <a:p>
                      <a:pPr algn="l"/>
                      <a:r>
                        <a:rPr sz="1150" b="1">
                          <a:solidFill>
                            <a:srgbClr val="000000"/>
                          </a:solidFill>
                          <a:latin typeface="游ゴシック"/>
                          <a:ea typeface="游ゴシック"/>
                        </a:rPr>
                        <a:t>2025年</a:t>
                      </a:r>
                    </a:p>
                  </a:txBody>
                  <a:tcPr marL="45720" marR="45720" marT="18288" marB="18288" anchor="ctr">
                    <a:noFill/>
                  </a:tcPr>
                </a:tc>
                <a:tc>
                  <a:txBody>
                    <a:bodyPr wrap="square"/>
                    <a:lstStyle/>
                    <a:p>
                      <a:pPr algn="l"/>
                      <a:r>
                        <a:rPr sz="1150" b="1">
                          <a:solidFill>
                            <a:srgbClr val="FF0000"/>
                          </a:solidFill>
                          <a:latin typeface="游ゴシック"/>
                          <a:ea typeface="游ゴシック"/>
                        </a:rPr>
                        <a:t>32円/kWh</a:t>
                      </a:r>
                    </a:p>
                  </a:txBody>
                  <a:tcPr marL="45720" marR="45720" marT="18288" marB="18288" anchor="ctr">
                    <a:noFill/>
                  </a:tcPr>
                </a:tc>
              </a:tr>
              <a:tr h="265176">
                <a:tc>
                  <a:txBody>
                    <a:bodyPr wrap="square"/>
                    <a:lstStyle/>
                    <a:p>
                      <a:pPr algn="l"/>
                      <a:r>
                        <a:rPr sz="1150" b="1">
                          <a:solidFill>
                            <a:srgbClr val="000000"/>
                          </a:solidFill>
                          <a:latin typeface="游ゴシック"/>
                          <a:ea typeface="游ゴシック"/>
                        </a:rPr>
                        <a:t>9年間の上昇</a:t>
                      </a:r>
                    </a:p>
                  </a:txBody>
                  <a:tcPr marL="45720" marR="45720" marT="18288" marB="18288" anchor="ctr">
                    <a:solidFill>
                      <a:srgbClr val="EAF1DD"/>
                    </a:solidFill>
                  </a:tcPr>
                </a:tc>
                <a:tc>
                  <a:txBody>
                    <a:bodyPr wrap="square"/>
                    <a:lstStyle/>
                    <a:p>
                      <a:pPr algn="l"/>
                      <a:r>
                        <a:rPr sz="1150" b="1">
                          <a:solidFill>
                            <a:srgbClr val="FF0000"/>
                          </a:solidFill>
                          <a:latin typeface="游ゴシック"/>
                          <a:ea typeface="游ゴシック"/>
                        </a:rPr>
                        <a:t>＋11円/kWh</a:t>
                      </a:r>
                    </a:p>
                  </a:txBody>
                  <a:tcPr marL="45720" marR="45720" marT="18288" marB="18288" anchor="ctr">
                    <a:solidFill>
                      <a:srgbClr val="EAF1DD"/>
                    </a:solidFill>
                  </a:tcPr>
                </a:tc>
              </a:tr>
            </a:tbl>
          </a:graphicData>
        </a:graphic>
      </p:graphicFrame>
      <p:sp>
        <p:nvSpPr>
          <p:cNvPr id="8" name="TextBox 7"/>
          <p:cNvSpPr txBox="1"/>
          <p:nvPr/>
        </p:nvSpPr>
        <p:spPr>
          <a:xfrm>
            <a:off x="411480" y="4864608"/>
            <a:ext cx="4434840" cy="256032"/>
          </a:xfrm>
          <a:prstGeom prst="rect">
            <a:avLst/>
          </a:prstGeom>
          <a:noFill/>
        </p:spPr>
        <p:txBody>
          <a:bodyPr wrap="square" anchor="t" lIns="0" rIns="0" tIns="18288" bIns="18288">
            <a:spAutoFit/>
          </a:bodyPr>
          <a:lstStyle/>
          <a:p>
            <a:pPr algn="l">
              <a:spcAft>
                <a:spcPts val="500"/>
              </a:spcAft>
            </a:pPr>
            <a:r>
              <a:rPr sz="1100" b="0">
                <a:solidFill>
                  <a:srgbClr val="595959"/>
                </a:solidFill>
                <a:latin typeface="HGPｺﾞｼｯｸE"/>
                <a:ea typeface="HGPｺﾞｼｯｸE"/>
              </a:rPr>
              <a:t>アプローチブック p.10　電力自由化と電力量単価の推移</a:t>
            </a:r>
          </a:p>
        </p:txBody>
      </p:sp>
      <p:sp>
        <p:nvSpPr>
          <p:cNvPr id="9" name="Rounded Rectangle 8"/>
          <p:cNvSpPr/>
          <p:nvPr/>
        </p:nvSpPr>
        <p:spPr>
          <a:xfrm>
            <a:off x="5166360" y="1755648"/>
            <a:ext cx="4343400" cy="1024128"/>
          </a:xfrm>
          <a:prstGeom prst="roundRect">
            <a:avLst/>
          </a:prstGeom>
          <a:solidFill>
            <a:srgbClr val="DEEBF7"/>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36576" bIns="36576"/>
          <a:lstStyle/>
          <a:p>
            <a:pPr algn="l">
              <a:spcAft>
                <a:spcPts val="500"/>
              </a:spcAft>
            </a:pPr>
            <a:r>
              <a:rPr sz="1200" b="1">
                <a:solidFill>
                  <a:srgbClr val="0070C0"/>
                </a:solidFill>
                <a:latin typeface="HGPｺﾞｼｯｸE"/>
                <a:ea typeface="HGPｺﾞｼｯｸE"/>
              </a:rPr>
              <a:t>引き出す反応（お客様の台詞）</a:t>
            </a:r>
          </a:p>
          <a:p>
            <a:pPr algn="l">
              <a:spcAft>
                <a:spcPts val="300"/>
              </a:spcAft>
            </a:pPr>
            <a:r>
              <a:rPr sz="1500" b="1">
                <a:solidFill>
                  <a:srgbClr val="000000"/>
                </a:solidFill>
                <a:latin typeface="HGPｺﾞｼｯｸE"/>
                <a:ea typeface="HGPｺﾞｼｯｸE"/>
              </a:rPr>
              <a:t>「政府が電力自由化の法改正をしても電気代は上がっているのですね」</a:t>
            </a:r>
          </a:p>
        </p:txBody>
      </p:sp>
      <p:sp>
        <p:nvSpPr>
          <p:cNvPr id="10" name="Rectangle 9"/>
          <p:cNvSpPr/>
          <p:nvPr/>
        </p:nvSpPr>
        <p:spPr>
          <a:xfrm>
            <a:off x="5166360" y="2871216"/>
            <a:ext cx="4343400" cy="2322576"/>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36576" bIns="36576"/>
          <a:lstStyle/>
          <a:p>
            <a:pPr algn="l">
              <a:spcAft>
                <a:spcPts val="600"/>
              </a:spcAft>
            </a:pPr>
            <a:r>
              <a:rPr sz="1300" b="1">
                <a:solidFill>
                  <a:srgbClr val="595959"/>
                </a:solidFill>
                <a:latin typeface="HGPｺﾞｼｯｸE"/>
                <a:ea typeface="HGPｺﾞｼｯｸE"/>
              </a:rPr>
              <a:t>このページで言うこと</a:t>
            </a:r>
          </a:p>
          <a:p>
            <a:pPr algn="l">
              <a:spcAft>
                <a:spcPts val="600"/>
              </a:spcAft>
            </a:pPr>
            <a:r>
              <a:rPr sz="1300" b="1">
                <a:solidFill>
                  <a:srgbClr val="000000"/>
                </a:solidFill>
                <a:latin typeface="HGPｺﾞｼｯｸE"/>
                <a:ea typeface="HGPｺﾞｼｯｸE"/>
              </a:rPr>
              <a:t>誌面の表は2つの数字だけ。ここを順に指す</a:t>
            </a:r>
          </a:p>
          <a:p>
            <a:pPr algn="l">
              <a:spcAft>
                <a:spcPts val="600"/>
              </a:spcAft>
            </a:pPr>
            <a:r>
              <a:rPr sz="1300" b="0">
                <a:solidFill>
                  <a:srgbClr val="000000"/>
                </a:solidFill>
                <a:latin typeface="HGPｺﾞｼｯｸE"/>
                <a:ea typeface="HGPｺﾞｼｯｸE"/>
              </a:rPr>
              <a:t>「2016年4月に電力小売が自由化されました」</a:t>
            </a:r>
          </a:p>
          <a:p>
            <a:pPr algn="l">
              <a:spcAft>
                <a:spcPts val="600"/>
              </a:spcAft>
            </a:pPr>
            <a:r>
              <a:rPr sz="1300" b="0">
                <a:solidFill>
                  <a:srgbClr val="000000"/>
                </a:solidFill>
                <a:latin typeface="HGPｺﾞｼｯｸE"/>
                <a:ea typeface="HGPｺﾞｼｯｸE"/>
              </a:rPr>
              <a:t>「新電力が増えて、選択肢は確かに広がりました」</a:t>
            </a:r>
          </a:p>
          <a:p>
            <a:pPr algn="l">
              <a:spcAft>
                <a:spcPts val="600"/>
              </a:spcAft>
            </a:pPr>
            <a:r>
              <a:rPr sz="1300" b="0">
                <a:solidFill>
                  <a:srgbClr val="000000"/>
                </a:solidFill>
                <a:latin typeface="HGPｺﾞｼｯｸE"/>
                <a:ea typeface="HGPｺﾞｼｯｸE"/>
              </a:rPr>
              <a:t>「ところが単価は21円→32円。11円上がっています」</a:t>
            </a:r>
          </a:p>
          <a:p>
            <a:pPr algn="l">
              <a:spcAft>
                <a:spcPts val="600"/>
              </a:spcAft>
            </a:pPr>
            <a:r>
              <a:rPr sz="1300" b="1">
                <a:solidFill>
                  <a:srgbClr val="FF0000"/>
                </a:solidFill>
                <a:latin typeface="HGPｺﾞｼｯｸE"/>
                <a:ea typeface="HGPｺﾞｼｯｸE"/>
              </a:rPr>
              <a:t>狙いは「法改正でも止まらなかった」の一点</a:t>
            </a:r>
          </a:p>
        </p:txBody>
      </p:sp>
      <p:sp>
        <p:nvSpPr>
          <p:cNvPr id="11" name="Rectangle 10"/>
          <p:cNvSpPr/>
          <p:nvPr/>
        </p:nvSpPr>
        <p:spPr>
          <a:xfrm>
            <a:off x="411480" y="5303520"/>
            <a:ext cx="9098280" cy="530352"/>
          </a:xfrm>
          <a:prstGeom prst="rect">
            <a:avLst/>
          </a:prstGeom>
          <a:solidFill>
            <a:srgbClr val="EAF1D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spcAft>
                <a:spcPts val="400"/>
              </a:spcAft>
            </a:pPr>
            <a:r>
              <a:rPr sz="1200" b="1">
                <a:solidFill>
                  <a:srgbClr val="595959"/>
                </a:solidFill>
                <a:latin typeface="HGPｺﾞｼｯｸE"/>
                <a:ea typeface="HGPｺﾞｼｯｸE"/>
              </a:rPr>
              <a:t>緑帯の結論（そのまま言い切る）　</a:t>
            </a:r>
            <a:r>
              <a:rPr sz="1500" b="1">
                <a:solidFill>
                  <a:srgbClr val="000000"/>
                </a:solidFill>
                <a:highlight>
                  <a:srgbClr val="FFFF00"/>
                </a:highlight>
                <a:latin typeface="HGPｺﾞｼｯｸE"/>
                <a:ea typeface="HGPｺﾞｼｯｸE"/>
              </a:rPr>
              <a:t>制度のねらいに反して、電気代はむしろ高くなっている</a:t>
            </a:r>
          </a:p>
        </p:txBody>
      </p:sp>
      <p:sp>
        <p:nvSpPr>
          <p:cNvPr id="12" name="Rectangle 11"/>
          <p:cNvSpPr/>
          <p:nvPr/>
        </p:nvSpPr>
        <p:spPr>
          <a:xfrm>
            <a:off x="411480" y="5925312"/>
            <a:ext cx="9098280" cy="457200"/>
          </a:xfrm>
          <a:prstGeom prst="rect">
            <a:avLst/>
          </a:prstGeom>
          <a:solidFill>
            <a:srgbClr val="FCE4E4"/>
          </a:solidFill>
          <a:ln w="12700">
            <a:solidFill>
              <a:srgbClr val="FF0000"/>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spcAft>
                <a:spcPts val="400"/>
              </a:spcAft>
            </a:pPr>
            <a:r>
              <a:rPr sz="1300" b="1">
                <a:solidFill>
                  <a:srgbClr val="FF0000"/>
                </a:solidFill>
                <a:latin typeface="HGPｺﾞｼｯｸE"/>
                <a:ea typeface="HGPｺﾞｼｯｸE"/>
              </a:rPr>
              <a:t>注意　</a:t>
            </a:r>
            <a:r>
              <a:rPr sz="1400" b="1">
                <a:solidFill>
                  <a:srgbClr val="000000"/>
                </a:solidFill>
                <a:latin typeface="HGPｺﾞｼｯｸE"/>
                <a:ea typeface="HGPｺﾞｼｯｸE"/>
              </a:rPr>
              <a:t>新電力の良し悪しの話に持っていかない。「会社を変えても単価は上がる」で止める</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ounded Rectangle 1"/>
          <p:cNvSpPr/>
          <p:nvPr/>
        </p:nvSpPr>
        <p:spPr>
          <a:xfrm>
            <a:off x="143560" y="692200"/>
            <a:ext cx="128016" cy="468172"/>
          </a:xfrm>
          <a:prstGeom prst="roundRect">
            <a:avLst/>
          </a:prstGeom>
          <a:solidFill>
            <a:srgbClr val="000000"/>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18211" y="672998"/>
            <a:ext cx="9052560" cy="523036"/>
          </a:xfrm>
          <a:prstGeom prst="rect">
            <a:avLst/>
          </a:prstGeom>
          <a:noFill/>
        </p:spPr>
        <p:txBody>
          <a:bodyPr wrap="square" anchor="t" lIns="0" rIns="0" tIns="18288" bIns="18288">
            <a:spAutoFit/>
          </a:bodyPr>
          <a:lstStyle/>
          <a:p>
            <a:pPr algn="l">
              <a:spcAft>
                <a:spcPts val="500"/>
              </a:spcAft>
            </a:pPr>
            <a:r>
              <a:rPr sz="2800" b="0">
                <a:solidFill>
                  <a:srgbClr val="000000"/>
                </a:solidFill>
                <a:latin typeface="HGP明朝E"/>
                <a:ea typeface="HGP明朝E"/>
              </a:rPr>
              <a:t>① 電気代</a:t>
            </a:r>
          </a:p>
        </p:txBody>
      </p:sp>
      <p:sp>
        <p:nvSpPr>
          <p:cNvPr id="4" name="TextBox 3"/>
          <p:cNvSpPr txBox="1"/>
          <p:nvPr/>
        </p:nvSpPr>
        <p:spPr>
          <a:xfrm>
            <a:off x="7598664" y="6565392"/>
            <a:ext cx="2103120" cy="301752"/>
          </a:xfrm>
          <a:prstGeom prst="rect">
            <a:avLst/>
          </a:prstGeom>
          <a:noFill/>
        </p:spPr>
        <p:txBody>
          <a:bodyPr wrap="square" anchor="t" lIns="0" rIns="0" tIns="18288" bIns="18288">
            <a:spAutoFit/>
          </a:bodyPr>
          <a:lstStyle/>
          <a:p>
            <a:pPr algn="r">
              <a:spcAft>
                <a:spcPts val="500"/>
              </a:spcAft>
            </a:pPr>
            <a:r>
              <a:rPr sz="1200" b="0">
                <a:solidFill>
                  <a:srgbClr val="FFFFFF"/>
                </a:solidFill>
                <a:latin typeface="HGPｺﾞｼｯｸE"/>
                <a:ea typeface="HGPｺﾞｼｯｸE"/>
              </a:rPr>
              <a:t>9</a:t>
            </a:r>
          </a:p>
        </p:txBody>
      </p:sp>
      <p:sp>
        <p:nvSpPr>
          <p:cNvPr id="5" name="TextBox 4"/>
          <p:cNvSpPr txBox="1"/>
          <p:nvPr/>
        </p:nvSpPr>
        <p:spPr>
          <a:xfrm>
            <a:off x="411480" y="1243584"/>
            <a:ext cx="9098280" cy="411480"/>
          </a:xfrm>
          <a:prstGeom prst="rect">
            <a:avLst/>
          </a:prstGeom>
          <a:noFill/>
        </p:spPr>
        <p:txBody>
          <a:bodyPr wrap="square" anchor="t" lIns="0" rIns="0" tIns="18288" bIns="18288">
            <a:spAutoFit/>
          </a:bodyPr>
          <a:lstStyle/>
          <a:p>
            <a:pPr algn="l">
              <a:spcAft>
                <a:spcPts val="500"/>
              </a:spcAft>
            </a:pPr>
            <a:r>
              <a:rPr sz="2300" b="1">
                <a:solidFill>
                  <a:srgbClr val="000000"/>
                </a:solidFill>
                <a:latin typeface="HGPｺﾞｼｯｸE"/>
                <a:ea typeface="HGPｺﾞｼｯｸE"/>
              </a:rPr>
              <a:t>p.11　電気代高騰の原因は2つの料金単価が上昇しているから</a:t>
            </a:r>
          </a:p>
        </p:txBody>
      </p:sp>
      <p:sp>
        <p:nvSpPr>
          <p:cNvPr id="6" name="Rectangle 5"/>
          <p:cNvSpPr/>
          <p:nvPr/>
        </p:nvSpPr>
        <p:spPr>
          <a:xfrm>
            <a:off x="411480" y="1755648"/>
            <a:ext cx="4434840" cy="3054096"/>
          </a:xfrm>
          <a:prstGeom prst="rect">
            <a:avLst/>
          </a:prstGeom>
          <a:solidFill>
            <a:srgbClr val="FFF2CC"/>
          </a:solidFill>
          <a:ln w="12700">
            <a:solidFill>
              <a:srgbClr val="BF8F00"/>
            </a:solid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36576" bIns="36576"/>
          <a:lstStyle/>
          <a:p>
            <a:pPr algn="l">
              <a:spcAft>
                <a:spcPts val="700"/>
              </a:spcAft>
            </a:pPr>
            <a:r>
              <a:rPr sz="1300" b="1">
                <a:solidFill>
                  <a:srgbClr val="7F6000"/>
                </a:solidFill>
                <a:latin typeface="HGPｺﾞｼｯｸE"/>
                <a:ea typeface="HGPｺﾞｼｯｸE"/>
              </a:rPr>
              <a:t>誌面に載っているもの</a:t>
            </a:r>
          </a:p>
          <a:p>
            <a:pPr algn="l">
              <a:spcAft>
                <a:spcPts val="300"/>
              </a:spcAft>
            </a:pPr>
            <a:r>
              <a:rPr sz="1500" b="1">
                <a:solidFill>
                  <a:srgbClr val="000000"/>
                </a:solidFill>
                <a:latin typeface="HGPｺﾞｼｯｸE"/>
                <a:ea typeface="HGPｺﾞｼｯｸE"/>
              </a:rPr>
              <a:t>電気料金　＝　基本料金</a:t>
            </a:r>
          </a:p>
          <a:p>
            <a:pPr algn="l">
              <a:spcAft>
                <a:spcPts val="300"/>
              </a:spcAft>
            </a:pPr>
            <a:r>
              <a:rPr sz="1500" b="1">
                <a:solidFill>
                  <a:srgbClr val="FF0000"/>
                </a:solidFill>
                <a:latin typeface="HGPｺﾞｼｯｸE"/>
                <a:ea typeface="HGPｺﾞｼｯｸE"/>
              </a:rPr>
              <a:t>　＋　電力量料金（単価×使用量±燃料調整）</a:t>
            </a:r>
          </a:p>
          <a:p>
            <a:pPr algn="l">
              <a:spcAft>
                <a:spcPts val="1000"/>
              </a:spcAft>
            </a:pPr>
            <a:r>
              <a:rPr sz="1500" b="1">
                <a:solidFill>
                  <a:srgbClr val="FF0000"/>
                </a:solidFill>
                <a:latin typeface="HGPｺﾞｼｯｸE"/>
                <a:ea typeface="HGPｺﾞｼｯｸE"/>
              </a:rPr>
              <a:t>　＋　再エネ賦課金（単価×使用量）</a:t>
            </a:r>
          </a:p>
          <a:p>
            <a:pPr algn="l">
              <a:spcAft>
                <a:spcPts val="600"/>
              </a:spcAft>
            </a:pPr>
            <a:r>
              <a:rPr sz="1300" b="1">
                <a:solidFill>
                  <a:srgbClr val="000000"/>
                </a:solidFill>
                <a:latin typeface="HGPｺﾞｼｯｸE"/>
                <a:ea typeface="HGPｺﾞｼｯｸE"/>
              </a:rPr>
              <a:t>赤い2つが、いま上がっている単価です。</a:t>
            </a:r>
          </a:p>
          <a:p>
            <a:pPr algn="l">
              <a:spcAft>
                <a:spcPts val="300"/>
              </a:spcAft>
            </a:pPr>
            <a:r>
              <a:rPr sz="1300" b="0">
                <a:solidFill>
                  <a:srgbClr val="000000"/>
                </a:solidFill>
                <a:latin typeface="HGPｺﾞｼｯｸE"/>
                <a:ea typeface="HGPｺﾞｼｯｸE"/>
              </a:rPr>
              <a:t>　p.12 → 電力量料金の値上げ</a:t>
            </a:r>
          </a:p>
          <a:p>
            <a:pPr algn="l">
              <a:spcAft>
                <a:spcPts val="600"/>
              </a:spcAft>
            </a:pPr>
            <a:r>
              <a:rPr sz="1300" b="0">
                <a:solidFill>
                  <a:srgbClr val="000000"/>
                </a:solidFill>
                <a:latin typeface="HGPｺﾞｼｯｸE"/>
                <a:ea typeface="HGPｺﾞｼｯｸE"/>
              </a:rPr>
              <a:t>　p.13 → 再エネ賦課金の上昇</a:t>
            </a:r>
          </a:p>
        </p:txBody>
      </p:sp>
      <p:sp>
        <p:nvSpPr>
          <p:cNvPr id="7" name="TextBox 6"/>
          <p:cNvSpPr txBox="1"/>
          <p:nvPr/>
        </p:nvSpPr>
        <p:spPr>
          <a:xfrm>
            <a:off x="411480" y="4864608"/>
            <a:ext cx="4434840" cy="256032"/>
          </a:xfrm>
          <a:prstGeom prst="rect">
            <a:avLst/>
          </a:prstGeom>
          <a:noFill/>
        </p:spPr>
        <p:txBody>
          <a:bodyPr wrap="square" anchor="t" lIns="0" rIns="0" tIns="18288" bIns="18288">
            <a:spAutoFit/>
          </a:bodyPr>
          <a:lstStyle/>
          <a:p>
            <a:pPr algn="l">
              <a:spcAft>
                <a:spcPts val="500"/>
              </a:spcAft>
            </a:pPr>
            <a:r>
              <a:rPr sz="1100" b="0">
                <a:solidFill>
                  <a:srgbClr val="595959"/>
                </a:solidFill>
                <a:latin typeface="HGPｺﾞｼｯｸE"/>
                <a:ea typeface="HGPｺﾞｼｯｸE"/>
              </a:rPr>
              <a:t>アプローチブック p.11　電気料金の計算式</a:t>
            </a:r>
          </a:p>
        </p:txBody>
      </p:sp>
      <p:sp>
        <p:nvSpPr>
          <p:cNvPr id="8" name="Rounded Rectangle 7"/>
          <p:cNvSpPr/>
          <p:nvPr/>
        </p:nvSpPr>
        <p:spPr>
          <a:xfrm>
            <a:off x="5166360" y="1755648"/>
            <a:ext cx="4343400" cy="1024128"/>
          </a:xfrm>
          <a:prstGeom prst="roundRect">
            <a:avLst/>
          </a:prstGeom>
          <a:solidFill>
            <a:srgbClr val="DEEBF7"/>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36576" bIns="36576"/>
          <a:lstStyle/>
          <a:p>
            <a:pPr algn="l">
              <a:spcAft>
                <a:spcPts val="500"/>
              </a:spcAft>
            </a:pPr>
            <a:r>
              <a:rPr sz="1200" b="1">
                <a:solidFill>
                  <a:srgbClr val="0070C0"/>
                </a:solidFill>
                <a:latin typeface="HGPｺﾞｼｯｸE"/>
                <a:ea typeface="HGPｺﾞｼｯｸE"/>
              </a:rPr>
              <a:t>引き出す反応（お客様の台詞）</a:t>
            </a:r>
          </a:p>
          <a:p>
            <a:pPr algn="l">
              <a:spcAft>
                <a:spcPts val="300"/>
              </a:spcAft>
            </a:pPr>
            <a:r>
              <a:rPr sz="1500" b="1">
                <a:solidFill>
                  <a:srgbClr val="000000"/>
                </a:solidFill>
                <a:latin typeface="HGPｺﾞｼｯｸE"/>
                <a:ea typeface="HGPｺﾞｼｯｸE"/>
              </a:rPr>
              <a:t>「電気代の内訳はこんな感じなんですね」</a:t>
            </a:r>
          </a:p>
        </p:txBody>
      </p:sp>
      <p:sp>
        <p:nvSpPr>
          <p:cNvPr id="9" name="Rectangle 8"/>
          <p:cNvSpPr/>
          <p:nvPr/>
        </p:nvSpPr>
        <p:spPr>
          <a:xfrm>
            <a:off x="5166360" y="2871216"/>
            <a:ext cx="4343400" cy="2322576"/>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36576" bIns="36576"/>
          <a:lstStyle/>
          <a:p>
            <a:pPr algn="l">
              <a:spcAft>
                <a:spcPts val="600"/>
              </a:spcAft>
            </a:pPr>
            <a:r>
              <a:rPr sz="1300" b="1">
                <a:solidFill>
                  <a:srgbClr val="595959"/>
                </a:solidFill>
                <a:latin typeface="HGPｺﾞｼｯｸE"/>
                <a:ea typeface="HGPｺﾞｼｯｸE"/>
              </a:rPr>
              <a:t>このページで言うこと</a:t>
            </a:r>
          </a:p>
          <a:p>
            <a:pPr algn="l">
              <a:spcAft>
                <a:spcPts val="600"/>
              </a:spcAft>
            </a:pPr>
            <a:r>
              <a:rPr sz="1300" b="1">
                <a:solidFill>
                  <a:srgbClr val="000000"/>
                </a:solidFill>
                <a:latin typeface="HGPｺﾞｼｯｸE"/>
                <a:ea typeface="HGPｺﾞｼｯｸE"/>
              </a:rPr>
              <a:t>式は読み上げない。3つの内訳を指でなぞる</a:t>
            </a:r>
          </a:p>
          <a:p>
            <a:pPr algn="l">
              <a:spcAft>
                <a:spcPts val="600"/>
              </a:spcAft>
            </a:pPr>
            <a:r>
              <a:rPr sz="1300" b="0">
                <a:solidFill>
                  <a:srgbClr val="000000"/>
                </a:solidFill>
                <a:latin typeface="HGPｺﾞｼｯｸE"/>
                <a:ea typeface="HGPｺﾞｼｯｸE"/>
              </a:rPr>
              <a:t>「電気代は、この3つの足し算でできています」</a:t>
            </a:r>
          </a:p>
          <a:p>
            <a:pPr algn="l">
              <a:spcAft>
                <a:spcPts val="600"/>
              </a:spcAft>
            </a:pPr>
            <a:r>
              <a:rPr sz="1300" b="0">
                <a:solidFill>
                  <a:srgbClr val="000000"/>
                </a:solidFill>
                <a:latin typeface="HGPｺﾞｼｯｸE"/>
                <a:ea typeface="HGPｺﾞｼｯｸE"/>
              </a:rPr>
              <a:t>「量を減らしても、単価が上がれば電気代は上がる」</a:t>
            </a:r>
          </a:p>
          <a:p>
            <a:pPr algn="l">
              <a:spcAft>
                <a:spcPts val="600"/>
              </a:spcAft>
            </a:pPr>
            <a:r>
              <a:rPr sz="1300" b="0">
                <a:solidFill>
                  <a:srgbClr val="000000"/>
                </a:solidFill>
                <a:latin typeface="HGPｺﾞｼｯｸE"/>
                <a:ea typeface="HGPｺﾞｼｯｸE"/>
              </a:rPr>
              <a:t>「請求額は見ても、内訳まで見る方はいません」</a:t>
            </a:r>
          </a:p>
          <a:p>
            <a:pPr algn="l">
              <a:spcAft>
                <a:spcPts val="600"/>
              </a:spcAft>
            </a:pPr>
            <a:r>
              <a:rPr sz="1300" b="1">
                <a:solidFill>
                  <a:srgbClr val="FF0000"/>
                </a:solidFill>
                <a:latin typeface="HGPｺﾞｼｯｸE"/>
                <a:ea typeface="HGPｺﾞｼｯｸE"/>
              </a:rPr>
              <a:t>上がっているのは赤い2つ。次の2ページで1つずつ</a:t>
            </a:r>
          </a:p>
        </p:txBody>
      </p:sp>
      <p:sp>
        <p:nvSpPr>
          <p:cNvPr id="10" name="Rectangle 9"/>
          <p:cNvSpPr/>
          <p:nvPr/>
        </p:nvSpPr>
        <p:spPr>
          <a:xfrm>
            <a:off x="411480" y="5303520"/>
            <a:ext cx="9098280" cy="530352"/>
          </a:xfrm>
          <a:prstGeom prst="rect">
            <a:avLst/>
          </a:prstGeom>
          <a:solidFill>
            <a:srgbClr val="EAF1D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spcAft>
                <a:spcPts val="400"/>
              </a:spcAft>
            </a:pPr>
            <a:r>
              <a:rPr sz="1200" b="1">
                <a:solidFill>
                  <a:srgbClr val="595959"/>
                </a:solidFill>
                <a:latin typeface="HGPｺﾞｼｯｸE"/>
                <a:ea typeface="HGPｺﾞｼｯｸE"/>
              </a:rPr>
              <a:t>緑帯の結論（そのまま言い切る）　</a:t>
            </a:r>
            <a:r>
              <a:rPr sz="1500" b="1">
                <a:solidFill>
                  <a:srgbClr val="000000"/>
                </a:solidFill>
                <a:highlight>
                  <a:srgbClr val="FFFF00"/>
                </a:highlight>
                <a:latin typeface="HGPｺﾞｼｯｸE"/>
                <a:ea typeface="HGPｺﾞｼｯｸE"/>
              </a:rPr>
              <a:t>毎月の支払料金は見ても、内訳まで見る人はいません</a:t>
            </a:r>
          </a:p>
        </p:txBody>
      </p:sp>
      <p:sp>
        <p:nvSpPr>
          <p:cNvPr id="11" name="Rectangle 10"/>
          <p:cNvSpPr/>
          <p:nvPr/>
        </p:nvSpPr>
        <p:spPr>
          <a:xfrm>
            <a:off x="411480" y="5925312"/>
            <a:ext cx="9098280" cy="457200"/>
          </a:xfrm>
          <a:prstGeom prst="rect">
            <a:avLst/>
          </a:prstGeom>
          <a:solidFill>
            <a:srgbClr val="FCE4E4"/>
          </a:solidFill>
          <a:ln w="12700">
            <a:solidFill>
              <a:srgbClr val="FF0000"/>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spcAft>
                <a:spcPts val="400"/>
              </a:spcAft>
            </a:pPr>
            <a:r>
              <a:rPr sz="1300" b="1">
                <a:solidFill>
                  <a:srgbClr val="FF0000"/>
                </a:solidFill>
                <a:latin typeface="HGPｺﾞｼｯｸE"/>
                <a:ea typeface="HGPｺﾞｼｯｸE"/>
              </a:rPr>
              <a:t>注意　</a:t>
            </a:r>
            <a:r>
              <a:rPr sz="1400" b="1">
                <a:solidFill>
                  <a:srgbClr val="000000"/>
                </a:solidFill>
                <a:latin typeface="HGPｺﾞｼｯｸE"/>
                <a:ea typeface="HGPｺﾞｼｯｸE"/>
              </a:rPr>
              <a:t>ここで難しい話にしない。「上がっているのは2つの単価」だけ残せば十分です</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ounded Rectangle 1"/>
          <p:cNvSpPr/>
          <p:nvPr/>
        </p:nvSpPr>
        <p:spPr>
          <a:xfrm>
            <a:off x="143560" y="692200"/>
            <a:ext cx="128016" cy="468172"/>
          </a:xfrm>
          <a:prstGeom prst="roundRect">
            <a:avLst/>
          </a:prstGeom>
          <a:solidFill>
            <a:srgbClr val="000000"/>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18211" y="672998"/>
            <a:ext cx="9052560" cy="523036"/>
          </a:xfrm>
          <a:prstGeom prst="rect">
            <a:avLst/>
          </a:prstGeom>
          <a:noFill/>
        </p:spPr>
        <p:txBody>
          <a:bodyPr wrap="square" anchor="t" lIns="0" rIns="0" tIns="18288" bIns="18288">
            <a:spAutoFit/>
          </a:bodyPr>
          <a:lstStyle/>
          <a:p>
            <a:pPr algn="l">
              <a:spcAft>
                <a:spcPts val="500"/>
              </a:spcAft>
            </a:pPr>
            <a:r>
              <a:rPr sz="2800" b="0">
                <a:solidFill>
                  <a:srgbClr val="000000"/>
                </a:solidFill>
                <a:latin typeface="HGP明朝E"/>
                <a:ea typeface="HGP明朝E"/>
              </a:rPr>
              <a:t>① 電気代</a:t>
            </a:r>
          </a:p>
        </p:txBody>
      </p:sp>
      <p:sp>
        <p:nvSpPr>
          <p:cNvPr id="4" name="TextBox 3"/>
          <p:cNvSpPr txBox="1"/>
          <p:nvPr/>
        </p:nvSpPr>
        <p:spPr>
          <a:xfrm>
            <a:off x="7598664" y="6565392"/>
            <a:ext cx="2103120" cy="301752"/>
          </a:xfrm>
          <a:prstGeom prst="rect">
            <a:avLst/>
          </a:prstGeom>
          <a:noFill/>
        </p:spPr>
        <p:txBody>
          <a:bodyPr wrap="square" anchor="t" lIns="0" rIns="0" tIns="18288" bIns="18288">
            <a:spAutoFit/>
          </a:bodyPr>
          <a:lstStyle/>
          <a:p>
            <a:pPr algn="r">
              <a:spcAft>
                <a:spcPts val="500"/>
              </a:spcAft>
            </a:pPr>
            <a:r>
              <a:rPr sz="1200" b="0">
                <a:solidFill>
                  <a:srgbClr val="FFFFFF"/>
                </a:solidFill>
                <a:latin typeface="HGPｺﾞｼｯｸE"/>
                <a:ea typeface="HGPｺﾞｼｯｸE"/>
              </a:rPr>
              <a:t>10</a:t>
            </a:r>
          </a:p>
        </p:txBody>
      </p:sp>
      <p:sp>
        <p:nvSpPr>
          <p:cNvPr id="5" name="TextBox 4"/>
          <p:cNvSpPr txBox="1"/>
          <p:nvPr/>
        </p:nvSpPr>
        <p:spPr>
          <a:xfrm>
            <a:off x="411480" y="1243584"/>
            <a:ext cx="9098280" cy="411480"/>
          </a:xfrm>
          <a:prstGeom prst="rect">
            <a:avLst/>
          </a:prstGeom>
          <a:noFill/>
        </p:spPr>
        <p:txBody>
          <a:bodyPr wrap="square" anchor="t" lIns="0" rIns="0" tIns="18288" bIns="18288">
            <a:spAutoFit/>
          </a:bodyPr>
          <a:lstStyle/>
          <a:p>
            <a:pPr algn="l">
              <a:spcAft>
                <a:spcPts val="500"/>
              </a:spcAft>
            </a:pPr>
            <a:r>
              <a:rPr sz="2300" b="1">
                <a:solidFill>
                  <a:srgbClr val="000000"/>
                </a:solidFill>
                <a:latin typeface="HGPｺﾞｼｯｸE"/>
                <a:ea typeface="HGPｺﾞｼｯｸE"/>
              </a:rPr>
              <a:t>p.12　電気料金が上昇する理由：①全国的な電力単価の値上げ</a:t>
            </a:r>
          </a:p>
        </p:txBody>
      </p:sp>
      <p:sp>
        <p:nvSpPr>
          <p:cNvPr id="6" name="Rectangle 5"/>
          <p:cNvSpPr/>
          <p:nvPr/>
        </p:nvSpPr>
        <p:spPr>
          <a:xfrm>
            <a:off x="411480" y="1755648"/>
            <a:ext cx="4434840" cy="3054096"/>
          </a:xfrm>
          <a:prstGeom prst="rect">
            <a:avLst/>
          </a:prstGeom>
          <a:solidFill>
            <a:srgbClr val="FFF2CC"/>
          </a:solidFill>
          <a:ln w="12700">
            <a:solidFill>
              <a:srgbClr val="BF8F00"/>
            </a:solid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36576" bIns="36576"/>
          <a:lstStyle/>
          <a:p>
            <a:pPr algn="l">
              <a:spcAft>
                <a:spcPts val="700"/>
              </a:spcAft>
            </a:pPr>
            <a:r>
              <a:rPr sz="1300" b="1">
                <a:solidFill>
                  <a:srgbClr val="7F6000"/>
                </a:solidFill>
                <a:latin typeface="HGPｺﾞｼｯｸE"/>
                <a:ea typeface="HGPｺﾞｼｯｸE"/>
              </a:rPr>
              <a:t>誌面に載っているもの</a:t>
            </a:r>
          </a:p>
          <a:p>
            <a:pPr algn="l">
              <a:spcAft>
                <a:spcPts val="400"/>
              </a:spcAft>
            </a:pPr>
            <a:r>
              <a:rPr sz="1200" b="0">
                <a:solidFill>
                  <a:srgbClr val="595959"/>
                </a:solidFill>
                <a:latin typeface="HGPｺﾞｼｯｸE"/>
                <a:ea typeface="HGPｺﾞｼｯｸE"/>
              </a:rPr>
              <a:t>各電力会社の平均値上げ幅（2023年6月使用分から）</a:t>
            </a:r>
          </a:p>
        </p:txBody>
      </p:sp>
      <p:graphicFrame>
        <p:nvGraphicFramePr>
          <p:cNvPr id="7" name="Table 6"/>
          <p:cNvGraphicFramePr>
            <a:graphicFrameLocks noGrp="1"/>
          </p:cNvGraphicFramePr>
          <p:nvPr/>
        </p:nvGraphicFramePr>
        <p:xfrm>
          <a:off x="566928" y="2331720"/>
          <a:ext cx="4389120" cy="1572768"/>
        </p:xfrm>
        <a:graphic>
          <a:graphicData uri="http://schemas.openxmlformats.org/drawingml/2006/table">
            <a:tbl>
              <a:tblPr firstRow="1">
                <a:tableStyleId>{5C22544A-7EE6-4342-B048-85BDC9FD1C3A}</a:tableStyleId>
              </a:tblPr>
              <a:tblGrid>
                <a:gridCol w="1234440"/>
                <a:gridCol w="960120"/>
                <a:gridCol w="1234440"/>
                <a:gridCol w="960120"/>
              </a:tblGrid>
              <a:tr h="246888">
                <a:tc>
                  <a:txBody>
                    <a:bodyPr wrap="square"/>
                    <a:lstStyle/>
                    <a:p>
                      <a:pPr algn="ctr"/>
                      <a:r>
                        <a:rPr sz="1150" b="1">
                          <a:solidFill>
                            <a:srgbClr val="FFFFFF"/>
                          </a:solidFill>
                          <a:latin typeface="游ゴシック"/>
                          <a:ea typeface="游ゴシック"/>
                        </a:rPr>
                        <a:t>エリア</a:t>
                      </a:r>
                    </a:p>
                  </a:txBody>
                  <a:tcPr marL="45720" marR="45720" marT="18288" marB="18288" anchor="ctr">
                    <a:solidFill>
                      <a:srgbClr val="000000"/>
                    </a:solidFill>
                  </a:tcPr>
                </a:tc>
                <a:tc>
                  <a:txBody>
                    <a:bodyPr wrap="square"/>
                    <a:lstStyle/>
                    <a:p>
                      <a:pPr algn="ctr"/>
                      <a:r>
                        <a:rPr sz="1150" b="1">
                          <a:solidFill>
                            <a:srgbClr val="FFFFFF"/>
                          </a:solidFill>
                          <a:latin typeface="游ゴシック"/>
                          <a:ea typeface="游ゴシック"/>
                        </a:rPr>
                        <a:t>値上げ幅</a:t>
                      </a:r>
                    </a:p>
                  </a:txBody>
                  <a:tcPr marL="45720" marR="45720" marT="18288" marB="18288" anchor="ctr">
                    <a:solidFill>
                      <a:srgbClr val="000000"/>
                    </a:solidFill>
                  </a:tcPr>
                </a:tc>
                <a:tc>
                  <a:txBody>
                    <a:bodyPr wrap="square"/>
                    <a:lstStyle/>
                    <a:p>
                      <a:pPr algn="ctr"/>
                      <a:r>
                        <a:rPr sz="1150" b="1">
                          <a:solidFill>
                            <a:srgbClr val="FFFFFF"/>
                          </a:solidFill>
                          <a:latin typeface="游ゴシック"/>
                          <a:ea typeface="游ゴシック"/>
                        </a:rPr>
                        <a:t>エリア</a:t>
                      </a:r>
                    </a:p>
                  </a:txBody>
                  <a:tcPr marL="45720" marR="45720" marT="18288" marB="18288" anchor="ctr">
                    <a:solidFill>
                      <a:srgbClr val="000000"/>
                    </a:solidFill>
                  </a:tcPr>
                </a:tc>
                <a:tc>
                  <a:txBody>
                    <a:bodyPr wrap="square"/>
                    <a:lstStyle/>
                    <a:p>
                      <a:pPr algn="ctr"/>
                      <a:r>
                        <a:rPr sz="1150" b="1">
                          <a:solidFill>
                            <a:srgbClr val="FFFFFF"/>
                          </a:solidFill>
                          <a:latin typeface="游ゴシック"/>
                          <a:ea typeface="游ゴシック"/>
                        </a:rPr>
                        <a:t>値上げ幅</a:t>
                      </a:r>
                    </a:p>
                  </a:txBody>
                  <a:tcPr marL="45720" marR="45720" marT="18288" marB="18288" anchor="ctr">
                    <a:solidFill>
                      <a:srgbClr val="000000"/>
                    </a:solidFill>
                  </a:tcPr>
                </a:tc>
              </a:tr>
              <a:tr h="265176">
                <a:tc>
                  <a:txBody>
                    <a:bodyPr wrap="square"/>
                    <a:lstStyle/>
                    <a:p>
                      <a:pPr algn="l"/>
                      <a:r>
                        <a:rPr sz="1150" b="1">
                          <a:solidFill>
                            <a:srgbClr val="000000"/>
                          </a:solidFill>
                          <a:latin typeface="游ゴシック"/>
                          <a:ea typeface="游ゴシック"/>
                        </a:rPr>
                        <a:t>北陸</a:t>
                      </a:r>
                    </a:p>
                  </a:txBody>
                  <a:tcPr marL="45720" marR="45720" marT="18288" marB="18288" anchor="ctr">
                    <a:noFill/>
                  </a:tcPr>
                </a:tc>
                <a:tc>
                  <a:txBody>
                    <a:bodyPr wrap="square"/>
                    <a:lstStyle/>
                    <a:p>
                      <a:pPr algn="l"/>
                      <a:r>
                        <a:rPr sz="1150" b="1">
                          <a:solidFill>
                            <a:srgbClr val="FF0000"/>
                          </a:solidFill>
                          <a:latin typeface="游ゴシック"/>
                          <a:ea typeface="游ゴシック"/>
                        </a:rPr>
                        <a:t>42％</a:t>
                      </a:r>
                    </a:p>
                  </a:txBody>
                  <a:tcPr marL="45720" marR="45720" marT="18288" marB="18288" anchor="ctr">
                    <a:noFill/>
                  </a:tcPr>
                </a:tc>
                <a:tc>
                  <a:txBody>
                    <a:bodyPr wrap="square"/>
                    <a:lstStyle/>
                    <a:p>
                      <a:pPr algn="l"/>
                      <a:r>
                        <a:rPr sz="1150" b="0">
                          <a:solidFill>
                            <a:srgbClr val="000000"/>
                          </a:solidFill>
                          <a:latin typeface="游ゴシック"/>
                          <a:ea typeface="游ゴシック"/>
                        </a:rPr>
                        <a:t>中国</a:t>
                      </a:r>
                    </a:p>
                  </a:txBody>
                  <a:tcPr marL="45720" marR="45720" marT="18288" marB="18288" anchor="ctr">
                    <a:noFill/>
                  </a:tcPr>
                </a:tc>
                <a:tc>
                  <a:txBody>
                    <a:bodyPr wrap="square"/>
                    <a:lstStyle/>
                    <a:p>
                      <a:pPr algn="l"/>
                      <a:r>
                        <a:rPr sz="1150" b="0">
                          <a:solidFill>
                            <a:srgbClr val="000000"/>
                          </a:solidFill>
                          <a:latin typeface="游ゴシック"/>
                          <a:ea typeface="游ゴシック"/>
                        </a:rPr>
                        <a:t>25％</a:t>
                      </a:r>
                    </a:p>
                  </a:txBody>
                  <a:tcPr marL="45720" marR="45720" marT="18288" marB="18288" anchor="ctr">
                    <a:noFill/>
                  </a:tcPr>
                </a:tc>
              </a:tr>
              <a:tr h="265176">
                <a:tc>
                  <a:txBody>
                    <a:bodyPr wrap="square"/>
                    <a:lstStyle/>
                    <a:p>
                      <a:pPr algn="l"/>
                      <a:r>
                        <a:rPr sz="1150" b="1">
                          <a:solidFill>
                            <a:srgbClr val="000000"/>
                          </a:solidFill>
                          <a:latin typeface="游ゴシック"/>
                          <a:ea typeface="游ゴシック"/>
                        </a:rPr>
                        <a:t>九州</a:t>
                      </a:r>
                    </a:p>
                  </a:txBody>
                  <a:tcPr marL="45720" marR="45720" marT="18288" marB="18288" anchor="ctr">
                    <a:noFill/>
                  </a:tcPr>
                </a:tc>
                <a:tc>
                  <a:txBody>
                    <a:bodyPr wrap="square"/>
                    <a:lstStyle/>
                    <a:p>
                      <a:pPr algn="l"/>
                      <a:r>
                        <a:rPr sz="1150" b="1">
                          <a:solidFill>
                            <a:srgbClr val="FF0000"/>
                          </a:solidFill>
                          <a:latin typeface="游ゴシック"/>
                          <a:ea typeface="游ゴシック"/>
                        </a:rPr>
                        <a:t>38％</a:t>
                      </a:r>
                    </a:p>
                  </a:txBody>
                  <a:tcPr marL="45720" marR="45720" marT="18288" marB="18288" anchor="ctr">
                    <a:noFill/>
                  </a:tcPr>
                </a:tc>
                <a:tc>
                  <a:txBody>
                    <a:bodyPr wrap="square"/>
                    <a:lstStyle/>
                    <a:p>
                      <a:pPr algn="l"/>
                      <a:r>
                        <a:rPr sz="1150" b="0">
                          <a:solidFill>
                            <a:srgbClr val="000000"/>
                          </a:solidFill>
                          <a:latin typeface="游ゴシック"/>
                          <a:ea typeface="游ゴシック"/>
                        </a:rPr>
                        <a:t>東北</a:t>
                      </a:r>
                    </a:p>
                  </a:txBody>
                  <a:tcPr marL="45720" marR="45720" marT="18288" marB="18288" anchor="ctr">
                    <a:noFill/>
                  </a:tcPr>
                </a:tc>
                <a:tc>
                  <a:txBody>
                    <a:bodyPr wrap="square"/>
                    <a:lstStyle/>
                    <a:p>
                      <a:pPr algn="l"/>
                      <a:r>
                        <a:rPr sz="1150" b="0">
                          <a:solidFill>
                            <a:srgbClr val="000000"/>
                          </a:solidFill>
                          <a:latin typeface="游ゴシック"/>
                          <a:ea typeface="游ゴシック"/>
                        </a:rPr>
                        <a:t>24％</a:t>
                      </a:r>
                    </a:p>
                  </a:txBody>
                  <a:tcPr marL="45720" marR="45720" marT="18288" marB="18288" anchor="ctr">
                    <a:noFill/>
                  </a:tcPr>
                </a:tc>
              </a:tr>
              <a:tr h="265176">
                <a:tc>
                  <a:txBody>
                    <a:bodyPr wrap="square"/>
                    <a:lstStyle/>
                    <a:p>
                      <a:pPr algn="l"/>
                      <a:r>
                        <a:rPr sz="1150" b="0">
                          <a:solidFill>
                            <a:srgbClr val="000000"/>
                          </a:solidFill>
                          <a:latin typeface="游ゴシック"/>
                          <a:ea typeface="游ゴシック"/>
                        </a:rPr>
                        <a:t>関西</a:t>
                      </a:r>
                    </a:p>
                  </a:txBody>
                  <a:tcPr marL="45720" marR="45720" marT="18288" marB="18288" anchor="ctr">
                    <a:noFill/>
                  </a:tcPr>
                </a:tc>
                <a:tc>
                  <a:txBody>
                    <a:bodyPr wrap="square"/>
                    <a:lstStyle/>
                    <a:p>
                      <a:pPr algn="l"/>
                      <a:r>
                        <a:rPr sz="1150" b="0">
                          <a:solidFill>
                            <a:srgbClr val="000000"/>
                          </a:solidFill>
                          <a:latin typeface="游ゴシック"/>
                          <a:ea typeface="游ゴシック"/>
                        </a:rPr>
                        <a:t>29％</a:t>
                      </a:r>
                    </a:p>
                  </a:txBody>
                  <a:tcPr marL="45720" marR="45720" marT="18288" marB="18288" anchor="ctr">
                    <a:noFill/>
                  </a:tcPr>
                </a:tc>
                <a:tc>
                  <a:txBody>
                    <a:bodyPr wrap="square"/>
                    <a:lstStyle/>
                    <a:p>
                      <a:pPr algn="l"/>
                      <a:r>
                        <a:rPr sz="1150" b="0">
                          <a:solidFill>
                            <a:srgbClr val="000000"/>
                          </a:solidFill>
                          <a:latin typeface="游ゴシック"/>
                          <a:ea typeface="游ゴシック"/>
                        </a:rPr>
                        <a:t>北海道</a:t>
                      </a:r>
                    </a:p>
                  </a:txBody>
                  <a:tcPr marL="45720" marR="45720" marT="18288" marB="18288" anchor="ctr">
                    <a:noFill/>
                  </a:tcPr>
                </a:tc>
                <a:tc>
                  <a:txBody>
                    <a:bodyPr wrap="square"/>
                    <a:lstStyle/>
                    <a:p>
                      <a:pPr algn="l"/>
                      <a:r>
                        <a:rPr sz="1150" b="0">
                          <a:solidFill>
                            <a:srgbClr val="000000"/>
                          </a:solidFill>
                          <a:latin typeface="游ゴシック"/>
                          <a:ea typeface="游ゴシック"/>
                        </a:rPr>
                        <a:t>21％</a:t>
                      </a:r>
                    </a:p>
                  </a:txBody>
                  <a:tcPr marL="45720" marR="45720" marT="18288" marB="18288" anchor="ctr">
                    <a:noFill/>
                  </a:tcPr>
                </a:tc>
              </a:tr>
              <a:tr h="265176">
                <a:tc>
                  <a:txBody>
                    <a:bodyPr wrap="square"/>
                    <a:lstStyle/>
                    <a:p>
                      <a:pPr algn="l"/>
                      <a:r>
                        <a:rPr sz="1150" b="0">
                          <a:solidFill>
                            <a:srgbClr val="000000"/>
                          </a:solidFill>
                          <a:latin typeface="游ゴシック"/>
                          <a:ea typeface="游ゴシック"/>
                        </a:rPr>
                        <a:t>四国</a:t>
                      </a:r>
                    </a:p>
                  </a:txBody>
                  <a:tcPr marL="45720" marR="45720" marT="18288" marB="18288" anchor="ctr">
                    <a:noFill/>
                  </a:tcPr>
                </a:tc>
                <a:tc>
                  <a:txBody>
                    <a:bodyPr wrap="square"/>
                    <a:lstStyle/>
                    <a:p>
                      <a:pPr algn="l"/>
                      <a:r>
                        <a:rPr sz="1150" b="0">
                          <a:solidFill>
                            <a:srgbClr val="000000"/>
                          </a:solidFill>
                          <a:latin typeface="游ゴシック"/>
                          <a:ea typeface="游ゴシック"/>
                        </a:rPr>
                        <a:t>18％</a:t>
                      </a:r>
                    </a:p>
                  </a:txBody>
                  <a:tcPr marL="45720" marR="45720" marT="18288" marB="18288" anchor="ctr">
                    <a:noFill/>
                  </a:tcPr>
                </a:tc>
                <a:tc>
                  <a:txBody>
                    <a:bodyPr wrap="square"/>
                    <a:lstStyle/>
                    <a:p>
                      <a:pPr algn="l"/>
                      <a:r>
                        <a:rPr sz="1150" b="0">
                          <a:solidFill>
                            <a:srgbClr val="000000"/>
                          </a:solidFill>
                          <a:latin typeface="游ゴシック"/>
                          <a:ea typeface="游ゴシック"/>
                        </a:rPr>
                        <a:t>東京</a:t>
                      </a:r>
                    </a:p>
                  </a:txBody>
                  <a:tcPr marL="45720" marR="45720" marT="18288" marB="18288" anchor="ctr">
                    <a:noFill/>
                  </a:tcPr>
                </a:tc>
                <a:tc>
                  <a:txBody>
                    <a:bodyPr wrap="square"/>
                    <a:lstStyle/>
                    <a:p>
                      <a:pPr algn="l"/>
                      <a:r>
                        <a:rPr sz="1150" b="0">
                          <a:solidFill>
                            <a:srgbClr val="000000"/>
                          </a:solidFill>
                          <a:latin typeface="游ゴシック"/>
                          <a:ea typeface="游ゴシック"/>
                        </a:rPr>
                        <a:t>14％</a:t>
                      </a:r>
                    </a:p>
                  </a:txBody>
                  <a:tcPr marL="45720" marR="45720" marT="18288" marB="18288" anchor="ctr">
                    <a:noFill/>
                  </a:tcPr>
                </a:tc>
              </a:tr>
              <a:tr h="265176">
                <a:tc>
                  <a:txBody>
                    <a:bodyPr wrap="square"/>
                    <a:lstStyle/>
                    <a:p>
                      <a:pPr algn="l"/>
                      <a:r>
                        <a:rPr sz="1150" b="0">
                          <a:solidFill>
                            <a:srgbClr val="000000"/>
                          </a:solidFill>
                          <a:latin typeface="游ゴシック"/>
                          <a:ea typeface="游ゴシック"/>
                        </a:rPr>
                        <a:t>中部</a:t>
                      </a:r>
                    </a:p>
                  </a:txBody>
                  <a:tcPr marL="45720" marR="45720" marT="18288" marB="18288" anchor="ctr">
                    <a:solidFill>
                      <a:srgbClr val="F2F2F2"/>
                    </a:solidFill>
                  </a:tcPr>
                </a:tc>
                <a:tc>
                  <a:txBody>
                    <a:bodyPr wrap="square"/>
                    <a:lstStyle/>
                    <a:p>
                      <a:pPr algn="l"/>
                      <a:r>
                        <a:rPr sz="1150" b="0">
                          <a:solidFill>
                            <a:srgbClr val="595959"/>
                          </a:solidFill>
                          <a:latin typeface="游ゴシック"/>
                          <a:ea typeface="游ゴシック"/>
                        </a:rPr>
                        <a:t>値上げなし</a:t>
                      </a:r>
                    </a:p>
                  </a:txBody>
                  <a:tcPr marL="45720" marR="45720" marT="18288" marB="18288" anchor="ctr">
                    <a:solidFill>
                      <a:srgbClr val="F2F2F2"/>
                    </a:solidFill>
                  </a:tcPr>
                </a:tc>
                <a:tc>
                  <a:txBody>
                    <a:bodyPr wrap="square"/>
                    <a:lstStyle/>
                    <a:p>
                      <a:pPr algn="l"/>
                      <a:r>
                        <a:rPr sz="1150" b="1">
                          <a:solidFill>
                            <a:srgbClr val="000000"/>
                          </a:solidFill>
                          <a:latin typeface="游ゴシック"/>
                          <a:ea typeface="游ゴシック"/>
                        </a:rPr>
                        <a:t>東北電力</a:t>
                      </a:r>
                    </a:p>
                  </a:txBody>
                  <a:tcPr marL="45720" marR="45720" marT="18288" marB="18288" anchor="ctr">
                    <a:solidFill>
                      <a:srgbClr val="EAF1DD"/>
                    </a:solidFill>
                  </a:tcPr>
                </a:tc>
                <a:tc>
                  <a:txBody>
                    <a:bodyPr wrap="square"/>
                    <a:lstStyle/>
                    <a:p>
                      <a:pPr algn="l"/>
                      <a:r>
                        <a:rPr sz="1150" b="1">
                          <a:solidFill>
                            <a:srgbClr val="FF0000"/>
                          </a:solidFill>
                          <a:latin typeface="游ゴシック"/>
                          <a:ea typeface="游ゴシック"/>
                        </a:rPr>
                        <a:t>25.47％</a:t>
                      </a:r>
                    </a:p>
                  </a:txBody>
                  <a:tcPr marL="45720" marR="45720" marT="18288" marB="18288" anchor="ctr">
                    <a:solidFill>
                      <a:srgbClr val="EAF1DD"/>
                    </a:solidFill>
                  </a:tcPr>
                </a:tc>
              </a:tr>
            </a:tbl>
          </a:graphicData>
        </a:graphic>
      </p:graphicFrame>
      <p:sp>
        <p:nvSpPr>
          <p:cNvPr id="8" name="TextBox 7"/>
          <p:cNvSpPr txBox="1"/>
          <p:nvPr/>
        </p:nvSpPr>
        <p:spPr>
          <a:xfrm>
            <a:off x="411480" y="4864608"/>
            <a:ext cx="4434840" cy="256032"/>
          </a:xfrm>
          <a:prstGeom prst="rect">
            <a:avLst/>
          </a:prstGeom>
          <a:noFill/>
        </p:spPr>
        <p:txBody>
          <a:bodyPr wrap="square" anchor="t" lIns="0" rIns="0" tIns="18288" bIns="18288">
            <a:spAutoFit/>
          </a:bodyPr>
          <a:lstStyle/>
          <a:p>
            <a:pPr algn="l">
              <a:spcAft>
                <a:spcPts val="500"/>
              </a:spcAft>
            </a:pPr>
            <a:r>
              <a:rPr sz="1100" b="0">
                <a:solidFill>
                  <a:srgbClr val="595959"/>
                </a:solidFill>
                <a:latin typeface="HGPｺﾞｼｯｸE"/>
                <a:ea typeface="HGPｺﾞｼｯｸE"/>
              </a:rPr>
              <a:t>アプローチブック p.12　各電力会社の平均値上げ幅</a:t>
            </a:r>
          </a:p>
        </p:txBody>
      </p:sp>
      <p:sp>
        <p:nvSpPr>
          <p:cNvPr id="9" name="Rounded Rectangle 8"/>
          <p:cNvSpPr/>
          <p:nvPr/>
        </p:nvSpPr>
        <p:spPr>
          <a:xfrm>
            <a:off x="5166360" y="1755648"/>
            <a:ext cx="4343400" cy="1024128"/>
          </a:xfrm>
          <a:prstGeom prst="roundRect">
            <a:avLst/>
          </a:prstGeom>
          <a:solidFill>
            <a:srgbClr val="DEEBF7"/>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36576" bIns="36576"/>
          <a:lstStyle/>
          <a:p>
            <a:pPr algn="l">
              <a:spcAft>
                <a:spcPts val="500"/>
              </a:spcAft>
            </a:pPr>
            <a:r>
              <a:rPr sz="1200" b="1">
                <a:solidFill>
                  <a:srgbClr val="0070C0"/>
                </a:solidFill>
                <a:latin typeface="HGPｺﾞｼｯｸE"/>
                <a:ea typeface="HGPｺﾞｼｯｸE"/>
              </a:rPr>
              <a:t>引き出す反応（お客様の台詞）</a:t>
            </a:r>
          </a:p>
          <a:p>
            <a:pPr algn="l">
              <a:spcAft>
                <a:spcPts val="300"/>
              </a:spcAft>
            </a:pPr>
            <a:r>
              <a:rPr sz="1500" b="1">
                <a:solidFill>
                  <a:srgbClr val="000000"/>
                </a:solidFill>
                <a:latin typeface="HGPｺﾞｼｯｸE"/>
                <a:ea typeface="HGPｺﾞｼｯｸE"/>
              </a:rPr>
              <a:t>「全国的に電気代は上昇しているのですね」</a:t>
            </a:r>
          </a:p>
        </p:txBody>
      </p:sp>
      <p:sp>
        <p:nvSpPr>
          <p:cNvPr id="10" name="Rectangle 9"/>
          <p:cNvSpPr/>
          <p:nvPr/>
        </p:nvSpPr>
        <p:spPr>
          <a:xfrm>
            <a:off x="5166360" y="2871216"/>
            <a:ext cx="4343400" cy="2322576"/>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36576" bIns="36576"/>
          <a:lstStyle/>
          <a:p>
            <a:pPr algn="l">
              <a:spcAft>
                <a:spcPts val="600"/>
              </a:spcAft>
            </a:pPr>
            <a:r>
              <a:rPr sz="1300" b="1">
                <a:solidFill>
                  <a:srgbClr val="595959"/>
                </a:solidFill>
                <a:latin typeface="HGPｺﾞｼｯｸE"/>
                <a:ea typeface="HGPｺﾞｼｯｸE"/>
              </a:rPr>
              <a:t>このページで言うこと</a:t>
            </a:r>
          </a:p>
          <a:p>
            <a:pPr algn="l">
              <a:spcAft>
                <a:spcPts val="600"/>
              </a:spcAft>
            </a:pPr>
            <a:r>
              <a:rPr sz="1300" b="1">
                <a:solidFill>
                  <a:srgbClr val="000000"/>
                </a:solidFill>
                <a:latin typeface="HGPｺﾞｼｯｸE"/>
                <a:ea typeface="HGPｺﾞｼｯｸE"/>
              </a:rPr>
              <a:t>全社を読み上げない。お客様の地域と最高値の2つだけ</a:t>
            </a:r>
          </a:p>
          <a:p>
            <a:pPr algn="l">
              <a:spcAft>
                <a:spcPts val="600"/>
              </a:spcAft>
            </a:pPr>
            <a:r>
              <a:rPr sz="1300" b="0">
                <a:solidFill>
                  <a:srgbClr val="000000"/>
                </a:solidFill>
                <a:latin typeface="HGPｺﾞｼｯｸE"/>
                <a:ea typeface="HGPｺﾞｼｯｸE"/>
              </a:rPr>
              <a:t>「2023年5月に受理、6月使用分から反映済みです」</a:t>
            </a:r>
          </a:p>
          <a:p>
            <a:pPr algn="l">
              <a:spcAft>
                <a:spcPts val="600"/>
              </a:spcAft>
            </a:pPr>
            <a:r>
              <a:rPr sz="1300" b="0">
                <a:solidFill>
                  <a:srgbClr val="000000"/>
                </a:solidFill>
                <a:latin typeface="HGPｺﾞｼｯｸE"/>
                <a:ea typeface="HGPｺﾞｼｯｸE"/>
              </a:rPr>
              <a:t>「東北電力は平均25.47％の値上げです」</a:t>
            </a:r>
          </a:p>
          <a:p>
            <a:pPr algn="l">
              <a:spcAft>
                <a:spcPts val="600"/>
              </a:spcAft>
            </a:pPr>
            <a:r>
              <a:rPr sz="1300" b="0">
                <a:solidFill>
                  <a:srgbClr val="000000"/>
                </a:solidFill>
                <a:latin typeface="HGPｺﾞｼｯｸE"/>
                <a:ea typeface="HGPｺﾞｼｯｸE"/>
              </a:rPr>
              <a:t>「背景はウクライナ侵攻。石炭が止まったことです」</a:t>
            </a:r>
          </a:p>
          <a:p>
            <a:pPr algn="l">
              <a:spcAft>
                <a:spcPts val="600"/>
              </a:spcAft>
            </a:pPr>
            <a:r>
              <a:rPr sz="1300" b="1">
                <a:solidFill>
                  <a:srgbClr val="FF0000"/>
                </a:solidFill>
                <a:latin typeface="HGPｺﾞｼｯｸE"/>
                <a:ea typeface="HGPｺﾞｼｯｸE"/>
              </a:rPr>
              <a:t>「〇〇様の地域だけではありません」で締める</a:t>
            </a:r>
          </a:p>
        </p:txBody>
      </p:sp>
      <p:sp>
        <p:nvSpPr>
          <p:cNvPr id="11" name="Rectangle 10"/>
          <p:cNvSpPr/>
          <p:nvPr/>
        </p:nvSpPr>
        <p:spPr>
          <a:xfrm>
            <a:off x="411480" y="5303520"/>
            <a:ext cx="9098280" cy="530352"/>
          </a:xfrm>
          <a:prstGeom prst="rect">
            <a:avLst/>
          </a:prstGeom>
          <a:solidFill>
            <a:srgbClr val="EAF1D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spcAft>
                <a:spcPts val="400"/>
              </a:spcAft>
            </a:pPr>
            <a:r>
              <a:rPr sz="1200" b="1">
                <a:solidFill>
                  <a:srgbClr val="595959"/>
                </a:solidFill>
                <a:latin typeface="HGPｺﾞｼｯｸE"/>
                <a:ea typeface="HGPｺﾞｼｯｸE"/>
              </a:rPr>
              <a:t>緑帯の結論（そのまま言い切る）　</a:t>
            </a:r>
            <a:r>
              <a:rPr sz="1500" b="1">
                <a:solidFill>
                  <a:srgbClr val="000000"/>
                </a:solidFill>
                <a:highlight>
                  <a:srgbClr val="FFFF00"/>
                </a:highlight>
                <a:latin typeface="HGPｺﾞｼｯｸE"/>
                <a:ea typeface="HGPｺﾞｼｯｸE"/>
              </a:rPr>
              <a:t>新単価を確認すると、10円以上も値上げしている</a:t>
            </a:r>
          </a:p>
        </p:txBody>
      </p:sp>
      <p:sp>
        <p:nvSpPr>
          <p:cNvPr id="12" name="Rectangle 11"/>
          <p:cNvSpPr/>
          <p:nvPr/>
        </p:nvSpPr>
        <p:spPr>
          <a:xfrm>
            <a:off x="411480" y="5925312"/>
            <a:ext cx="9098280" cy="457200"/>
          </a:xfrm>
          <a:prstGeom prst="rect">
            <a:avLst/>
          </a:prstGeom>
          <a:solidFill>
            <a:srgbClr val="FCE4E4"/>
          </a:solidFill>
          <a:ln w="12700">
            <a:solidFill>
              <a:srgbClr val="FF0000"/>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spcAft>
                <a:spcPts val="400"/>
              </a:spcAft>
            </a:pPr>
            <a:r>
              <a:rPr sz="1300" b="1">
                <a:solidFill>
                  <a:srgbClr val="FF0000"/>
                </a:solidFill>
                <a:latin typeface="HGPｺﾞｼｯｸE"/>
                <a:ea typeface="HGPｺﾞｼｯｸE"/>
              </a:rPr>
              <a:t>注意　</a:t>
            </a:r>
            <a:r>
              <a:rPr sz="1400" b="1">
                <a:solidFill>
                  <a:srgbClr val="000000"/>
                </a:solidFill>
                <a:latin typeface="HGPｺﾞｼｯｸE"/>
                <a:ea typeface="HGPｺﾞｼｯｸE"/>
              </a:rPr>
              <a:t>中部電力だけこのタイミングでは値上げなし。指摘されたら素直に認める</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ounded Rectangle 1"/>
          <p:cNvSpPr/>
          <p:nvPr/>
        </p:nvSpPr>
        <p:spPr>
          <a:xfrm>
            <a:off x="143560" y="692200"/>
            <a:ext cx="128016" cy="468172"/>
          </a:xfrm>
          <a:prstGeom prst="roundRect">
            <a:avLst/>
          </a:prstGeom>
          <a:solidFill>
            <a:srgbClr val="000000"/>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18211" y="672998"/>
            <a:ext cx="9052560" cy="523036"/>
          </a:xfrm>
          <a:prstGeom prst="rect">
            <a:avLst/>
          </a:prstGeom>
          <a:noFill/>
        </p:spPr>
        <p:txBody>
          <a:bodyPr wrap="square" anchor="t" lIns="0" rIns="0" tIns="18288" bIns="18288">
            <a:spAutoFit/>
          </a:bodyPr>
          <a:lstStyle/>
          <a:p>
            <a:pPr algn="l">
              <a:spcAft>
                <a:spcPts val="500"/>
              </a:spcAft>
            </a:pPr>
            <a:r>
              <a:rPr sz="2800" b="0">
                <a:solidFill>
                  <a:srgbClr val="000000"/>
                </a:solidFill>
                <a:latin typeface="HGP明朝E"/>
                <a:ea typeface="HGP明朝E"/>
              </a:rPr>
              <a:t>① 電気代</a:t>
            </a:r>
          </a:p>
        </p:txBody>
      </p:sp>
      <p:sp>
        <p:nvSpPr>
          <p:cNvPr id="4" name="TextBox 3"/>
          <p:cNvSpPr txBox="1"/>
          <p:nvPr/>
        </p:nvSpPr>
        <p:spPr>
          <a:xfrm>
            <a:off x="7598664" y="6565392"/>
            <a:ext cx="2103120" cy="301752"/>
          </a:xfrm>
          <a:prstGeom prst="rect">
            <a:avLst/>
          </a:prstGeom>
          <a:noFill/>
        </p:spPr>
        <p:txBody>
          <a:bodyPr wrap="square" anchor="t" lIns="0" rIns="0" tIns="18288" bIns="18288">
            <a:spAutoFit/>
          </a:bodyPr>
          <a:lstStyle/>
          <a:p>
            <a:pPr algn="r">
              <a:spcAft>
                <a:spcPts val="500"/>
              </a:spcAft>
            </a:pPr>
            <a:r>
              <a:rPr sz="1200" b="0">
                <a:solidFill>
                  <a:srgbClr val="FFFFFF"/>
                </a:solidFill>
                <a:latin typeface="HGPｺﾞｼｯｸE"/>
                <a:ea typeface="HGPｺﾞｼｯｸE"/>
              </a:rPr>
              <a:t>11</a:t>
            </a:r>
          </a:p>
        </p:txBody>
      </p:sp>
      <p:sp>
        <p:nvSpPr>
          <p:cNvPr id="5" name="TextBox 4"/>
          <p:cNvSpPr txBox="1"/>
          <p:nvPr/>
        </p:nvSpPr>
        <p:spPr>
          <a:xfrm>
            <a:off x="411480" y="1243584"/>
            <a:ext cx="9098280" cy="411480"/>
          </a:xfrm>
          <a:prstGeom prst="rect">
            <a:avLst/>
          </a:prstGeom>
          <a:noFill/>
        </p:spPr>
        <p:txBody>
          <a:bodyPr wrap="square" anchor="t" lIns="0" rIns="0" tIns="18288" bIns="18288">
            <a:spAutoFit/>
          </a:bodyPr>
          <a:lstStyle/>
          <a:p>
            <a:pPr algn="l">
              <a:spcAft>
                <a:spcPts val="500"/>
              </a:spcAft>
            </a:pPr>
            <a:r>
              <a:rPr sz="2300" b="1">
                <a:solidFill>
                  <a:srgbClr val="000000"/>
                </a:solidFill>
                <a:latin typeface="HGPｺﾞｼｯｸE"/>
                <a:ea typeface="HGPｺﾞｼｯｸE"/>
              </a:rPr>
              <a:t>p.13　電気料金が上昇する理由：②再エネ賦課金の上昇</a:t>
            </a:r>
          </a:p>
        </p:txBody>
      </p:sp>
      <p:sp>
        <p:nvSpPr>
          <p:cNvPr id="6" name="Rectangle 5"/>
          <p:cNvSpPr/>
          <p:nvPr/>
        </p:nvSpPr>
        <p:spPr>
          <a:xfrm>
            <a:off x="411480" y="1755648"/>
            <a:ext cx="4434840" cy="3054096"/>
          </a:xfrm>
          <a:prstGeom prst="rect">
            <a:avLst/>
          </a:prstGeom>
          <a:solidFill>
            <a:srgbClr val="FFF2CC"/>
          </a:solidFill>
          <a:ln w="12700">
            <a:solidFill>
              <a:srgbClr val="BF8F00"/>
            </a:solid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36576" bIns="36576"/>
          <a:lstStyle/>
          <a:p>
            <a:pPr algn="l">
              <a:spcAft>
                <a:spcPts val="700"/>
              </a:spcAft>
            </a:pPr>
            <a:r>
              <a:rPr sz="1300" b="1">
                <a:solidFill>
                  <a:srgbClr val="7F6000"/>
                </a:solidFill>
                <a:latin typeface="HGPｺﾞｼｯｸE"/>
                <a:ea typeface="HGPｺﾞｼｯｸE"/>
              </a:rPr>
              <a:t>誌面に載っているもの</a:t>
            </a:r>
          </a:p>
          <a:p>
            <a:pPr algn="l">
              <a:spcAft>
                <a:spcPts val="600"/>
              </a:spcAft>
            </a:pPr>
            <a:r>
              <a:rPr sz="1500" b="1">
                <a:solidFill>
                  <a:srgbClr val="000000"/>
                </a:solidFill>
                <a:latin typeface="HGPｺﾞｼｯｸE"/>
                <a:ea typeface="HGPｺﾞｼｯｸE"/>
              </a:rPr>
              <a:t>再エネ賦課金とは</a:t>
            </a:r>
          </a:p>
          <a:p>
            <a:pPr algn="l">
              <a:spcAft>
                <a:spcPts val="600"/>
              </a:spcAft>
            </a:pPr>
            <a:r>
              <a:rPr sz="1300" b="0">
                <a:solidFill>
                  <a:srgbClr val="000000"/>
                </a:solidFill>
                <a:latin typeface="HGPｺﾞｼｯｸE"/>
                <a:ea typeface="HGPｺﾞｼｯｸE"/>
              </a:rPr>
              <a:t>再生可能エネルギーで発電された電気を電力会社が買い取るために、消費者から集めるお金。</a:t>
            </a:r>
          </a:p>
          <a:p>
            <a:pPr algn="l">
              <a:spcAft>
                <a:spcPts val="1000"/>
              </a:spcAft>
            </a:pPr>
            <a:r>
              <a:rPr sz="1300" b="0">
                <a:solidFill>
                  <a:srgbClr val="000000"/>
                </a:solidFill>
                <a:latin typeface="HGPｺﾞｼｯｸE"/>
                <a:ea typeface="HGPｺﾞｼｯｸE"/>
              </a:rPr>
              <a:t>FIT制度により、国が定める割高な価格での買い取りが義務づけられており、その原資を利用者に割り当てて負担させている。</a:t>
            </a:r>
          </a:p>
          <a:p>
            <a:pPr algn="l">
              <a:spcAft>
                <a:spcPts val="600"/>
              </a:spcAft>
            </a:pPr>
            <a:r>
              <a:rPr sz="1600" b="1">
                <a:solidFill>
                  <a:srgbClr val="FF0000"/>
                </a:solidFill>
                <a:latin typeface="HGPｺﾞｼｯｸE"/>
                <a:ea typeface="HGPｺﾞｼｯｸE"/>
              </a:rPr>
              <a:t>現在の単価　4.18円/kWh（2026年）</a:t>
            </a:r>
          </a:p>
        </p:txBody>
      </p:sp>
      <p:sp>
        <p:nvSpPr>
          <p:cNvPr id="7" name="TextBox 6"/>
          <p:cNvSpPr txBox="1"/>
          <p:nvPr/>
        </p:nvSpPr>
        <p:spPr>
          <a:xfrm>
            <a:off x="411480" y="4864608"/>
            <a:ext cx="4434840" cy="256032"/>
          </a:xfrm>
          <a:prstGeom prst="rect">
            <a:avLst/>
          </a:prstGeom>
          <a:noFill/>
        </p:spPr>
        <p:txBody>
          <a:bodyPr wrap="square" anchor="t" lIns="0" rIns="0" tIns="18288" bIns="18288">
            <a:spAutoFit/>
          </a:bodyPr>
          <a:lstStyle/>
          <a:p>
            <a:pPr algn="l">
              <a:spcAft>
                <a:spcPts val="500"/>
              </a:spcAft>
            </a:pPr>
            <a:r>
              <a:rPr sz="1100" b="0">
                <a:solidFill>
                  <a:srgbClr val="595959"/>
                </a:solidFill>
                <a:latin typeface="HGPｺﾞｼｯｸE"/>
                <a:ea typeface="HGPｺﾞｼｯｸE"/>
              </a:rPr>
              <a:t>アプローチブック p.13　再エネ賦課金のしくみ</a:t>
            </a:r>
          </a:p>
        </p:txBody>
      </p:sp>
      <p:sp>
        <p:nvSpPr>
          <p:cNvPr id="8" name="Rounded Rectangle 7"/>
          <p:cNvSpPr/>
          <p:nvPr/>
        </p:nvSpPr>
        <p:spPr>
          <a:xfrm>
            <a:off x="5166360" y="1755648"/>
            <a:ext cx="4343400" cy="1024128"/>
          </a:xfrm>
          <a:prstGeom prst="roundRect">
            <a:avLst/>
          </a:prstGeom>
          <a:solidFill>
            <a:srgbClr val="DEEBF7"/>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36576" bIns="36576"/>
          <a:lstStyle/>
          <a:p>
            <a:pPr algn="l">
              <a:spcAft>
                <a:spcPts val="500"/>
              </a:spcAft>
            </a:pPr>
            <a:r>
              <a:rPr sz="1200" b="1">
                <a:solidFill>
                  <a:srgbClr val="0070C0"/>
                </a:solidFill>
                <a:latin typeface="HGPｺﾞｼｯｸE"/>
                <a:ea typeface="HGPｺﾞｼｯｸE"/>
              </a:rPr>
              <a:t>引き出す反応（お客様の台詞）</a:t>
            </a:r>
          </a:p>
          <a:p>
            <a:pPr algn="l">
              <a:spcAft>
                <a:spcPts val="300"/>
              </a:spcAft>
            </a:pPr>
            <a:r>
              <a:rPr sz="1500" b="1">
                <a:solidFill>
                  <a:srgbClr val="000000"/>
                </a:solidFill>
                <a:latin typeface="HGPｺﾞｼｯｸE"/>
                <a:ea typeface="HGPｺﾞｼｯｸE"/>
              </a:rPr>
              <a:t>「再エネ賦課金が上昇することで、電気代が上昇するのですね」</a:t>
            </a:r>
          </a:p>
        </p:txBody>
      </p:sp>
      <p:sp>
        <p:nvSpPr>
          <p:cNvPr id="9" name="Rectangle 8"/>
          <p:cNvSpPr/>
          <p:nvPr/>
        </p:nvSpPr>
        <p:spPr>
          <a:xfrm>
            <a:off x="5166360" y="2871216"/>
            <a:ext cx="4343400" cy="2322576"/>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36576" bIns="36576"/>
          <a:lstStyle/>
          <a:p>
            <a:pPr algn="l">
              <a:spcAft>
                <a:spcPts val="600"/>
              </a:spcAft>
            </a:pPr>
            <a:r>
              <a:rPr sz="1300" b="1">
                <a:solidFill>
                  <a:srgbClr val="595959"/>
                </a:solidFill>
                <a:latin typeface="HGPｺﾞｼｯｸE"/>
                <a:ea typeface="HGPｺﾞｼｯｸE"/>
              </a:rPr>
              <a:t>このページで言うこと</a:t>
            </a:r>
          </a:p>
          <a:p>
            <a:pPr algn="l">
              <a:spcAft>
                <a:spcPts val="600"/>
              </a:spcAft>
            </a:pPr>
            <a:r>
              <a:rPr sz="1300" b="1">
                <a:solidFill>
                  <a:srgbClr val="FF0000"/>
                </a:solidFill>
                <a:latin typeface="HGPｺﾞｼｯｸE"/>
                <a:ea typeface="HGPｺﾞｼｯｸE"/>
              </a:rPr>
              <a:t>ここで初めて「賦課金」という言葉を出す</a:t>
            </a:r>
          </a:p>
          <a:p>
            <a:pPr algn="l">
              <a:spcAft>
                <a:spcPts val="600"/>
              </a:spcAft>
            </a:pPr>
            <a:r>
              <a:rPr sz="1300" b="0">
                <a:solidFill>
                  <a:srgbClr val="000000"/>
                </a:solidFill>
                <a:latin typeface="HGPｺﾞｼｯｸE"/>
                <a:ea typeface="HGPｺﾞｼｯｸE"/>
              </a:rPr>
              <a:t>「再エネの電気を電力会社が買い取るためのお金です」</a:t>
            </a:r>
          </a:p>
          <a:p>
            <a:pPr algn="l">
              <a:spcAft>
                <a:spcPts val="600"/>
              </a:spcAft>
            </a:pPr>
            <a:r>
              <a:rPr sz="1300" b="0">
                <a:solidFill>
                  <a:srgbClr val="000000"/>
                </a:solidFill>
                <a:latin typeface="HGPｺﾞｼｯｸE"/>
                <a:ea typeface="HGPｺﾞｼｯｸE"/>
              </a:rPr>
              <a:t>「国が決めた割高な価格で買い取る義務があります」</a:t>
            </a:r>
          </a:p>
          <a:p>
            <a:pPr algn="l">
              <a:spcAft>
                <a:spcPts val="600"/>
              </a:spcAft>
            </a:pPr>
            <a:r>
              <a:rPr sz="1300" b="0">
                <a:solidFill>
                  <a:srgbClr val="000000"/>
                </a:solidFill>
                <a:latin typeface="HGPｺﾞｼｯｸE"/>
                <a:ea typeface="HGPｺﾞｼｯｸE"/>
              </a:rPr>
              <a:t>「その原資を、電気を使う全員で負担しています」</a:t>
            </a:r>
          </a:p>
          <a:p>
            <a:pPr algn="l">
              <a:spcAft>
                <a:spcPts val="600"/>
              </a:spcAft>
            </a:pPr>
            <a:r>
              <a:rPr sz="1300" b="0">
                <a:solidFill>
                  <a:srgbClr val="000000"/>
                </a:solidFill>
                <a:latin typeface="HGPｺﾞｼｯｸE"/>
                <a:ea typeface="HGPｺﾞｼｯｸE"/>
              </a:rPr>
              <a:t>「いま4.18円/kWh。使った分だけ自動で増えます」</a:t>
            </a:r>
          </a:p>
        </p:txBody>
      </p:sp>
      <p:sp>
        <p:nvSpPr>
          <p:cNvPr id="10" name="Rectangle 9"/>
          <p:cNvSpPr/>
          <p:nvPr/>
        </p:nvSpPr>
        <p:spPr>
          <a:xfrm>
            <a:off x="411480" y="5303520"/>
            <a:ext cx="9098280" cy="530352"/>
          </a:xfrm>
          <a:prstGeom prst="rect">
            <a:avLst/>
          </a:prstGeom>
          <a:solidFill>
            <a:srgbClr val="EAF1D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spcAft>
                <a:spcPts val="400"/>
              </a:spcAft>
            </a:pPr>
            <a:r>
              <a:rPr sz="1200" b="1">
                <a:solidFill>
                  <a:srgbClr val="595959"/>
                </a:solidFill>
                <a:latin typeface="HGPｺﾞｼｯｸE"/>
                <a:ea typeface="HGPｺﾞｼｯｸE"/>
              </a:rPr>
              <a:t>緑帯の結論（そのまま言い切る）　</a:t>
            </a:r>
            <a:r>
              <a:rPr sz="1500" b="1">
                <a:solidFill>
                  <a:srgbClr val="000000"/>
                </a:solidFill>
                <a:highlight>
                  <a:srgbClr val="FFFF00"/>
                </a:highlight>
                <a:latin typeface="HGPｺﾞｼｯｸE"/>
                <a:ea typeface="HGPｺﾞｼｯｸE"/>
              </a:rPr>
              <a:t>全国民が電気代とともに再エネ賦課金を負担しています</a:t>
            </a:r>
          </a:p>
        </p:txBody>
      </p:sp>
      <p:sp>
        <p:nvSpPr>
          <p:cNvPr id="11" name="Rectangle 10"/>
          <p:cNvSpPr/>
          <p:nvPr/>
        </p:nvSpPr>
        <p:spPr>
          <a:xfrm>
            <a:off x="411480" y="5925312"/>
            <a:ext cx="9098280" cy="457200"/>
          </a:xfrm>
          <a:prstGeom prst="rect">
            <a:avLst/>
          </a:prstGeom>
          <a:solidFill>
            <a:srgbClr val="FCE4E4"/>
          </a:solidFill>
          <a:ln w="12700">
            <a:solidFill>
              <a:srgbClr val="FF0000"/>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spcAft>
                <a:spcPts val="400"/>
              </a:spcAft>
            </a:pPr>
            <a:r>
              <a:rPr sz="1300" b="1">
                <a:solidFill>
                  <a:srgbClr val="FF0000"/>
                </a:solidFill>
                <a:latin typeface="HGPｺﾞｼｯｸE"/>
                <a:ea typeface="HGPｺﾞｼｯｸE"/>
              </a:rPr>
              <a:t>注意　</a:t>
            </a:r>
            <a:r>
              <a:rPr sz="1400" b="1">
                <a:solidFill>
                  <a:srgbClr val="000000"/>
                </a:solidFill>
                <a:latin typeface="HGPｺﾞｼｯｸE"/>
                <a:ea typeface="HGPｺﾞｼｯｸE"/>
              </a:rPr>
              <a:t>制度の良し悪しを論じない。「払っている」という事実だけ置いて、次のp.14へ</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ounded Rectangle 1"/>
          <p:cNvSpPr/>
          <p:nvPr/>
        </p:nvSpPr>
        <p:spPr>
          <a:xfrm>
            <a:off x="143560" y="692200"/>
            <a:ext cx="128016" cy="468172"/>
          </a:xfrm>
          <a:prstGeom prst="roundRect">
            <a:avLst/>
          </a:prstGeom>
          <a:solidFill>
            <a:srgbClr val="000000"/>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18211" y="672998"/>
            <a:ext cx="9052560" cy="523036"/>
          </a:xfrm>
          <a:prstGeom prst="rect">
            <a:avLst/>
          </a:prstGeom>
          <a:noFill/>
        </p:spPr>
        <p:txBody>
          <a:bodyPr wrap="square" anchor="t" lIns="0" rIns="0" tIns="18288" bIns="18288">
            <a:spAutoFit/>
          </a:bodyPr>
          <a:lstStyle/>
          <a:p>
            <a:pPr algn="l">
              <a:spcAft>
                <a:spcPts val="500"/>
              </a:spcAft>
            </a:pPr>
            <a:r>
              <a:rPr sz="2800" b="0">
                <a:solidFill>
                  <a:srgbClr val="000000"/>
                </a:solidFill>
                <a:latin typeface="HGP明朝E"/>
                <a:ea typeface="HGP明朝E"/>
              </a:rPr>
              <a:t>① 電気代</a:t>
            </a:r>
          </a:p>
        </p:txBody>
      </p:sp>
      <p:sp>
        <p:nvSpPr>
          <p:cNvPr id="4" name="TextBox 3"/>
          <p:cNvSpPr txBox="1"/>
          <p:nvPr/>
        </p:nvSpPr>
        <p:spPr>
          <a:xfrm>
            <a:off x="7598664" y="6565392"/>
            <a:ext cx="2103120" cy="301752"/>
          </a:xfrm>
          <a:prstGeom prst="rect">
            <a:avLst/>
          </a:prstGeom>
          <a:noFill/>
        </p:spPr>
        <p:txBody>
          <a:bodyPr wrap="square" anchor="t" lIns="0" rIns="0" tIns="18288" bIns="18288">
            <a:spAutoFit/>
          </a:bodyPr>
          <a:lstStyle/>
          <a:p>
            <a:pPr algn="r">
              <a:spcAft>
                <a:spcPts val="500"/>
              </a:spcAft>
            </a:pPr>
            <a:r>
              <a:rPr sz="1200" b="0">
                <a:solidFill>
                  <a:srgbClr val="FFFFFF"/>
                </a:solidFill>
                <a:latin typeface="HGPｺﾞｼｯｸE"/>
                <a:ea typeface="HGPｺﾞｼｯｸE"/>
              </a:rPr>
              <a:t>12</a:t>
            </a:r>
          </a:p>
        </p:txBody>
      </p:sp>
      <p:sp>
        <p:nvSpPr>
          <p:cNvPr id="5" name="TextBox 4"/>
          <p:cNvSpPr txBox="1"/>
          <p:nvPr/>
        </p:nvSpPr>
        <p:spPr>
          <a:xfrm>
            <a:off x="411480" y="1243584"/>
            <a:ext cx="9098280" cy="411480"/>
          </a:xfrm>
          <a:prstGeom prst="rect">
            <a:avLst/>
          </a:prstGeom>
          <a:noFill/>
        </p:spPr>
        <p:txBody>
          <a:bodyPr wrap="square" anchor="t" lIns="0" rIns="0" tIns="18288" bIns="18288">
            <a:spAutoFit/>
          </a:bodyPr>
          <a:lstStyle/>
          <a:p>
            <a:pPr algn="l">
              <a:spcAft>
                <a:spcPts val="500"/>
              </a:spcAft>
            </a:pPr>
            <a:r>
              <a:rPr sz="2300" b="1">
                <a:solidFill>
                  <a:srgbClr val="000000"/>
                </a:solidFill>
                <a:latin typeface="HGPｺﾞｼｯｸE"/>
                <a:ea typeface="HGPｺﾞｼｯｸE"/>
              </a:rPr>
              <a:t>p.14　再エネ賦課金は値上がりし続けています</a:t>
            </a:r>
          </a:p>
        </p:txBody>
      </p:sp>
      <p:pic>
        <p:nvPicPr>
          <p:cNvPr id="6" name="Picture 5" descr="ab14.jpg"/>
          <p:cNvPicPr>
            <a:picLocks noChangeAspect="1"/>
          </p:cNvPicPr>
          <p:nvPr/>
        </p:nvPicPr>
        <p:blipFill>
          <a:blip r:embed="rId2"/>
          <a:stretch>
            <a:fillRect/>
          </a:stretch>
        </p:blipFill>
        <p:spPr>
          <a:xfrm>
            <a:off x="411480" y="1755648"/>
            <a:ext cx="4434840" cy="3069416"/>
          </a:xfrm>
          <a:prstGeom prst="rect">
            <a:avLst/>
          </a:prstGeom>
          <a:ln w="12700">
            <a:solidFill>
              <a:srgbClr val="808080"/>
            </a:solidFill>
          </a:ln>
        </p:spPr>
      </p:pic>
      <p:sp>
        <p:nvSpPr>
          <p:cNvPr id="7" name="TextBox 6"/>
          <p:cNvSpPr txBox="1"/>
          <p:nvPr/>
        </p:nvSpPr>
        <p:spPr>
          <a:xfrm>
            <a:off x="411480" y="4882896"/>
            <a:ext cx="4434840" cy="256032"/>
          </a:xfrm>
          <a:prstGeom prst="rect">
            <a:avLst/>
          </a:prstGeom>
          <a:noFill/>
        </p:spPr>
        <p:txBody>
          <a:bodyPr wrap="square" anchor="t" lIns="0" rIns="0" tIns="18288" bIns="18288">
            <a:spAutoFit/>
          </a:bodyPr>
          <a:lstStyle/>
          <a:p>
            <a:pPr algn="l">
              <a:spcAft>
                <a:spcPts val="500"/>
              </a:spcAft>
            </a:pPr>
            <a:r>
              <a:rPr sz="1100" b="0">
                <a:solidFill>
                  <a:srgbClr val="595959"/>
                </a:solidFill>
                <a:latin typeface="HGPｺﾞｼｯｸE"/>
                <a:ea typeface="HGPｺﾞｼｯｸE"/>
              </a:rPr>
              <a:t>アプローチブック p.14　再エネ賦課金の推移</a:t>
            </a:r>
          </a:p>
        </p:txBody>
      </p:sp>
      <p:sp>
        <p:nvSpPr>
          <p:cNvPr id="8" name="Rounded Rectangle 7"/>
          <p:cNvSpPr/>
          <p:nvPr/>
        </p:nvSpPr>
        <p:spPr>
          <a:xfrm>
            <a:off x="5166360" y="1755648"/>
            <a:ext cx="4343400" cy="1024128"/>
          </a:xfrm>
          <a:prstGeom prst="roundRect">
            <a:avLst/>
          </a:prstGeom>
          <a:solidFill>
            <a:srgbClr val="DEEBF7"/>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36576" bIns="36576"/>
          <a:lstStyle/>
          <a:p>
            <a:pPr algn="l">
              <a:spcAft>
                <a:spcPts val="500"/>
              </a:spcAft>
            </a:pPr>
            <a:r>
              <a:rPr sz="1200" b="1">
                <a:solidFill>
                  <a:srgbClr val="0070C0"/>
                </a:solidFill>
                <a:latin typeface="HGPｺﾞｼｯｸE"/>
                <a:ea typeface="HGPｺﾞｼｯｸE"/>
              </a:rPr>
              <a:t>引き出す反応（お客様の台詞）</a:t>
            </a:r>
          </a:p>
          <a:p>
            <a:pPr algn="l">
              <a:spcAft>
                <a:spcPts val="300"/>
              </a:spcAft>
            </a:pPr>
            <a:r>
              <a:rPr sz="1500" b="1">
                <a:solidFill>
                  <a:srgbClr val="000000"/>
                </a:solidFill>
                <a:latin typeface="HGPｺﾞｼｯｸE"/>
                <a:ea typeface="HGPｺﾞｼｯｸE"/>
              </a:rPr>
              <a:t>「再エネ賦課金が上昇することで、電気代が上昇するのですね」</a:t>
            </a:r>
          </a:p>
        </p:txBody>
      </p:sp>
      <p:sp>
        <p:nvSpPr>
          <p:cNvPr id="9" name="Rectangle 8"/>
          <p:cNvSpPr/>
          <p:nvPr/>
        </p:nvSpPr>
        <p:spPr>
          <a:xfrm>
            <a:off x="5166360" y="2871216"/>
            <a:ext cx="4343400" cy="2322576"/>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36576" bIns="36576"/>
          <a:lstStyle/>
          <a:p>
            <a:pPr algn="l">
              <a:spcAft>
                <a:spcPts val="600"/>
              </a:spcAft>
            </a:pPr>
            <a:r>
              <a:rPr sz="1300" b="1">
                <a:solidFill>
                  <a:srgbClr val="595959"/>
                </a:solidFill>
                <a:latin typeface="HGPｺﾞｼｯｸE"/>
                <a:ea typeface="HGPｺﾞｼｯｸE"/>
              </a:rPr>
              <a:t>このページで言うこと</a:t>
            </a:r>
          </a:p>
          <a:p>
            <a:pPr algn="l">
              <a:spcAft>
                <a:spcPts val="600"/>
              </a:spcAft>
            </a:pPr>
            <a:r>
              <a:rPr sz="1300" b="1">
                <a:solidFill>
                  <a:srgbClr val="000000"/>
                </a:solidFill>
                <a:latin typeface="HGPｺﾞｼｯｸE"/>
                <a:ea typeface="HGPｺﾞｼｯｸE"/>
              </a:rPr>
              <a:t>左端と右端の2本だけを指す。途中の棒は説明しない</a:t>
            </a:r>
          </a:p>
          <a:p>
            <a:pPr algn="l">
              <a:spcAft>
                <a:spcPts val="600"/>
              </a:spcAft>
            </a:pPr>
            <a:r>
              <a:rPr sz="1300" b="0">
                <a:solidFill>
                  <a:srgbClr val="000000"/>
                </a:solidFill>
                <a:latin typeface="HGPｺﾞｼｯｸE"/>
                <a:ea typeface="HGPｺﾞｼｯｸE"/>
              </a:rPr>
              <a:t>「2012年は年1,210円。2026年は22,990円です」</a:t>
            </a:r>
          </a:p>
          <a:p>
            <a:pPr algn="l">
              <a:spcAft>
                <a:spcPts val="600"/>
              </a:spcAft>
            </a:pPr>
            <a:r>
              <a:rPr sz="1300" b="0">
                <a:solidFill>
                  <a:srgbClr val="000000"/>
                </a:solidFill>
                <a:latin typeface="HGPｺﾞｼｯｸE"/>
                <a:ea typeface="HGPｺﾞｼｯｸE"/>
              </a:rPr>
              <a:t>「13年で18倍。使った分だけ自動で増えます」</a:t>
            </a:r>
          </a:p>
          <a:p>
            <a:pPr algn="l">
              <a:spcAft>
                <a:spcPts val="600"/>
              </a:spcAft>
            </a:pPr>
            <a:r>
              <a:rPr sz="1300" b="1">
                <a:solidFill>
                  <a:srgbClr val="FF0000"/>
                </a:solidFill>
                <a:latin typeface="HGPｺﾞｼｯｸE"/>
                <a:ea typeface="HGPｺﾞｼｯｸE"/>
              </a:rPr>
              <a:t>言い切ったら、必ず緑帯の一文で裏返す</a:t>
            </a:r>
          </a:p>
        </p:txBody>
      </p:sp>
      <p:sp>
        <p:nvSpPr>
          <p:cNvPr id="10" name="Rectangle 9"/>
          <p:cNvSpPr/>
          <p:nvPr/>
        </p:nvSpPr>
        <p:spPr>
          <a:xfrm>
            <a:off x="411480" y="5303520"/>
            <a:ext cx="9098280" cy="530352"/>
          </a:xfrm>
          <a:prstGeom prst="rect">
            <a:avLst/>
          </a:prstGeom>
          <a:solidFill>
            <a:srgbClr val="EAF1D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spcAft>
                <a:spcPts val="400"/>
              </a:spcAft>
            </a:pPr>
            <a:r>
              <a:rPr sz="1200" b="1">
                <a:solidFill>
                  <a:srgbClr val="595959"/>
                </a:solidFill>
                <a:latin typeface="HGPｺﾞｼｯｸE"/>
                <a:ea typeface="HGPｺﾞｼｯｸE"/>
              </a:rPr>
              <a:t>緑帯の結論（そのまま言い切る）　</a:t>
            </a:r>
            <a:r>
              <a:rPr sz="1500" b="1">
                <a:solidFill>
                  <a:srgbClr val="000000"/>
                </a:solidFill>
                <a:highlight>
                  <a:srgbClr val="FFFF00"/>
                </a:highlight>
                <a:latin typeface="HGPｺﾞｼｯｸE"/>
                <a:ea typeface="HGPｺﾞｼｯｸE"/>
              </a:rPr>
              <a:t>裏返せば、太陽光を導入している方は続々とお得になっています！</a:t>
            </a:r>
          </a:p>
        </p:txBody>
      </p:sp>
      <p:sp>
        <p:nvSpPr>
          <p:cNvPr id="11" name="Rectangle 10"/>
          <p:cNvSpPr/>
          <p:nvPr/>
        </p:nvSpPr>
        <p:spPr>
          <a:xfrm>
            <a:off x="411480" y="5925312"/>
            <a:ext cx="9098280" cy="457200"/>
          </a:xfrm>
          <a:prstGeom prst="rect">
            <a:avLst/>
          </a:prstGeom>
          <a:solidFill>
            <a:srgbClr val="FCE4E4"/>
          </a:solidFill>
          <a:ln w="12700">
            <a:solidFill>
              <a:srgbClr val="FF0000"/>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spcAft>
                <a:spcPts val="400"/>
              </a:spcAft>
            </a:pPr>
            <a:r>
              <a:rPr sz="1300" b="1">
                <a:solidFill>
                  <a:srgbClr val="FF0000"/>
                </a:solidFill>
                <a:latin typeface="HGPｺﾞｼｯｸE"/>
                <a:ea typeface="HGPｺﾞｼｯｸE"/>
              </a:rPr>
              <a:t>注意　</a:t>
            </a:r>
            <a:r>
              <a:rPr sz="1400" b="1">
                <a:solidFill>
                  <a:srgbClr val="000000"/>
                </a:solidFill>
                <a:latin typeface="HGPｺﾞｼｯｸE"/>
                <a:ea typeface="HGPｺﾞｼｯｸE"/>
              </a:rPr>
              <a:t>2023年だけ下がって見えます。聞かれたら「燃料費高騰による一時的な措置」と即答する</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ounded Rectangle 1"/>
          <p:cNvSpPr/>
          <p:nvPr/>
        </p:nvSpPr>
        <p:spPr>
          <a:xfrm>
            <a:off x="143560" y="692200"/>
            <a:ext cx="128016" cy="468172"/>
          </a:xfrm>
          <a:prstGeom prst="roundRect">
            <a:avLst/>
          </a:prstGeom>
          <a:solidFill>
            <a:srgbClr val="000000"/>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18211" y="672998"/>
            <a:ext cx="9052560" cy="523036"/>
          </a:xfrm>
          <a:prstGeom prst="rect">
            <a:avLst/>
          </a:prstGeom>
          <a:noFill/>
        </p:spPr>
        <p:txBody>
          <a:bodyPr wrap="square" anchor="t" lIns="0" rIns="0" tIns="18288" bIns="18288">
            <a:spAutoFit/>
          </a:bodyPr>
          <a:lstStyle/>
          <a:p>
            <a:pPr algn="l">
              <a:spcAft>
                <a:spcPts val="500"/>
              </a:spcAft>
            </a:pPr>
            <a:r>
              <a:rPr sz="2800" b="0">
                <a:solidFill>
                  <a:srgbClr val="000000"/>
                </a:solidFill>
                <a:latin typeface="HGP明朝E"/>
                <a:ea typeface="HGP明朝E"/>
              </a:rPr>
              <a:t>① 電気代</a:t>
            </a:r>
          </a:p>
        </p:txBody>
      </p:sp>
      <p:sp>
        <p:nvSpPr>
          <p:cNvPr id="4" name="TextBox 3"/>
          <p:cNvSpPr txBox="1"/>
          <p:nvPr/>
        </p:nvSpPr>
        <p:spPr>
          <a:xfrm>
            <a:off x="7598664" y="6565392"/>
            <a:ext cx="2103120" cy="301752"/>
          </a:xfrm>
          <a:prstGeom prst="rect">
            <a:avLst/>
          </a:prstGeom>
          <a:noFill/>
        </p:spPr>
        <p:txBody>
          <a:bodyPr wrap="square" anchor="t" lIns="0" rIns="0" tIns="18288" bIns="18288">
            <a:spAutoFit/>
          </a:bodyPr>
          <a:lstStyle/>
          <a:p>
            <a:pPr algn="r">
              <a:spcAft>
                <a:spcPts val="500"/>
              </a:spcAft>
            </a:pPr>
            <a:r>
              <a:rPr sz="1200" b="0">
                <a:solidFill>
                  <a:srgbClr val="FFFFFF"/>
                </a:solidFill>
                <a:latin typeface="HGPｺﾞｼｯｸE"/>
                <a:ea typeface="HGPｺﾞｼｯｸE"/>
              </a:rPr>
              <a:t>13</a:t>
            </a:r>
          </a:p>
        </p:txBody>
      </p:sp>
      <p:sp>
        <p:nvSpPr>
          <p:cNvPr id="5" name="TextBox 4"/>
          <p:cNvSpPr txBox="1"/>
          <p:nvPr/>
        </p:nvSpPr>
        <p:spPr>
          <a:xfrm>
            <a:off x="411480" y="1243584"/>
            <a:ext cx="9098280" cy="411480"/>
          </a:xfrm>
          <a:prstGeom prst="rect">
            <a:avLst/>
          </a:prstGeom>
          <a:noFill/>
        </p:spPr>
        <p:txBody>
          <a:bodyPr wrap="square" anchor="t" lIns="0" rIns="0" tIns="18288" bIns="18288">
            <a:spAutoFit/>
          </a:bodyPr>
          <a:lstStyle/>
          <a:p>
            <a:pPr algn="l">
              <a:spcAft>
                <a:spcPts val="500"/>
              </a:spcAft>
            </a:pPr>
            <a:r>
              <a:rPr sz="2300" b="1">
                <a:solidFill>
                  <a:srgbClr val="000000"/>
                </a:solidFill>
                <a:latin typeface="HGPｺﾞｼｯｸE"/>
                <a:ea typeface="HGPｺﾞｼｯｸE"/>
              </a:rPr>
              <a:t>p.15　電気料金が上昇する理由：③燃料調整費の上昇</a:t>
            </a:r>
          </a:p>
        </p:txBody>
      </p:sp>
      <p:sp>
        <p:nvSpPr>
          <p:cNvPr id="6" name="Rectangle 5"/>
          <p:cNvSpPr/>
          <p:nvPr/>
        </p:nvSpPr>
        <p:spPr>
          <a:xfrm>
            <a:off x="411480" y="1755648"/>
            <a:ext cx="4434840" cy="3054096"/>
          </a:xfrm>
          <a:prstGeom prst="rect">
            <a:avLst/>
          </a:prstGeom>
          <a:solidFill>
            <a:srgbClr val="FFF2CC"/>
          </a:solidFill>
          <a:ln w="12700">
            <a:solidFill>
              <a:srgbClr val="BF8F00"/>
            </a:solid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36576" bIns="36576"/>
          <a:lstStyle/>
          <a:p>
            <a:pPr algn="l">
              <a:spcAft>
                <a:spcPts val="700"/>
              </a:spcAft>
            </a:pPr>
            <a:r>
              <a:rPr sz="1300" b="1">
                <a:solidFill>
                  <a:srgbClr val="7F6000"/>
                </a:solidFill>
                <a:latin typeface="HGPｺﾞｼｯｸE"/>
                <a:ea typeface="HGPｺﾞｼｯｸE"/>
              </a:rPr>
              <a:t>誌面に載っているもの</a:t>
            </a:r>
          </a:p>
          <a:p>
            <a:pPr algn="l">
              <a:spcAft>
                <a:spcPts val="800"/>
              </a:spcAft>
            </a:pPr>
            <a:r>
              <a:rPr sz="1300" b="1">
                <a:solidFill>
                  <a:srgbClr val="000000"/>
                </a:solidFill>
                <a:latin typeface="HGPｺﾞｼｯｸE"/>
                <a:ea typeface="HGPｺﾞｼｯｸE"/>
              </a:rPr>
              <a:t>値上がりが請求に届くまでの流れ</a:t>
            </a:r>
          </a:p>
          <a:p>
            <a:pPr algn="l">
              <a:spcAft>
                <a:spcPts val="400"/>
              </a:spcAft>
            </a:pPr>
            <a:r>
              <a:rPr sz="1400" b="1">
                <a:solidFill>
                  <a:srgbClr val="000000"/>
                </a:solidFill>
                <a:latin typeface="HGPｺﾞｼｯｸE"/>
                <a:ea typeface="HGPｺﾞｼｯｸE"/>
              </a:rPr>
              <a:t>① 中東情勢の悪化</a:t>
            </a:r>
          </a:p>
          <a:p>
            <a:pPr algn="l">
              <a:spcAft>
                <a:spcPts val="400"/>
              </a:spcAft>
            </a:pPr>
            <a:r>
              <a:rPr sz="1400" b="1">
                <a:solidFill>
                  <a:srgbClr val="000000"/>
                </a:solidFill>
                <a:latin typeface="HGPｺﾞｼｯｸE"/>
                <a:ea typeface="HGPｺﾞｼｯｸE"/>
              </a:rPr>
              <a:t>② ホルムズ海峡の封鎖</a:t>
            </a:r>
          </a:p>
          <a:p>
            <a:pPr algn="l">
              <a:spcAft>
                <a:spcPts val="400"/>
              </a:spcAft>
            </a:pPr>
            <a:r>
              <a:rPr sz="1400" b="1">
                <a:solidFill>
                  <a:srgbClr val="000000"/>
                </a:solidFill>
                <a:latin typeface="HGPｺﾞｼｯｸE"/>
                <a:ea typeface="HGPｺﾞｼｯｸE"/>
              </a:rPr>
              <a:t>③ 原油・LNG価格が高騰</a:t>
            </a:r>
          </a:p>
          <a:p>
            <a:pPr algn="l">
              <a:spcAft>
                <a:spcPts val="400"/>
              </a:spcAft>
            </a:pPr>
            <a:r>
              <a:rPr sz="1400" b="1">
                <a:solidFill>
                  <a:srgbClr val="000000"/>
                </a:solidFill>
                <a:latin typeface="HGPｺﾞｼｯｸE"/>
                <a:ea typeface="HGPｺﾞｼｯｸE"/>
              </a:rPr>
              <a:t>④ 輸入燃料価格を3か月平均で算定</a:t>
            </a:r>
          </a:p>
          <a:p>
            <a:pPr algn="l">
              <a:spcAft>
                <a:spcPts val="1000"/>
              </a:spcAft>
            </a:pPr>
            <a:r>
              <a:rPr sz="1400" b="1">
                <a:solidFill>
                  <a:srgbClr val="FF0000"/>
                </a:solidFill>
                <a:latin typeface="HGPｺﾞｼｯｸE"/>
                <a:ea typeface="HGPｺﾞｼｯｸE"/>
              </a:rPr>
              <a:t>⑤ その2か月後の料金に反映</a:t>
            </a:r>
          </a:p>
          <a:p>
            <a:pPr algn="l">
              <a:spcAft>
                <a:spcPts val="600"/>
              </a:spcAft>
            </a:pPr>
            <a:r>
              <a:rPr sz="1200" b="1">
                <a:solidFill>
                  <a:srgbClr val="FF0000"/>
                </a:solidFill>
                <a:latin typeface="HGPｺﾞｼｯｸE"/>
                <a:ea typeface="HGPｺﾞｼｯｸE"/>
              </a:rPr>
              <a:t>＋ 政府の電気・ガス料金支援は2026年3月使用分で終了</a:t>
            </a:r>
          </a:p>
        </p:txBody>
      </p:sp>
      <p:sp>
        <p:nvSpPr>
          <p:cNvPr id="7" name="TextBox 6"/>
          <p:cNvSpPr txBox="1"/>
          <p:nvPr/>
        </p:nvSpPr>
        <p:spPr>
          <a:xfrm>
            <a:off x="411480" y="4864608"/>
            <a:ext cx="4434840" cy="256032"/>
          </a:xfrm>
          <a:prstGeom prst="rect">
            <a:avLst/>
          </a:prstGeom>
          <a:noFill/>
        </p:spPr>
        <p:txBody>
          <a:bodyPr wrap="square" anchor="t" lIns="0" rIns="0" tIns="18288" bIns="18288">
            <a:spAutoFit/>
          </a:bodyPr>
          <a:lstStyle/>
          <a:p>
            <a:pPr algn="l">
              <a:spcAft>
                <a:spcPts val="500"/>
              </a:spcAft>
            </a:pPr>
            <a:r>
              <a:rPr sz="1100" b="0">
                <a:solidFill>
                  <a:srgbClr val="595959"/>
                </a:solidFill>
                <a:latin typeface="HGPｺﾞｼｯｸE"/>
                <a:ea typeface="HGPｺﾞｼｯｸE"/>
              </a:rPr>
              <a:t>アプローチブック p.15　燃料費調整制度のしくみ</a:t>
            </a:r>
          </a:p>
        </p:txBody>
      </p:sp>
      <p:sp>
        <p:nvSpPr>
          <p:cNvPr id="8" name="Rounded Rectangle 7"/>
          <p:cNvSpPr/>
          <p:nvPr/>
        </p:nvSpPr>
        <p:spPr>
          <a:xfrm>
            <a:off x="5166360" y="1755648"/>
            <a:ext cx="4343400" cy="1024128"/>
          </a:xfrm>
          <a:prstGeom prst="roundRect">
            <a:avLst/>
          </a:prstGeom>
          <a:solidFill>
            <a:srgbClr val="DEEBF7"/>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36576" bIns="36576"/>
          <a:lstStyle/>
          <a:p>
            <a:pPr algn="l">
              <a:spcAft>
                <a:spcPts val="500"/>
              </a:spcAft>
            </a:pPr>
            <a:r>
              <a:rPr sz="1200" b="1">
                <a:solidFill>
                  <a:srgbClr val="0070C0"/>
                </a:solidFill>
                <a:latin typeface="HGPｺﾞｼｯｸE"/>
                <a:ea typeface="HGPｺﾞｼｯｸE"/>
              </a:rPr>
              <a:t>引き出す反応（お客様の台詞）</a:t>
            </a:r>
          </a:p>
          <a:p>
            <a:pPr algn="l">
              <a:spcAft>
                <a:spcPts val="300"/>
              </a:spcAft>
            </a:pPr>
            <a:r>
              <a:rPr sz="1500" b="1">
                <a:solidFill>
                  <a:srgbClr val="000000"/>
                </a:solidFill>
                <a:latin typeface="HGPｺﾞｼｯｸE"/>
                <a:ea typeface="HGPｺﾞｼｯｸE"/>
              </a:rPr>
              <a:t>「これからも電気代は上がりそうですね」</a:t>
            </a:r>
          </a:p>
        </p:txBody>
      </p:sp>
      <p:sp>
        <p:nvSpPr>
          <p:cNvPr id="9" name="Rectangle 8"/>
          <p:cNvSpPr/>
          <p:nvPr/>
        </p:nvSpPr>
        <p:spPr>
          <a:xfrm>
            <a:off x="5166360" y="2871216"/>
            <a:ext cx="4343400" cy="2322576"/>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36576" bIns="36576"/>
          <a:lstStyle/>
          <a:p>
            <a:pPr algn="l">
              <a:spcAft>
                <a:spcPts val="600"/>
              </a:spcAft>
            </a:pPr>
            <a:r>
              <a:rPr sz="1300" b="1">
                <a:solidFill>
                  <a:srgbClr val="595959"/>
                </a:solidFill>
                <a:latin typeface="HGPｺﾞｼｯｸE"/>
                <a:ea typeface="HGPｺﾞｼｯｸE"/>
              </a:rPr>
              <a:t>このページで言うこと</a:t>
            </a:r>
          </a:p>
          <a:p>
            <a:pPr algn="l">
              <a:spcAft>
                <a:spcPts val="600"/>
              </a:spcAft>
            </a:pPr>
            <a:r>
              <a:rPr sz="1300" b="1">
                <a:solidFill>
                  <a:srgbClr val="FF0000"/>
                </a:solidFill>
                <a:latin typeface="HGPｺﾞｼｯｸE"/>
                <a:ea typeface="HGPｺﾞｼｯｸE"/>
              </a:rPr>
              <a:t>ここから「過去」ではなく「これから」の話に変わる</a:t>
            </a:r>
          </a:p>
          <a:p>
            <a:pPr algn="l">
              <a:spcAft>
                <a:spcPts val="600"/>
              </a:spcAft>
            </a:pPr>
            <a:r>
              <a:rPr sz="1300" b="0">
                <a:solidFill>
                  <a:srgbClr val="000000"/>
                </a:solidFill>
                <a:latin typeface="HGPｺﾞｼｯｸE"/>
                <a:ea typeface="HGPｺﾞｼｯｸE"/>
              </a:rPr>
              <a:t>「燃料代は3か月平均で計算し、2か月後の請求に乗ります」</a:t>
            </a:r>
          </a:p>
          <a:p>
            <a:pPr algn="l">
              <a:spcAft>
                <a:spcPts val="600"/>
              </a:spcAft>
            </a:pPr>
            <a:r>
              <a:rPr sz="1300" b="0">
                <a:solidFill>
                  <a:srgbClr val="000000"/>
                </a:solidFill>
                <a:latin typeface="HGPｺﾞｼｯｸE"/>
                <a:ea typeface="HGPｺﾞｼｯｸE"/>
              </a:rPr>
              <a:t>「つまり、今の値上がりはこれから請求に出てきます」</a:t>
            </a:r>
          </a:p>
          <a:p>
            <a:pPr algn="l">
              <a:spcAft>
                <a:spcPts val="600"/>
              </a:spcAft>
            </a:pPr>
            <a:r>
              <a:rPr sz="1300" b="0">
                <a:solidFill>
                  <a:srgbClr val="000000"/>
                </a:solidFill>
                <a:latin typeface="HGPｺﾞｼｯｸE"/>
                <a:ea typeface="HGPｺﾞｼｯｸE"/>
              </a:rPr>
              <a:t>「加えて政府の補助が2026年3月使用分で終わります」</a:t>
            </a:r>
          </a:p>
          <a:p>
            <a:pPr algn="l">
              <a:spcAft>
                <a:spcPts val="600"/>
              </a:spcAft>
            </a:pPr>
            <a:r>
              <a:rPr sz="1300" b="0">
                <a:solidFill>
                  <a:srgbClr val="000000"/>
                </a:solidFill>
                <a:latin typeface="HGPｺﾞｼｯｸE"/>
                <a:ea typeface="HGPｺﾞｼｯｸE"/>
              </a:rPr>
              <a:t>「値上げの反映と、補助の終了が重なります」</a:t>
            </a:r>
          </a:p>
        </p:txBody>
      </p:sp>
      <p:sp>
        <p:nvSpPr>
          <p:cNvPr id="10" name="Rectangle 9"/>
          <p:cNvSpPr/>
          <p:nvPr/>
        </p:nvSpPr>
        <p:spPr>
          <a:xfrm>
            <a:off x="411480" y="5303520"/>
            <a:ext cx="9098280" cy="530352"/>
          </a:xfrm>
          <a:prstGeom prst="rect">
            <a:avLst/>
          </a:prstGeom>
          <a:solidFill>
            <a:srgbClr val="EAF1D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spcAft>
                <a:spcPts val="400"/>
              </a:spcAft>
            </a:pPr>
            <a:r>
              <a:rPr sz="1200" b="1">
                <a:solidFill>
                  <a:srgbClr val="595959"/>
                </a:solidFill>
                <a:latin typeface="HGPｺﾞｼｯｸE"/>
                <a:ea typeface="HGPｺﾞｼｯｸE"/>
              </a:rPr>
              <a:t>緑帯の結論（そのまま言い切る）　</a:t>
            </a:r>
            <a:r>
              <a:rPr sz="1500" b="1">
                <a:solidFill>
                  <a:srgbClr val="000000"/>
                </a:solidFill>
                <a:highlight>
                  <a:srgbClr val="FFFF00"/>
                </a:highlight>
                <a:latin typeface="HGPｺﾞｼｯｸE"/>
                <a:ea typeface="HGPｺﾞｼｯｸE"/>
              </a:rPr>
              <a:t>ホルムズ海峡封鎖は電気代高騰にも影響を及ぼします</a:t>
            </a:r>
          </a:p>
        </p:txBody>
      </p:sp>
      <p:sp>
        <p:nvSpPr>
          <p:cNvPr id="11" name="Rectangle 10"/>
          <p:cNvSpPr/>
          <p:nvPr/>
        </p:nvSpPr>
        <p:spPr>
          <a:xfrm>
            <a:off x="411480" y="5925312"/>
            <a:ext cx="9098280" cy="457200"/>
          </a:xfrm>
          <a:prstGeom prst="rect">
            <a:avLst/>
          </a:prstGeom>
          <a:solidFill>
            <a:srgbClr val="FCE4E4"/>
          </a:solidFill>
          <a:ln w="12700">
            <a:solidFill>
              <a:srgbClr val="FF0000"/>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spcAft>
                <a:spcPts val="400"/>
              </a:spcAft>
            </a:pPr>
            <a:r>
              <a:rPr sz="1300" b="1">
                <a:solidFill>
                  <a:srgbClr val="FF0000"/>
                </a:solidFill>
                <a:latin typeface="HGPｺﾞｼｯｸE"/>
                <a:ea typeface="HGPｺﾞｼｯｸE"/>
              </a:rPr>
              <a:t>注意　</a:t>
            </a:r>
            <a:r>
              <a:rPr sz="1400" b="1">
                <a:solidFill>
                  <a:srgbClr val="000000"/>
                </a:solidFill>
                <a:latin typeface="HGPｺﾞｼｯｸE"/>
                <a:ea typeface="HGPｺﾞｼｯｸE"/>
              </a:rPr>
              <a:t>国際情勢の解説をしない。「だから2か月後に上がる」に必ず着地する</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ounded Rectangle 1"/>
          <p:cNvSpPr/>
          <p:nvPr/>
        </p:nvSpPr>
        <p:spPr>
          <a:xfrm>
            <a:off x="143560" y="692200"/>
            <a:ext cx="128016" cy="468172"/>
          </a:xfrm>
          <a:prstGeom prst="roundRect">
            <a:avLst/>
          </a:prstGeom>
          <a:solidFill>
            <a:srgbClr val="000000"/>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18211" y="672998"/>
            <a:ext cx="9052560" cy="523036"/>
          </a:xfrm>
          <a:prstGeom prst="rect">
            <a:avLst/>
          </a:prstGeom>
          <a:noFill/>
        </p:spPr>
        <p:txBody>
          <a:bodyPr wrap="square" anchor="t" lIns="0" rIns="0" tIns="18288" bIns="18288">
            <a:spAutoFit/>
          </a:bodyPr>
          <a:lstStyle/>
          <a:p>
            <a:pPr algn="l">
              <a:spcAft>
                <a:spcPts val="500"/>
              </a:spcAft>
            </a:pPr>
            <a:r>
              <a:rPr sz="2800" b="0">
                <a:solidFill>
                  <a:srgbClr val="000000"/>
                </a:solidFill>
                <a:latin typeface="HGP明朝E"/>
                <a:ea typeface="HGP明朝E"/>
              </a:rPr>
              <a:t>① 電気代</a:t>
            </a:r>
          </a:p>
        </p:txBody>
      </p:sp>
      <p:sp>
        <p:nvSpPr>
          <p:cNvPr id="4" name="TextBox 3"/>
          <p:cNvSpPr txBox="1"/>
          <p:nvPr/>
        </p:nvSpPr>
        <p:spPr>
          <a:xfrm>
            <a:off x="7598664" y="6565392"/>
            <a:ext cx="2103120" cy="301752"/>
          </a:xfrm>
          <a:prstGeom prst="rect">
            <a:avLst/>
          </a:prstGeom>
          <a:noFill/>
        </p:spPr>
        <p:txBody>
          <a:bodyPr wrap="square" anchor="t" lIns="0" rIns="0" tIns="18288" bIns="18288">
            <a:spAutoFit/>
          </a:bodyPr>
          <a:lstStyle/>
          <a:p>
            <a:pPr algn="r">
              <a:spcAft>
                <a:spcPts val="500"/>
              </a:spcAft>
            </a:pPr>
            <a:r>
              <a:rPr sz="1200" b="0">
                <a:solidFill>
                  <a:srgbClr val="FFFFFF"/>
                </a:solidFill>
                <a:latin typeface="HGPｺﾞｼｯｸE"/>
                <a:ea typeface="HGPｺﾞｼｯｸE"/>
              </a:rPr>
              <a:t>14</a:t>
            </a:r>
          </a:p>
        </p:txBody>
      </p:sp>
      <p:sp>
        <p:nvSpPr>
          <p:cNvPr id="5" name="TextBox 4"/>
          <p:cNvSpPr txBox="1"/>
          <p:nvPr/>
        </p:nvSpPr>
        <p:spPr>
          <a:xfrm>
            <a:off x="411480" y="1243584"/>
            <a:ext cx="9098280" cy="411480"/>
          </a:xfrm>
          <a:prstGeom prst="rect">
            <a:avLst/>
          </a:prstGeom>
          <a:noFill/>
        </p:spPr>
        <p:txBody>
          <a:bodyPr wrap="square" anchor="t" lIns="0" rIns="0" tIns="18288" bIns="18288">
            <a:spAutoFit/>
          </a:bodyPr>
          <a:lstStyle/>
          <a:p>
            <a:pPr algn="l">
              <a:spcAft>
                <a:spcPts val="500"/>
              </a:spcAft>
            </a:pPr>
            <a:r>
              <a:rPr sz="2300" b="1">
                <a:solidFill>
                  <a:srgbClr val="000000"/>
                </a:solidFill>
                <a:latin typeface="HGPｺﾞｼｯｸE"/>
                <a:ea typeface="HGPｺﾞｼｯｸE"/>
              </a:rPr>
              <a:t>p.16　燃料調整費は、実際にこれだけ動いています</a:t>
            </a:r>
          </a:p>
        </p:txBody>
      </p:sp>
      <p:sp>
        <p:nvSpPr>
          <p:cNvPr id="6" name="Rectangle 5"/>
          <p:cNvSpPr/>
          <p:nvPr/>
        </p:nvSpPr>
        <p:spPr>
          <a:xfrm>
            <a:off x="411480" y="1755648"/>
            <a:ext cx="4434840" cy="3054096"/>
          </a:xfrm>
          <a:prstGeom prst="rect">
            <a:avLst/>
          </a:prstGeom>
          <a:solidFill>
            <a:srgbClr val="FFF2CC"/>
          </a:solidFill>
          <a:ln w="12700">
            <a:solidFill>
              <a:srgbClr val="BF8F00"/>
            </a:solid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36576" bIns="36576"/>
          <a:lstStyle/>
          <a:p>
            <a:pPr algn="l">
              <a:spcAft>
                <a:spcPts val="700"/>
              </a:spcAft>
            </a:pPr>
            <a:r>
              <a:rPr sz="1300" b="1">
                <a:solidFill>
                  <a:srgbClr val="7F6000"/>
                </a:solidFill>
                <a:latin typeface="HGPｺﾞｼｯｸE"/>
                <a:ea typeface="HGPｺﾞｼｯｸE"/>
              </a:rPr>
              <a:t>誌面に載っているもの</a:t>
            </a:r>
          </a:p>
          <a:p>
            <a:pPr algn="l">
              <a:spcAft>
                <a:spcPts val="400"/>
              </a:spcAft>
            </a:pPr>
            <a:r>
              <a:rPr sz="1200" b="0">
                <a:solidFill>
                  <a:srgbClr val="595959"/>
                </a:solidFill>
                <a:latin typeface="HGPｺﾞｼｯｸE"/>
                <a:ea typeface="HGPｺﾞｼｯｸE"/>
              </a:rPr>
              <a:t>東北電力・低圧の燃料調整単価（2026年）</a:t>
            </a:r>
          </a:p>
        </p:txBody>
      </p:sp>
      <p:graphicFrame>
        <p:nvGraphicFramePr>
          <p:cNvPr id="7" name="Table 6"/>
          <p:cNvGraphicFramePr>
            <a:graphicFrameLocks noGrp="1"/>
          </p:cNvGraphicFramePr>
          <p:nvPr/>
        </p:nvGraphicFramePr>
        <p:xfrm>
          <a:off x="566928" y="2331720"/>
          <a:ext cx="4023360" cy="2103120"/>
        </p:xfrm>
        <a:graphic>
          <a:graphicData uri="http://schemas.openxmlformats.org/drawingml/2006/table">
            <a:tbl>
              <a:tblPr firstRow="1">
                <a:tableStyleId>{5C22544A-7EE6-4342-B048-85BDC9FD1C3A}</a:tableStyleId>
              </a:tblPr>
              <a:tblGrid>
                <a:gridCol w="2194560"/>
                <a:gridCol w="1828800"/>
              </a:tblGrid>
              <a:tr h="246888">
                <a:tc>
                  <a:txBody>
                    <a:bodyPr wrap="square"/>
                    <a:lstStyle/>
                    <a:p>
                      <a:pPr algn="ctr"/>
                      <a:r>
                        <a:rPr sz="1150" b="1">
                          <a:solidFill>
                            <a:srgbClr val="FFFFFF"/>
                          </a:solidFill>
                          <a:latin typeface="游ゴシック"/>
                          <a:ea typeface="游ゴシック"/>
                        </a:rPr>
                        <a:t>月</a:t>
                      </a:r>
                    </a:p>
                  </a:txBody>
                  <a:tcPr marL="45720" marR="45720" marT="18288" marB="18288" anchor="ctr">
                    <a:solidFill>
                      <a:srgbClr val="000000"/>
                    </a:solidFill>
                  </a:tcPr>
                </a:tc>
                <a:tc>
                  <a:txBody>
                    <a:bodyPr wrap="square"/>
                    <a:lstStyle/>
                    <a:p>
                      <a:pPr algn="ctr"/>
                      <a:r>
                        <a:rPr sz="1150" b="1">
                          <a:solidFill>
                            <a:srgbClr val="FFFFFF"/>
                          </a:solidFill>
                          <a:latin typeface="游ゴシック"/>
                          <a:ea typeface="游ゴシック"/>
                        </a:rPr>
                        <a:t>燃料調整単価</a:t>
                      </a:r>
                    </a:p>
                  </a:txBody>
                  <a:tcPr marL="45720" marR="45720" marT="18288" marB="18288" anchor="ctr">
                    <a:solidFill>
                      <a:srgbClr val="000000"/>
                    </a:solidFill>
                  </a:tcPr>
                </a:tc>
              </a:tr>
              <a:tr h="265176">
                <a:tc>
                  <a:txBody>
                    <a:bodyPr wrap="square"/>
                    <a:lstStyle/>
                    <a:p>
                      <a:pPr algn="l"/>
                      <a:r>
                        <a:rPr sz="1150" b="0">
                          <a:solidFill>
                            <a:srgbClr val="000000"/>
                          </a:solidFill>
                          <a:latin typeface="游ゴシック"/>
                          <a:ea typeface="游ゴシック"/>
                        </a:rPr>
                        <a:t>1月</a:t>
                      </a:r>
                    </a:p>
                  </a:txBody>
                  <a:tcPr marL="45720" marR="45720" marT="18288" marB="18288" anchor="ctr">
                    <a:noFill/>
                  </a:tcPr>
                </a:tc>
                <a:tc>
                  <a:txBody>
                    <a:bodyPr wrap="square"/>
                    <a:lstStyle/>
                    <a:p>
                      <a:pPr algn="l"/>
                      <a:r>
                        <a:rPr sz="1150" b="0">
                          <a:solidFill>
                            <a:srgbClr val="000000"/>
                          </a:solidFill>
                          <a:latin typeface="游ゴシック"/>
                          <a:ea typeface="游ゴシック"/>
                        </a:rPr>
                        <a:t>−8.76円</a:t>
                      </a:r>
                    </a:p>
                  </a:txBody>
                  <a:tcPr marL="45720" marR="45720" marT="18288" marB="18288" anchor="ctr">
                    <a:noFill/>
                  </a:tcPr>
                </a:tc>
              </a:tr>
              <a:tr h="265176">
                <a:tc>
                  <a:txBody>
                    <a:bodyPr wrap="square"/>
                    <a:lstStyle/>
                    <a:p>
                      <a:pPr algn="l"/>
                      <a:r>
                        <a:rPr sz="1150" b="1">
                          <a:solidFill>
                            <a:srgbClr val="000000"/>
                          </a:solidFill>
                          <a:latin typeface="游ゴシック"/>
                          <a:ea typeface="游ゴシック"/>
                        </a:rPr>
                        <a:t>2月</a:t>
                      </a:r>
                    </a:p>
                  </a:txBody>
                  <a:tcPr marL="45720" marR="45720" marT="18288" marB="18288" anchor="ctr">
                    <a:solidFill>
                      <a:srgbClr val="EAF1DD"/>
                    </a:solidFill>
                  </a:tcPr>
                </a:tc>
                <a:tc>
                  <a:txBody>
                    <a:bodyPr wrap="square"/>
                    <a:lstStyle/>
                    <a:p>
                      <a:pPr algn="l"/>
                      <a:r>
                        <a:rPr sz="1150" b="1">
                          <a:solidFill>
                            <a:srgbClr val="000000"/>
                          </a:solidFill>
                          <a:latin typeface="游ゴシック"/>
                          <a:ea typeface="游ゴシック"/>
                        </a:rPr>
                        <a:t>−13.26円</a:t>
                      </a:r>
                    </a:p>
                  </a:txBody>
                  <a:tcPr marL="45720" marR="45720" marT="18288" marB="18288" anchor="ctr">
                    <a:solidFill>
                      <a:srgbClr val="EAF1DD"/>
                    </a:solidFill>
                  </a:tcPr>
                </a:tc>
              </a:tr>
              <a:tr h="265176">
                <a:tc>
                  <a:txBody>
                    <a:bodyPr wrap="square"/>
                    <a:lstStyle/>
                    <a:p>
                      <a:pPr algn="l"/>
                      <a:r>
                        <a:rPr sz="1150" b="0">
                          <a:solidFill>
                            <a:srgbClr val="000000"/>
                          </a:solidFill>
                          <a:latin typeface="游ゴシック"/>
                          <a:ea typeface="游ゴシック"/>
                        </a:rPr>
                        <a:t>3月</a:t>
                      </a:r>
                    </a:p>
                  </a:txBody>
                  <a:tcPr marL="45720" marR="45720" marT="18288" marB="18288" anchor="ctr">
                    <a:noFill/>
                  </a:tcPr>
                </a:tc>
                <a:tc>
                  <a:txBody>
                    <a:bodyPr wrap="square"/>
                    <a:lstStyle/>
                    <a:p>
                      <a:pPr algn="l"/>
                      <a:r>
                        <a:rPr sz="1150" b="0">
                          <a:solidFill>
                            <a:srgbClr val="000000"/>
                          </a:solidFill>
                          <a:latin typeface="游ゴシック"/>
                          <a:ea typeface="游ゴシック"/>
                        </a:rPr>
                        <a:t>−13.14円</a:t>
                      </a:r>
                    </a:p>
                  </a:txBody>
                  <a:tcPr marL="45720" marR="45720" marT="18288" marB="18288" anchor="ctr">
                    <a:noFill/>
                  </a:tcPr>
                </a:tc>
              </a:tr>
              <a:tr h="265176">
                <a:tc>
                  <a:txBody>
                    <a:bodyPr wrap="square"/>
                    <a:lstStyle/>
                    <a:p>
                      <a:pPr algn="l"/>
                      <a:r>
                        <a:rPr sz="1150" b="0">
                          <a:solidFill>
                            <a:srgbClr val="000000"/>
                          </a:solidFill>
                          <a:latin typeface="游ゴシック"/>
                          <a:ea typeface="游ゴシック"/>
                        </a:rPr>
                        <a:t>4月</a:t>
                      </a:r>
                    </a:p>
                  </a:txBody>
                  <a:tcPr marL="45720" marR="45720" marT="18288" marB="18288" anchor="ctr">
                    <a:noFill/>
                  </a:tcPr>
                </a:tc>
                <a:tc>
                  <a:txBody>
                    <a:bodyPr wrap="square"/>
                    <a:lstStyle/>
                    <a:p>
                      <a:pPr algn="l"/>
                      <a:r>
                        <a:rPr sz="1150" b="0">
                          <a:solidFill>
                            <a:srgbClr val="000000"/>
                          </a:solidFill>
                          <a:latin typeface="游ゴシック"/>
                          <a:ea typeface="游ゴシック"/>
                        </a:rPr>
                        <a:t>−10.00円</a:t>
                      </a:r>
                    </a:p>
                  </a:txBody>
                  <a:tcPr marL="45720" marR="45720" marT="18288" marB="18288" anchor="ctr">
                    <a:noFill/>
                  </a:tcPr>
                </a:tc>
              </a:tr>
              <a:tr h="265176">
                <a:tc>
                  <a:txBody>
                    <a:bodyPr wrap="square"/>
                    <a:lstStyle/>
                    <a:p>
                      <a:pPr algn="l"/>
                      <a:r>
                        <a:rPr sz="1150" b="0">
                          <a:solidFill>
                            <a:srgbClr val="000000"/>
                          </a:solidFill>
                          <a:latin typeface="游ゴシック"/>
                          <a:ea typeface="游ゴシック"/>
                        </a:rPr>
                        <a:t>5月</a:t>
                      </a:r>
                    </a:p>
                  </a:txBody>
                  <a:tcPr marL="45720" marR="45720" marT="18288" marB="18288" anchor="ctr">
                    <a:noFill/>
                  </a:tcPr>
                </a:tc>
                <a:tc>
                  <a:txBody>
                    <a:bodyPr wrap="square"/>
                    <a:lstStyle/>
                    <a:p>
                      <a:pPr algn="l"/>
                      <a:r>
                        <a:rPr sz="1150" b="0">
                          <a:solidFill>
                            <a:srgbClr val="000000"/>
                          </a:solidFill>
                          <a:latin typeface="游ゴシック"/>
                          <a:ea typeface="游ゴシック"/>
                        </a:rPr>
                        <a:t>−8.42円</a:t>
                      </a:r>
                    </a:p>
                  </a:txBody>
                  <a:tcPr marL="45720" marR="45720" marT="18288" marB="18288" anchor="ctr">
                    <a:noFill/>
                  </a:tcPr>
                </a:tc>
              </a:tr>
              <a:tr h="265176">
                <a:tc>
                  <a:txBody>
                    <a:bodyPr wrap="square"/>
                    <a:lstStyle/>
                    <a:p>
                      <a:pPr algn="l"/>
                      <a:r>
                        <a:rPr sz="1150" b="1">
                          <a:solidFill>
                            <a:srgbClr val="000000"/>
                          </a:solidFill>
                          <a:latin typeface="游ゴシック"/>
                          <a:ea typeface="游ゴシック"/>
                        </a:rPr>
                        <a:t>6月</a:t>
                      </a:r>
                    </a:p>
                  </a:txBody>
                  <a:tcPr marL="45720" marR="45720" marT="18288" marB="18288" anchor="ctr">
                    <a:solidFill>
                      <a:srgbClr val="EAF1DD"/>
                    </a:solidFill>
                  </a:tcPr>
                </a:tc>
                <a:tc>
                  <a:txBody>
                    <a:bodyPr wrap="square"/>
                    <a:lstStyle/>
                    <a:p>
                      <a:pPr algn="l"/>
                      <a:r>
                        <a:rPr sz="1150" b="1">
                          <a:solidFill>
                            <a:srgbClr val="FF0000"/>
                          </a:solidFill>
                          <a:latin typeface="游ゴシック"/>
                          <a:ea typeface="游ゴシック"/>
                        </a:rPr>
                        <a:t>−8.36円</a:t>
                      </a:r>
                    </a:p>
                  </a:txBody>
                  <a:tcPr marL="45720" marR="45720" marT="18288" marB="18288" anchor="ctr">
                    <a:solidFill>
                      <a:srgbClr val="EAF1DD"/>
                    </a:solidFill>
                  </a:tcPr>
                </a:tc>
              </a:tr>
              <a:tr h="265176">
                <a:tc>
                  <a:txBody>
                    <a:bodyPr wrap="square"/>
                    <a:lstStyle/>
                    <a:p>
                      <a:pPr algn="l"/>
                      <a:r>
                        <a:rPr sz="1150" b="1">
                          <a:solidFill>
                            <a:srgbClr val="000000"/>
                          </a:solidFill>
                          <a:latin typeface="游ゴシック"/>
                          <a:ea typeface="游ゴシック"/>
                        </a:rPr>
                        <a:t>2月比の負担増</a:t>
                      </a:r>
                    </a:p>
                  </a:txBody>
                  <a:tcPr marL="45720" marR="45720" marT="18288" marB="18288" anchor="ctr">
                    <a:noFill/>
                  </a:tcPr>
                </a:tc>
                <a:tc>
                  <a:txBody>
                    <a:bodyPr wrap="square"/>
                    <a:lstStyle/>
                    <a:p>
                      <a:pPr algn="l"/>
                      <a:r>
                        <a:rPr sz="1150" b="1">
                          <a:solidFill>
                            <a:srgbClr val="FF0000"/>
                          </a:solidFill>
                          <a:latin typeface="游ゴシック"/>
                          <a:ea typeface="游ゴシック"/>
                        </a:rPr>
                        <a:t>約 ＋5.1円/kWh</a:t>
                      </a:r>
                    </a:p>
                  </a:txBody>
                  <a:tcPr marL="45720" marR="45720" marT="18288" marB="18288" anchor="ctr">
                    <a:noFill/>
                  </a:tcPr>
                </a:tc>
              </a:tr>
            </a:tbl>
          </a:graphicData>
        </a:graphic>
      </p:graphicFrame>
      <p:sp>
        <p:nvSpPr>
          <p:cNvPr id="8" name="TextBox 7"/>
          <p:cNvSpPr txBox="1"/>
          <p:nvPr/>
        </p:nvSpPr>
        <p:spPr>
          <a:xfrm>
            <a:off x="411480" y="4864608"/>
            <a:ext cx="4434840" cy="256032"/>
          </a:xfrm>
          <a:prstGeom prst="rect">
            <a:avLst/>
          </a:prstGeom>
          <a:noFill/>
        </p:spPr>
        <p:txBody>
          <a:bodyPr wrap="square" anchor="t" lIns="0" rIns="0" tIns="18288" bIns="18288">
            <a:spAutoFit/>
          </a:bodyPr>
          <a:lstStyle/>
          <a:p>
            <a:pPr algn="l">
              <a:spcAft>
                <a:spcPts val="500"/>
              </a:spcAft>
            </a:pPr>
            <a:r>
              <a:rPr sz="1100" b="0">
                <a:solidFill>
                  <a:srgbClr val="595959"/>
                </a:solidFill>
                <a:latin typeface="HGPｺﾞｼｯｸE"/>
                <a:ea typeface="HGPｺﾞｼｯｸE"/>
              </a:rPr>
              <a:t>アプローチブック p.16　燃料調整単価の推移（東北電力・低圧）</a:t>
            </a:r>
          </a:p>
        </p:txBody>
      </p:sp>
      <p:sp>
        <p:nvSpPr>
          <p:cNvPr id="9" name="Rounded Rectangle 8"/>
          <p:cNvSpPr/>
          <p:nvPr/>
        </p:nvSpPr>
        <p:spPr>
          <a:xfrm>
            <a:off x="5166360" y="1755648"/>
            <a:ext cx="4343400" cy="1024128"/>
          </a:xfrm>
          <a:prstGeom prst="roundRect">
            <a:avLst/>
          </a:prstGeom>
          <a:solidFill>
            <a:srgbClr val="DEEBF7"/>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36576" bIns="36576"/>
          <a:lstStyle/>
          <a:p>
            <a:pPr algn="l">
              <a:spcAft>
                <a:spcPts val="500"/>
              </a:spcAft>
            </a:pPr>
            <a:r>
              <a:rPr sz="1200" b="1">
                <a:solidFill>
                  <a:srgbClr val="0070C0"/>
                </a:solidFill>
                <a:latin typeface="HGPｺﾞｼｯｸE"/>
                <a:ea typeface="HGPｺﾞｼｯｸE"/>
              </a:rPr>
              <a:t>引き出す反応（お客様の台詞）</a:t>
            </a:r>
          </a:p>
          <a:p>
            <a:pPr algn="l">
              <a:spcAft>
                <a:spcPts val="300"/>
              </a:spcAft>
            </a:pPr>
            <a:r>
              <a:rPr sz="1500" b="1">
                <a:solidFill>
                  <a:srgbClr val="000000"/>
                </a:solidFill>
                <a:latin typeface="HGPｺﾞｼｯｸE"/>
                <a:ea typeface="HGPｺﾞｼｯｸE"/>
              </a:rPr>
              <a:t>「もう実際に上がり始めているのですね」</a:t>
            </a:r>
          </a:p>
        </p:txBody>
      </p:sp>
      <p:sp>
        <p:nvSpPr>
          <p:cNvPr id="10" name="Rectangle 9"/>
          <p:cNvSpPr/>
          <p:nvPr/>
        </p:nvSpPr>
        <p:spPr>
          <a:xfrm>
            <a:off x="5166360" y="2871216"/>
            <a:ext cx="4343400" cy="2322576"/>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36576" bIns="36576"/>
          <a:lstStyle/>
          <a:p>
            <a:pPr algn="l">
              <a:spcAft>
                <a:spcPts val="600"/>
              </a:spcAft>
            </a:pPr>
            <a:r>
              <a:rPr sz="1300" b="1">
                <a:solidFill>
                  <a:srgbClr val="595959"/>
                </a:solidFill>
                <a:latin typeface="HGPｺﾞｼｯｸE"/>
                <a:ea typeface="HGPｺﾞｼｯｸE"/>
              </a:rPr>
              <a:t>このページで言うこと</a:t>
            </a:r>
          </a:p>
          <a:p>
            <a:pPr algn="l">
              <a:spcAft>
                <a:spcPts val="600"/>
              </a:spcAft>
            </a:pPr>
            <a:r>
              <a:rPr sz="1300" b="1">
                <a:solidFill>
                  <a:srgbClr val="000000"/>
                </a:solidFill>
                <a:latin typeface="HGPｺﾞｼｯｸE"/>
                <a:ea typeface="HGPｺﾞｼｯｸE"/>
              </a:rPr>
              <a:t>数字が並ぶページ。2月と6月の2行だけを指す</a:t>
            </a:r>
          </a:p>
          <a:p>
            <a:pPr algn="l">
              <a:spcAft>
                <a:spcPts val="600"/>
              </a:spcAft>
            </a:pPr>
            <a:r>
              <a:rPr sz="1300" b="0">
                <a:solidFill>
                  <a:srgbClr val="000000"/>
                </a:solidFill>
                <a:latin typeface="HGPｺﾞｼｯｸE"/>
                <a:ea typeface="HGPｺﾞｼｯｸE"/>
              </a:rPr>
              <a:t>「2月は−13.26円、6月は−8.36円です」</a:t>
            </a:r>
          </a:p>
          <a:p>
            <a:pPr algn="l">
              <a:spcAft>
                <a:spcPts val="600"/>
              </a:spcAft>
            </a:pPr>
            <a:r>
              <a:rPr sz="1300" b="0">
                <a:solidFill>
                  <a:srgbClr val="000000"/>
                </a:solidFill>
                <a:latin typeface="HGPｺﾞｼｯｸE"/>
                <a:ea typeface="HGPｺﾞｼｯｸE"/>
              </a:rPr>
              <a:t>「マイナスが5.1円小さくなりました」</a:t>
            </a:r>
          </a:p>
          <a:p>
            <a:pPr algn="l">
              <a:spcAft>
                <a:spcPts val="600"/>
              </a:spcAft>
            </a:pPr>
            <a:r>
              <a:rPr sz="1300" b="1">
                <a:solidFill>
                  <a:srgbClr val="FF0000"/>
                </a:solidFill>
                <a:latin typeface="HGPｺﾞｼｯｸE"/>
                <a:ea typeface="HGPｺﾞｼｯｸE"/>
              </a:rPr>
              <a:t>「値引きが5.1円減った＝1kWhあたり5.1円上がった、ということです」</a:t>
            </a:r>
          </a:p>
          <a:p>
            <a:pPr algn="l">
              <a:spcAft>
                <a:spcPts val="600"/>
              </a:spcAft>
            </a:pPr>
            <a:r>
              <a:rPr sz="1300" b="0">
                <a:solidFill>
                  <a:srgbClr val="000000"/>
                </a:solidFill>
                <a:latin typeface="HGPｺﾞｼｯｸE"/>
                <a:ea typeface="HGPｺﾞｼｯｸE"/>
              </a:rPr>
              <a:t>「p.15は見通しの話。ここからは請求書に出ています」</a:t>
            </a:r>
          </a:p>
        </p:txBody>
      </p:sp>
      <p:sp>
        <p:nvSpPr>
          <p:cNvPr id="11" name="Rectangle 10"/>
          <p:cNvSpPr/>
          <p:nvPr/>
        </p:nvSpPr>
        <p:spPr>
          <a:xfrm>
            <a:off x="411480" y="5303520"/>
            <a:ext cx="9098280" cy="530352"/>
          </a:xfrm>
          <a:prstGeom prst="rect">
            <a:avLst/>
          </a:prstGeom>
          <a:solidFill>
            <a:srgbClr val="EAF1D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spcAft>
                <a:spcPts val="400"/>
              </a:spcAft>
            </a:pPr>
            <a:r>
              <a:rPr sz="1200" b="1">
                <a:solidFill>
                  <a:srgbClr val="595959"/>
                </a:solidFill>
                <a:latin typeface="HGPｺﾞｼｯｸE"/>
                <a:ea typeface="HGPｺﾞｼｯｸE"/>
              </a:rPr>
              <a:t>言い換えの一文　</a:t>
            </a:r>
            <a:r>
              <a:rPr sz="1500" b="1">
                <a:solidFill>
                  <a:srgbClr val="000000"/>
                </a:solidFill>
                <a:highlight>
                  <a:srgbClr val="FFFF00"/>
                </a:highlight>
                <a:latin typeface="HGPｺﾞｼｯｸE"/>
                <a:ea typeface="HGPｺﾞｼｯｸE"/>
              </a:rPr>
              <a:t>マイナス調整の縮小は、実質的な値上げです</a:t>
            </a:r>
          </a:p>
        </p:txBody>
      </p:sp>
      <p:sp>
        <p:nvSpPr>
          <p:cNvPr id="12" name="Rectangle 11"/>
          <p:cNvSpPr/>
          <p:nvPr/>
        </p:nvSpPr>
        <p:spPr>
          <a:xfrm>
            <a:off x="411480" y="5925312"/>
            <a:ext cx="9098280" cy="457200"/>
          </a:xfrm>
          <a:prstGeom prst="rect">
            <a:avLst/>
          </a:prstGeom>
          <a:solidFill>
            <a:srgbClr val="FCE4E4"/>
          </a:solidFill>
          <a:ln w="12700">
            <a:solidFill>
              <a:srgbClr val="FF0000"/>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spcAft>
                <a:spcPts val="400"/>
              </a:spcAft>
            </a:pPr>
            <a:r>
              <a:rPr sz="1300" b="1">
                <a:solidFill>
                  <a:srgbClr val="FF0000"/>
                </a:solidFill>
                <a:latin typeface="HGPｺﾞｼｯｸE"/>
                <a:ea typeface="HGPｺﾞｼｯｸE"/>
              </a:rPr>
              <a:t>注意　</a:t>
            </a:r>
            <a:r>
              <a:rPr sz="1400" b="1">
                <a:solidFill>
                  <a:srgbClr val="000000"/>
                </a:solidFill>
                <a:latin typeface="HGPｺﾞｼｯｸE"/>
                <a:ea typeface="HGPｺﾞｼｯｸE"/>
              </a:rPr>
              <a:t>誌面に編集メモ「できれば、グラフがあればベター」が残っています。見せる前に削除を</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ounded Rectangle 1"/>
          <p:cNvSpPr/>
          <p:nvPr/>
        </p:nvSpPr>
        <p:spPr>
          <a:xfrm>
            <a:off x="143560" y="692200"/>
            <a:ext cx="128016" cy="468172"/>
          </a:xfrm>
          <a:prstGeom prst="roundRect">
            <a:avLst/>
          </a:prstGeom>
          <a:solidFill>
            <a:srgbClr val="000000"/>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18211" y="672998"/>
            <a:ext cx="9052560" cy="523036"/>
          </a:xfrm>
          <a:prstGeom prst="rect">
            <a:avLst/>
          </a:prstGeom>
          <a:noFill/>
        </p:spPr>
        <p:txBody>
          <a:bodyPr wrap="square" anchor="t" lIns="0" rIns="0" tIns="18288" bIns="18288">
            <a:spAutoFit/>
          </a:bodyPr>
          <a:lstStyle/>
          <a:p>
            <a:pPr algn="l">
              <a:spcAft>
                <a:spcPts val="500"/>
              </a:spcAft>
            </a:pPr>
            <a:r>
              <a:rPr sz="2800" b="0">
                <a:solidFill>
                  <a:srgbClr val="000000"/>
                </a:solidFill>
                <a:latin typeface="HGP明朝E"/>
                <a:ea typeface="HGP明朝E"/>
              </a:rPr>
              <a:t>① 電気代</a:t>
            </a:r>
          </a:p>
        </p:txBody>
      </p:sp>
      <p:sp>
        <p:nvSpPr>
          <p:cNvPr id="4" name="TextBox 3"/>
          <p:cNvSpPr txBox="1"/>
          <p:nvPr/>
        </p:nvSpPr>
        <p:spPr>
          <a:xfrm>
            <a:off x="7598664" y="6565392"/>
            <a:ext cx="2103120" cy="301752"/>
          </a:xfrm>
          <a:prstGeom prst="rect">
            <a:avLst/>
          </a:prstGeom>
          <a:noFill/>
        </p:spPr>
        <p:txBody>
          <a:bodyPr wrap="square" anchor="t" lIns="0" rIns="0" tIns="18288" bIns="18288">
            <a:spAutoFit/>
          </a:bodyPr>
          <a:lstStyle/>
          <a:p>
            <a:pPr algn="r">
              <a:spcAft>
                <a:spcPts val="500"/>
              </a:spcAft>
            </a:pPr>
            <a:r>
              <a:rPr sz="1200" b="0">
                <a:solidFill>
                  <a:srgbClr val="FFFFFF"/>
                </a:solidFill>
                <a:latin typeface="HGPｺﾞｼｯｸE"/>
                <a:ea typeface="HGPｺﾞｼｯｸE"/>
              </a:rPr>
              <a:t>15</a:t>
            </a:r>
          </a:p>
        </p:txBody>
      </p:sp>
      <p:sp>
        <p:nvSpPr>
          <p:cNvPr id="5" name="TextBox 4"/>
          <p:cNvSpPr txBox="1"/>
          <p:nvPr/>
        </p:nvSpPr>
        <p:spPr>
          <a:xfrm>
            <a:off x="411480" y="1243584"/>
            <a:ext cx="9098280" cy="411480"/>
          </a:xfrm>
          <a:prstGeom prst="rect">
            <a:avLst/>
          </a:prstGeom>
          <a:noFill/>
        </p:spPr>
        <p:txBody>
          <a:bodyPr wrap="square" anchor="t" lIns="0" rIns="0" tIns="18288" bIns="18288">
            <a:spAutoFit/>
          </a:bodyPr>
          <a:lstStyle/>
          <a:p>
            <a:pPr algn="l">
              <a:spcAft>
                <a:spcPts val="500"/>
              </a:spcAft>
            </a:pPr>
            <a:r>
              <a:rPr sz="2300" b="1">
                <a:solidFill>
                  <a:srgbClr val="000000"/>
                </a:solidFill>
                <a:latin typeface="HGPｺﾞｼｯｸE"/>
                <a:ea typeface="HGPｺﾞｼｯｸE"/>
              </a:rPr>
              <a:t>p.17　生涯に支払うことになる電気代は400万円を超えます</a:t>
            </a:r>
          </a:p>
        </p:txBody>
      </p:sp>
      <p:pic>
        <p:nvPicPr>
          <p:cNvPr id="6" name="Picture 5" descr="ab17.jpg"/>
          <p:cNvPicPr>
            <a:picLocks noChangeAspect="1"/>
          </p:cNvPicPr>
          <p:nvPr/>
        </p:nvPicPr>
        <p:blipFill>
          <a:blip r:embed="rId2"/>
          <a:stretch>
            <a:fillRect/>
          </a:stretch>
        </p:blipFill>
        <p:spPr>
          <a:xfrm>
            <a:off x="411480" y="1755648"/>
            <a:ext cx="4434840" cy="3069416"/>
          </a:xfrm>
          <a:prstGeom prst="rect">
            <a:avLst/>
          </a:prstGeom>
          <a:ln w="12700">
            <a:solidFill>
              <a:srgbClr val="808080"/>
            </a:solidFill>
          </a:ln>
        </p:spPr>
      </p:pic>
      <p:sp>
        <p:nvSpPr>
          <p:cNvPr id="7" name="TextBox 6"/>
          <p:cNvSpPr txBox="1"/>
          <p:nvPr/>
        </p:nvSpPr>
        <p:spPr>
          <a:xfrm>
            <a:off x="411480" y="4882896"/>
            <a:ext cx="4434840" cy="256032"/>
          </a:xfrm>
          <a:prstGeom prst="rect">
            <a:avLst/>
          </a:prstGeom>
          <a:noFill/>
        </p:spPr>
        <p:txBody>
          <a:bodyPr wrap="square" anchor="t" lIns="0" rIns="0" tIns="18288" bIns="18288">
            <a:spAutoFit/>
          </a:bodyPr>
          <a:lstStyle/>
          <a:p>
            <a:pPr algn="l">
              <a:spcAft>
                <a:spcPts val="500"/>
              </a:spcAft>
            </a:pPr>
            <a:r>
              <a:rPr sz="1100" b="0">
                <a:solidFill>
                  <a:srgbClr val="595959"/>
                </a:solidFill>
                <a:latin typeface="HGPｺﾞｼｯｸE"/>
                <a:ea typeface="HGPｺﾞｼｯｸE"/>
              </a:rPr>
              <a:t>アプローチブック p.17　生涯に支払う電気代</a:t>
            </a:r>
          </a:p>
        </p:txBody>
      </p:sp>
      <p:sp>
        <p:nvSpPr>
          <p:cNvPr id="8" name="Rounded Rectangle 7"/>
          <p:cNvSpPr/>
          <p:nvPr/>
        </p:nvSpPr>
        <p:spPr>
          <a:xfrm>
            <a:off x="5166360" y="1755648"/>
            <a:ext cx="4343400" cy="1024128"/>
          </a:xfrm>
          <a:prstGeom prst="roundRect">
            <a:avLst/>
          </a:prstGeom>
          <a:solidFill>
            <a:srgbClr val="DEEBF7"/>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36576" bIns="36576"/>
          <a:lstStyle/>
          <a:p>
            <a:pPr algn="l">
              <a:spcAft>
                <a:spcPts val="500"/>
              </a:spcAft>
            </a:pPr>
            <a:r>
              <a:rPr sz="1200" b="1">
                <a:solidFill>
                  <a:srgbClr val="0070C0"/>
                </a:solidFill>
                <a:latin typeface="HGPｺﾞｼｯｸE"/>
                <a:ea typeface="HGPｺﾞｼｯｸE"/>
              </a:rPr>
              <a:t>引き出す反応（お客様の台詞）</a:t>
            </a:r>
          </a:p>
          <a:p>
            <a:pPr algn="l">
              <a:spcAft>
                <a:spcPts val="300"/>
              </a:spcAft>
            </a:pPr>
            <a:r>
              <a:rPr sz="1500" b="1">
                <a:solidFill>
                  <a:srgbClr val="000000"/>
                </a:solidFill>
                <a:latin typeface="HGPｺﾞｼｯｸE"/>
                <a:ea typeface="HGPｺﾞｼｯｸE"/>
              </a:rPr>
              <a:t>「30年間でそんなにも電気代を払わないといけないのですね」</a:t>
            </a:r>
          </a:p>
        </p:txBody>
      </p:sp>
      <p:sp>
        <p:nvSpPr>
          <p:cNvPr id="9" name="Rectangle 8"/>
          <p:cNvSpPr/>
          <p:nvPr/>
        </p:nvSpPr>
        <p:spPr>
          <a:xfrm>
            <a:off x="5166360" y="2871216"/>
            <a:ext cx="4343400" cy="2322576"/>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36576" bIns="36576"/>
          <a:lstStyle/>
          <a:p>
            <a:pPr algn="l">
              <a:spcAft>
                <a:spcPts val="600"/>
              </a:spcAft>
            </a:pPr>
            <a:r>
              <a:rPr sz="1300" b="1">
                <a:solidFill>
                  <a:srgbClr val="595959"/>
                </a:solidFill>
                <a:latin typeface="HGPｺﾞｼｯｸE"/>
                <a:ea typeface="HGPｺﾞｼｯｸE"/>
              </a:rPr>
              <a:t>このページで言うこと</a:t>
            </a:r>
          </a:p>
          <a:p>
            <a:pPr algn="l">
              <a:spcAft>
                <a:spcPts val="600"/>
              </a:spcAft>
            </a:pPr>
            <a:r>
              <a:rPr sz="1300" b="1">
                <a:solidFill>
                  <a:srgbClr val="000000"/>
                </a:solidFill>
                <a:latin typeface="HGPｺﾞｼｯｸE"/>
                <a:ea typeface="HGPｺﾞｼｯｸE"/>
              </a:rPr>
              <a:t>表の全部を見せず、お客様の金額の列だけを指でなぞる</a:t>
            </a:r>
          </a:p>
          <a:p>
            <a:pPr algn="l">
              <a:spcAft>
                <a:spcPts val="600"/>
              </a:spcAft>
            </a:pPr>
            <a:r>
              <a:rPr sz="1300" b="0">
                <a:solidFill>
                  <a:srgbClr val="000000"/>
                </a:solidFill>
                <a:latin typeface="HGPｺﾞｼｯｸE"/>
                <a:ea typeface="HGPｺﾞｼｯｸE"/>
              </a:rPr>
              <a:t>「〇〇様は月18,000円でしたね。この列です」</a:t>
            </a:r>
          </a:p>
          <a:p>
            <a:pPr algn="l">
              <a:spcAft>
                <a:spcPts val="600"/>
              </a:spcAft>
            </a:pPr>
            <a:r>
              <a:rPr sz="1300" b="0">
                <a:solidFill>
                  <a:srgbClr val="000000"/>
                </a:solidFill>
                <a:latin typeface="HGPｺﾞｼｯｸE"/>
                <a:ea typeface="HGPｺﾞｼｯｸE"/>
              </a:rPr>
              <a:t>「1年21万円、10年216万円、30年で648万円」</a:t>
            </a:r>
          </a:p>
          <a:p>
            <a:pPr algn="l">
              <a:spcAft>
                <a:spcPts val="600"/>
              </a:spcAft>
            </a:pPr>
            <a:r>
              <a:rPr sz="1300" b="1">
                <a:solidFill>
                  <a:srgbClr val="FF0000"/>
                </a:solidFill>
                <a:latin typeface="HGPｺﾞｼｯｸE"/>
                <a:ea typeface="HGPｺﾞｼｯｸE"/>
              </a:rPr>
              <a:t>ここまでが①のゴール。金額の解決策はまだ出さない</a:t>
            </a:r>
          </a:p>
        </p:txBody>
      </p:sp>
      <p:sp>
        <p:nvSpPr>
          <p:cNvPr id="10" name="Rectangle 9"/>
          <p:cNvSpPr/>
          <p:nvPr/>
        </p:nvSpPr>
        <p:spPr>
          <a:xfrm>
            <a:off x="411480" y="5303520"/>
            <a:ext cx="9098280" cy="530352"/>
          </a:xfrm>
          <a:prstGeom prst="rect">
            <a:avLst/>
          </a:prstGeom>
          <a:solidFill>
            <a:srgbClr val="EAF1D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spcAft>
                <a:spcPts val="400"/>
              </a:spcAft>
            </a:pPr>
            <a:r>
              <a:rPr sz="1200" b="1">
                <a:solidFill>
                  <a:srgbClr val="595959"/>
                </a:solidFill>
                <a:latin typeface="HGPｺﾞｼｯｸE"/>
                <a:ea typeface="HGPｺﾞｼｯｸE"/>
              </a:rPr>
              <a:t>緑帯の結論（そのまま言い切る）　</a:t>
            </a:r>
            <a:r>
              <a:rPr sz="1500" b="1">
                <a:solidFill>
                  <a:srgbClr val="000000"/>
                </a:solidFill>
                <a:highlight>
                  <a:srgbClr val="FFFF00"/>
                </a:highlight>
                <a:latin typeface="HGPｺﾞｼｯｸE"/>
                <a:ea typeface="HGPｺﾞｼｯｸE"/>
              </a:rPr>
              <a:t>月々の電気代が2万円なら、30年間の負担額は700万円以上になります</a:t>
            </a:r>
          </a:p>
        </p:txBody>
      </p:sp>
      <p:sp>
        <p:nvSpPr>
          <p:cNvPr id="11" name="Rectangle 10"/>
          <p:cNvSpPr/>
          <p:nvPr/>
        </p:nvSpPr>
        <p:spPr>
          <a:xfrm>
            <a:off x="411480" y="5925312"/>
            <a:ext cx="9098280" cy="457200"/>
          </a:xfrm>
          <a:prstGeom prst="rect">
            <a:avLst/>
          </a:prstGeom>
          <a:solidFill>
            <a:srgbClr val="FCE4E4"/>
          </a:solidFill>
          <a:ln w="12700">
            <a:solidFill>
              <a:srgbClr val="FF0000"/>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spcAft>
                <a:spcPts val="400"/>
              </a:spcAft>
            </a:pPr>
            <a:r>
              <a:rPr sz="1300" b="1">
                <a:solidFill>
                  <a:srgbClr val="FF0000"/>
                </a:solidFill>
                <a:latin typeface="HGPｺﾞｼｯｸE"/>
                <a:ea typeface="HGPｺﾞｼｯｸE"/>
              </a:rPr>
              <a:t>注意　</a:t>
            </a:r>
            <a:r>
              <a:rPr sz="1400" b="1">
                <a:solidFill>
                  <a:srgbClr val="000000"/>
                </a:solidFill>
                <a:latin typeface="HGPｺﾞｼｯｸE"/>
                <a:ea typeface="HGPｺﾞｼｯｸE"/>
              </a:rPr>
              <a:t>「だから太陽光を」とすぐ言わない。ここは危機感を置いて、一度止まります</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ounded Rectangle 1"/>
          <p:cNvSpPr/>
          <p:nvPr/>
        </p:nvSpPr>
        <p:spPr>
          <a:xfrm>
            <a:off x="143560" y="692200"/>
            <a:ext cx="128016" cy="468172"/>
          </a:xfrm>
          <a:prstGeom prst="roundRect">
            <a:avLst/>
          </a:prstGeom>
          <a:solidFill>
            <a:srgbClr val="000000"/>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18211" y="672998"/>
            <a:ext cx="9052560" cy="523036"/>
          </a:xfrm>
          <a:prstGeom prst="rect">
            <a:avLst/>
          </a:prstGeom>
          <a:noFill/>
        </p:spPr>
        <p:txBody>
          <a:bodyPr wrap="square" anchor="t" lIns="0" rIns="0" tIns="18288" bIns="18288">
            <a:spAutoFit/>
          </a:bodyPr>
          <a:lstStyle/>
          <a:p>
            <a:pPr algn="l">
              <a:spcAft>
                <a:spcPts val="500"/>
              </a:spcAft>
            </a:pPr>
            <a:r>
              <a:rPr sz="2800" b="0">
                <a:solidFill>
                  <a:srgbClr val="000000"/>
                </a:solidFill>
                <a:latin typeface="HGP明朝E"/>
                <a:ea typeface="HGP明朝E"/>
              </a:rPr>
              <a:t>① 電気代</a:t>
            </a:r>
          </a:p>
        </p:txBody>
      </p:sp>
      <p:sp>
        <p:nvSpPr>
          <p:cNvPr id="4" name="TextBox 3"/>
          <p:cNvSpPr txBox="1"/>
          <p:nvPr/>
        </p:nvSpPr>
        <p:spPr>
          <a:xfrm>
            <a:off x="7598664" y="6565392"/>
            <a:ext cx="2103120" cy="301752"/>
          </a:xfrm>
          <a:prstGeom prst="rect">
            <a:avLst/>
          </a:prstGeom>
          <a:noFill/>
        </p:spPr>
        <p:txBody>
          <a:bodyPr wrap="square" anchor="t" lIns="0" rIns="0" tIns="18288" bIns="18288">
            <a:spAutoFit/>
          </a:bodyPr>
          <a:lstStyle/>
          <a:p>
            <a:pPr algn="r">
              <a:spcAft>
                <a:spcPts val="500"/>
              </a:spcAft>
            </a:pPr>
            <a:r>
              <a:rPr sz="1200" b="0">
                <a:solidFill>
                  <a:srgbClr val="FFFFFF"/>
                </a:solidFill>
                <a:latin typeface="HGPｺﾞｼｯｸE"/>
                <a:ea typeface="HGPｺﾞｼｯｸE"/>
              </a:rPr>
              <a:t>16</a:t>
            </a:r>
          </a:p>
        </p:txBody>
      </p:sp>
      <p:sp>
        <p:nvSpPr>
          <p:cNvPr id="5" name="TextBox 4"/>
          <p:cNvSpPr txBox="1"/>
          <p:nvPr/>
        </p:nvSpPr>
        <p:spPr>
          <a:xfrm>
            <a:off x="411480" y="1261872"/>
            <a:ext cx="9098280" cy="411480"/>
          </a:xfrm>
          <a:prstGeom prst="rect">
            <a:avLst/>
          </a:prstGeom>
          <a:noFill/>
        </p:spPr>
        <p:txBody>
          <a:bodyPr wrap="square" anchor="t" lIns="0" rIns="0" tIns="18288" bIns="18288">
            <a:spAutoFit/>
          </a:bodyPr>
          <a:lstStyle/>
          <a:p>
            <a:pPr algn="l">
              <a:spcAft>
                <a:spcPts val="500"/>
              </a:spcAft>
            </a:pPr>
            <a:r>
              <a:rPr sz="2400" b="1">
                <a:solidFill>
                  <a:srgbClr val="000000"/>
                </a:solidFill>
                <a:latin typeface="HGPｺﾞｼｯｸE"/>
                <a:ea typeface="HGPｺﾞｼｯｸE"/>
              </a:rPr>
              <a:t>①のまとめ：9ページで言い切ること</a:t>
            </a:r>
          </a:p>
        </p:txBody>
      </p:sp>
      <p:graphicFrame>
        <p:nvGraphicFramePr>
          <p:cNvPr id="6" name="Table 5"/>
          <p:cNvGraphicFramePr>
            <a:graphicFrameLocks noGrp="1"/>
          </p:cNvGraphicFramePr>
          <p:nvPr/>
        </p:nvGraphicFramePr>
        <p:xfrm>
          <a:off x="411480" y="1783080"/>
          <a:ext cx="9098280" cy="3749040"/>
        </p:xfrm>
        <a:graphic>
          <a:graphicData uri="http://schemas.openxmlformats.org/drawingml/2006/table">
            <a:tbl>
              <a:tblPr firstRow="1">
                <a:tableStyleId>{5C22544A-7EE6-4342-B048-85BDC9FD1C3A}</a:tableStyleId>
              </a:tblPr>
              <a:tblGrid>
                <a:gridCol w="1234440"/>
                <a:gridCol w="4206240"/>
                <a:gridCol w="3657600"/>
              </a:tblGrid>
              <a:tr h="292608">
                <a:tc>
                  <a:txBody>
                    <a:bodyPr wrap="square"/>
                    <a:lstStyle/>
                    <a:p>
                      <a:pPr algn="ctr"/>
                      <a:r>
                        <a:rPr sz="1250" b="1">
                          <a:solidFill>
                            <a:srgbClr val="FFFFFF"/>
                          </a:solidFill>
                          <a:latin typeface="游ゴシック"/>
                          <a:ea typeface="游ゴシック"/>
                        </a:rPr>
                        <a:t>ページ</a:t>
                      </a:r>
                    </a:p>
                  </a:txBody>
                  <a:tcPr marL="45720" marR="45720" marT="18288" marB="18288" anchor="ctr">
                    <a:solidFill>
                      <a:srgbClr val="000000"/>
                    </a:solidFill>
                  </a:tcPr>
                </a:tc>
                <a:tc>
                  <a:txBody>
                    <a:bodyPr wrap="square"/>
                    <a:lstStyle/>
                    <a:p>
                      <a:pPr algn="ctr"/>
                      <a:r>
                        <a:rPr sz="1250" b="1">
                          <a:solidFill>
                            <a:srgbClr val="FFFFFF"/>
                          </a:solidFill>
                          <a:latin typeface="游ゴシック"/>
                          <a:ea typeface="游ゴシック"/>
                        </a:rPr>
                        <a:t>一言でいうと</a:t>
                      </a:r>
                    </a:p>
                  </a:txBody>
                  <a:tcPr marL="45720" marR="45720" marT="18288" marB="18288" anchor="ctr">
                    <a:solidFill>
                      <a:srgbClr val="000000"/>
                    </a:solidFill>
                  </a:tcPr>
                </a:tc>
                <a:tc>
                  <a:txBody>
                    <a:bodyPr wrap="square"/>
                    <a:lstStyle/>
                    <a:p>
                      <a:pPr algn="ctr"/>
                      <a:r>
                        <a:rPr sz="1250" b="1">
                          <a:solidFill>
                            <a:srgbClr val="FFFFFF"/>
                          </a:solidFill>
                          <a:latin typeface="游ゴシック"/>
                          <a:ea typeface="游ゴシック"/>
                        </a:rPr>
                        <a:t>言い切る数字</a:t>
                      </a:r>
                    </a:p>
                  </a:txBody>
                  <a:tcPr marL="45720" marR="45720" marT="18288" marB="18288" anchor="ctr">
                    <a:solidFill>
                      <a:srgbClr val="000000"/>
                    </a:solidFill>
                  </a:tcPr>
                </a:tc>
              </a:tr>
              <a:tr h="384048">
                <a:tc>
                  <a:txBody>
                    <a:bodyPr wrap="square"/>
                    <a:lstStyle/>
                    <a:p>
                      <a:pPr algn="l"/>
                      <a:r>
                        <a:rPr sz="1250" b="1">
                          <a:solidFill>
                            <a:srgbClr val="000000"/>
                          </a:solidFill>
                          <a:latin typeface="游ゴシック"/>
                          <a:ea typeface="游ゴシック"/>
                        </a:rPr>
                        <a:t>p.9</a:t>
                      </a:r>
                    </a:p>
                  </a:txBody>
                  <a:tcPr marL="45720" marR="45720" marT="18288" marB="18288" anchor="ctr">
                    <a:noFill/>
                  </a:tcPr>
                </a:tc>
                <a:tc>
                  <a:txBody>
                    <a:bodyPr wrap="square"/>
                    <a:lstStyle/>
                    <a:p>
                      <a:pPr algn="l"/>
                      <a:r>
                        <a:rPr sz="1250" b="1">
                          <a:solidFill>
                            <a:srgbClr val="000000"/>
                          </a:solidFill>
                          <a:latin typeface="游ゴシック"/>
                          <a:ea typeface="游ゴシック"/>
                        </a:rPr>
                        <a:t>過去10年で上がった</a:t>
                      </a:r>
                    </a:p>
                  </a:txBody>
                  <a:tcPr marL="45720" marR="45720" marT="18288" marB="18288" anchor="ctr">
                    <a:noFill/>
                  </a:tcPr>
                </a:tc>
                <a:tc>
                  <a:txBody>
                    <a:bodyPr wrap="square"/>
                    <a:lstStyle/>
                    <a:p>
                      <a:pPr algn="l"/>
                      <a:r>
                        <a:rPr sz="1250" b="1">
                          <a:solidFill>
                            <a:srgbClr val="000000"/>
                          </a:solidFill>
                          <a:latin typeface="游ゴシック"/>
                          <a:ea typeface="游ゴシック"/>
                        </a:rPr>
                        <a:t>45％・約5.5万円</a:t>
                      </a:r>
                    </a:p>
                  </a:txBody>
                  <a:tcPr marL="45720" marR="45720" marT="18288" marB="18288" anchor="ctr">
                    <a:noFill/>
                  </a:tcPr>
                </a:tc>
              </a:tr>
              <a:tr h="384048">
                <a:tc>
                  <a:txBody>
                    <a:bodyPr wrap="square"/>
                    <a:lstStyle/>
                    <a:p>
                      <a:pPr algn="l"/>
                      <a:r>
                        <a:rPr sz="1250" b="0">
                          <a:solidFill>
                            <a:srgbClr val="000000"/>
                          </a:solidFill>
                          <a:latin typeface="游ゴシック"/>
                          <a:ea typeface="游ゴシック"/>
                        </a:rPr>
                        <a:t>p.10</a:t>
                      </a:r>
                    </a:p>
                  </a:txBody>
                  <a:tcPr marL="45720" marR="45720" marT="18288" marB="18288" anchor="ctr">
                    <a:noFill/>
                  </a:tcPr>
                </a:tc>
                <a:tc>
                  <a:txBody>
                    <a:bodyPr wrap="square"/>
                    <a:lstStyle/>
                    <a:p>
                      <a:pPr algn="l"/>
                      <a:r>
                        <a:rPr sz="1250" b="0">
                          <a:solidFill>
                            <a:srgbClr val="000000"/>
                          </a:solidFill>
                          <a:latin typeface="游ゴシック"/>
                          <a:ea typeface="游ゴシック"/>
                        </a:rPr>
                        <a:t>自由化しても下がらなかった</a:t>
                      </a:r>
                    </a:p>
                  </a:txBody>
                  <a:tcPr marL="45720" marR="45720" marT="18288" marB="18288" anchor="ctr">
                    <a:noFill/>
                  </a:tcPr>
                </a:tc>
                <a:tc>
                  <a:txBody>
                    <a:bodyPr wrap="square"/>
                    <a:lstStyle/>
                    <a:p>
                      <a:pPr algn="l"/>
                      <a:r>
                        <a:rPr sz="1250" b="0">
                          <a:solidFill>
                            <a:srgbClr val="000000"/>
                          </a:solidFill>
                          <a:latin typeface="游ゴシック"/>
                          <a:ea typeface="游ゴシック"/>
                        </a:rPr>
                        <a:t>21円 → 32円</a:t>
                      </a:r>
                    </a:p>
                  </a:txBody>
                  <a:tcPr marL="45720" marR="45720" marT="18288" marB="18288" anchor="ctr">
                    <a:noFill/>
                  </a:tcPr>
                </a:tc>
              </a:tr>
              <a:tr h="384048">
                <a:tc>
                  <a:txBody>
                    <a:bodyPr wrap="square"/>
                    <a:lstStyle/>
                    <a:p>
                      <a:pPr algn="l"/>
                      <a:r>
                        <a:rPr sz="1250" b="0">
                          <a:solidFill>
                            <a:srgbClr val="000000"/>
                          </a:solidFill>
                          <a:latin typeface="游ゴシック"/>
                          <a:ea typeface="游ゴシック"/>
                        </a:rPr>
                        <a:t>p.11</a:t>
                      </a:r>
                    </a:p>
                  </a:txBody>
                  <a:tcPr marL="45720" marR="45720" marT="18288" marB="18288" anchor="ctr">
                    <a:noFill/>
                  </a:tcPr>
                </a:tc>
                <a:tc>
                  <a:txBody>
                    <a:bodyPr wrap="square"/>
                    <a:lstStyle/>
                    <a:p>
                      <a:pPr algn="l"/>
                      <a:r>
                        <a:rPr sz="1250" b="0">
                          <a:solidFill>
                            <a:srgbClr val="000000"/>
                          </a:solidFill>
                          <a:latin typeface="游ゴシック"/>
                          <a:ea typeface="游ゴシック"/>
                        </a:rPr>
                        <a:t>上がる理由は2つの単価</a:t>
                      </a:r>
                    </a:p>
                  </a:txBody>
                  <a:tcPr marL="45720" marR="45720" marT="18288" marB="18288" anchor="ctr">
                    <a:noFill/>
                  </a:tcPr>
                </a:tc>
                <a:tc>
                  <a:txBody>
                    <a:bodyPr wrap="square"/>
                    <a:lstStyle/>
                    <a:p>
                      <a:pPr algn="l"/>
                      <a:r>
                        <a:rPr sz="1250" b="0">
                          <a:solidFill>
                            <a:srgbClr val="000000"/>
                          </a:solidFill>
                          <a:latin typeface="游ゴシック"/>
                          <a:ea typeface="游ゴシック"/>
                        </a:rPr>
                        <a:t>（計算式）</a:t>
                      </a:r>
                    </a:p>
                  </a:txBody>
                  <a:tcPr marL="45720" marR="45720" marT="18288" marB="18288" anchor="ctr">
                    <a:noFill/>
                  </a:tcPr>
                </a:tc>
              </a:tr>
              <a:tr h="384048">
                <a:tc>
                  <a:txBody>
                    <a:bodyPr wrap="square"/>
                    <a:lstStyle/>
                    <a:p>
                      <a:pPr algn="l"/>
                      <a:r>
                        <a:rPr sz="1250" b="0">
                          <a:solidFill>
                            <a:srgbClr val="000000"/>
                          </a:solidFill>
                          <a:latin typeface="游ゴシック"/>
                          <a:ea typeface="游ゴシック"/>
                        </a:rPr>
                        <a:t>p.12</a:t>
                      </a:r>
                    </a:p>
                  </a:txBody>
                  <a:tcPr marL="45720" marR="45720" marT="18288" marB="18288" anchor="ctr">
                    <a:noFill/>
                  </a:tcPr>
                </a:tc>
                <a:tc>
                  <a:txBody>
                    <a:bodyPr wrap="square"/>
                    <a:lstStyle/>
                    <a:p>
                      <a:pPr algn="l"/>
                      <a:r>
                        <a:rPr sz="1250" b="0">
                          <a:solidFill>
                            <a:srgbClr val="000000"/>
                          </a:solidFill>
                          <a:latin typeface="游ゴシック"/>
                          <a:ea typeface="游ゴシック"/>
                        </a:rPr>
                        <a:t>全国どこでも上がっている</a:t>
                      </a:r>
                    </a:p>
                  </a:txBody>
                  <a:tcPr marL="45720" marR="45720" marT="18288" marB="18288" anchor="ctr">
                    <a:noFill/>
                  </a:tcPr>
                </a:tc>
                <a:tc>
                  <a:txBody>
                    <a:bodyPr wrap="square"/>
                    <a:lstStyle/>
                    <a:p>
                      <a:pPr algn="l"/>
                      <a:r>
                        <a:rPr sz="1250" b="0">
                          <a:solidFill>
                            <a:srgbClr val="000000"/>
                          </a:solidFill>
                          <a:latin typeface="游ゴシック"/>
                          <a:ea typeface="游ゴシック"/>
                        </a:rPr>
                        <a:t>北陸42％・九州38％</a:t>
                      </a:r>
                    </a:p>
                  </a:txBody>
                  <a:tcPr marL="45720" marR="45720" marT="18288" marB="18288" anchor="ctr">
                    <a:noFill/>
                  </a:tcPr>
                </a:tc>
              </a:tr>
              <a:tr h="384048">
                <a:tc>
                  <a:txBody>
                    <a:bodyPr wrap="square"/>
                    <a:lstStyle/>
                    <a:p>
                      <a:pPr algn="l"/>
                      <a:r>
                        <a:rPr sz="1250" b="0">
                          <a:solidFill>
                            <a:srgbClr val="000000"/>
                          </a:solidFill>
                          <a:latin typeface="游ゴシック"/>
                          <a:ea typeface="游ゴシック"/>
                        </a:rPr>
                        <a:t>p.13</a:t>
                      </a:r>
                    </a:p>
                  </a:txBody>
                  <a:tcPr marL="45720" marR="45720" marT="18288" marB="18288" anchor="ctr">
                    <a:noFill/>
                  </a:tcPr>
                </a:tc>
                <a:tc>
                  <a:txBody>
                    <a:bodyPr wrap="square"/>
                    <a:lstStyle/>
                    <a:p>
                      <a:pPr algn="l"/>
                      <a:r>
                        <a:rPr sz="1250" b="0">
                          <a:solidFill>
                            <a:srgbClr val="000000"/>
                          </a:solidFill>
                          <a:latin typeface="游ゴシック"/>
                          <a:ea typeface="游ゴシック"/>
                        </a:rPr>
                        <a:t>賦課金というものがある</a:t>
                      </a:r>
                    </a:p>
                  </a:txBody>
                  <a:tcPr marL="45720" marR="45720" marT="18288" marB="18288" anchor="ctr">
                    <a:noFill/>
                  </a:tcPr>
                </a:tc>
                <a:tc>
                  <a:txBody>
                    <a:bodyPr wrap="square"/>
                    <a:lstStyle/>
                    <a:p>
                      <a:pPr algn="l"/>
                      <a:r>
                        <a:rPr sz="1250" b="0">
                          <a:solidFill>
                            <a:srgbClr val="000000"/>
                          </a:solidFill>
                          <a:latin typeface="游ゴシック"/>
                          <a:ea typeface="游ゴシック"/>
                        </a:rPr>
                        <a:t>4.18円/kWh</a:t>
                      </a:r>
                    </a:p>
                  </a:txBody>
                  <a:tcPr marL="45720" marR="45720" marT="18288" marB="18288" anchor="ctr">
                    <a:noFill/>
                  </a:tcPr>
                </a:tc>
              </a:tr>
              <a:tr h="384048">
                <a:tc>
                  <a:txBody>
                    <a:bodyPr wrap="square"/>
                    <a:lstStyle/>
                    <a:p>
                      <a:pPr algn="l"/>
                      <a:r>
                        <a:rPr sz="1250" b="1">
                          <a:solidFill>
                            <a:srgbClr val="000000"/>
                          </a:solidFill>
                          <a:latin typeface="游ゴシック"/>
                          <a:ea typeface="游ゴシック"/>
                        </a:rPr>
                        <a:t>p.14</a:t>
                      </a:r>
                    </a:p>
                  </a:txBody>
                  <a:tcPr marL="45720" marR="45720" marT="18288" marB="18288" anchor="ctr">
                    <a:noFill/>
                  </a:tcPr>
                </a:tc>
                <a:tc>
                  <a:txBody>
                    <a:bodyPr wrap="square"/>
                    <a:lstStyle/>
                    <a:p>
                      <a:pPr algn="l"/>
                      <a:r>
                        <a:rPr sz="1250" b="1">
                          <a:solidFill>
                            <a:srgbClr val="000000"/>
                          </a:solidFill>
                          <a:latin typeface="游ゴシック"/>
                          <a:ea typeface="游ゴシック"/>
                        </a:rPr>
                        <a:t>その賦課金が18倍になった</a:t>
                      </a:r>
                    </a:p>
                  </a:txBody>
                  <a:tcPr marL="45720" marR="45720" marT="18288" marB="18288" anchor="ctr">
                    <a:noFill/>
                  </a:tcPr>
                </a:tc>
                <a:tc>
                  <a:txBody>
                    <a:bodyPr wrap="square"/>
                    <a:lstStyle/>
                    <a:p>
                      <a:pPr algn="l"/>
                      <a:r>
                        <a:rPr sz="1250" b="1">
                          <a:solidFill>
                            <a:srgbClr val="000000"/>
                          </a:solidFill>
                          <a:latin typeface="游ゴシック"/>
                          <a:ea typeface="游ゴシック"/>
                        </a:rPr>
                        <a:t>1,210円 → 22,990円</a:t>
                      </a:r>
                    </a:p>
                  </a:txBody>
                  <a:tcPr marL="45720" marR="45720" marT="18288" marB="18288" anchor="ctr">
                    <a:noFill/>
                  </a:tcPr>
                </a:tc>
              </a:tr>
              <a:tr h="384048">
                <a:tc>
                  <a:txBody>
                    <a:bodyPr wrap="square"/>
                    <a:lstStyle/>
                    <a:p>
                      <a:pPr algn="l"/>
                      <a:r>
                        <a:rPr sz="1250" b="0">
                          <a:solidFill>
                            <a:srgbClr val="000000"/>
                          </a:solidFill>
                          <a:latin typeface="游ゴシック"/>
                          <a:ea typeface="游ゴシック"/>
                        </a:rPr>
                        <a:t>p.15</a:t>
                      </a:r>
                    </a:p>
                  </a:txBody>
                  <a:tcPr marL="45720" marR="45720" marT="18288" marB="18288" anchor="ctr">
                    <a:noFill/>
                  </a:tcPr>
                </a:tc>
                <a:tc>
                  <a:txBody>
                    <a:bodyPr wrap="square"/>
                    <a:lstStyle/>
                    <a:p>
                      <a:pPr algn="l"/>
                      <a:r>
                        <a:rPr sz="1250" b="0">
                          <a:solidFill>
                            <a:srgbClr val="000000"/>
                          </a:solidFill>
                          <a:latin typeface="游ゴシック"/>
                          <a:ea typeface="游ゴシック"/>
                        </a:rPr>
                        <a:t>これからも上がる</a:t>
                      </a:r>
                    </a:p>
                  </a:txBody>
                  <a:tcPr marL="45720" marR="45720" marT="18288" marB="18288" anchor="ctr">
                    <a:noFill/>
                  </a:tcPr>
                </a:tc>
                <a:tc>
                  <a:txBody>
                    <a:bodyPr wrap="square"/>
                    <a:lstStyle/>
                    <a:p>
                      <a:pPr algn="l"/>
                      <a:r>
                        <a:rPr sz="1250" b="0">
                          <a:solidFill>
                            <a:srgbClr val="000000"/>
                          </a:solidFill>
                          <a:latin typeface="游ゴシック"/>
                          <a:ea typeface="游ゴシック"/>
                        </a:rPr>
                        <a:t>3か月平均 → 2か月後に反映</a:t>
                      </a:r>
                    </a:p>
                  </a:txBody>
                  <a:tcPr marL="45720" marR="45720" marT="18288" marB="18288" anchor="ctr">
                    <a:noFill/>
                  </a:tcPr>
                </a:tc>
              </a:tr>
              <a:tr h="384048">
                <a:tc>
                  <a:txBody>
                    <a:bodyPr wrap="square"/>
                    <a:lstStyle/>
                    <a:p>
                      <a:pPr algn="l"/>
                      <a:r>
                        <a:rPr sz="1250" b="0">
                          <a:solidFill>
                            <a:srgbClr val="000000"/>
                          </a:solidFill>
                          <a:latin typeface="游ゴシック"/>
                          <a:ea typeface="游ゴシック"/>
                        </a:rPr>
                        <a:t>p.16</a:t>
                      </a:r>
                    </a:p>
                  </a:txBody>
                  <a:tcPr marL="45720" marR="45720" marT="18288" marB="18288" anchor="ctr">
                    <a:noFill/>
                  </a:tcPr>
                </a:tc>
                <a:tc>
                  <a:txBody>
                    <a:bodyPr wrap="square"/>
                    <a:lstStyle/>
                    <a:p>
                      <a:pPr algn="l"/>
                      <a:r>
                        <a:rPr sz="1250" b="0">
                          <a:solidFill>
                            <a:srgbClr val="000000"/>
                          </a:solidFill>
                          <a:latin typeface="游ゴシック"/>
                          <a:ea typeface="游ゴシック"/>
                        </a:rPr>
                        <a:t>もう上がり始めている</a:t>
                      </a:r>
                    </a:p>
                  </a:txBody>
                  <a:tcPr marL="45720" marR="45720" marT="18288" marB="18288" anchor="ctr">
                    <a:noFill/>
                  </a:tcPr>
                </a:tc>
                <a:tc>
                  <a:txBody>
                    <a:bodyPr wrap="square"/>
                    <a:lstStyle/>
                    <a:p>
                      <a:pPr algn="l"/>
                      <a:r>
                        <a:rPr sz="1250" b="0">
                          <a:solidFill>
                            <a:srgbClr val="000000"/>
                          </a:solidFill>
                          <a:latin typeface="游ゴシック"/>
                          <a:ea typeface="游ゴシック"/>
                        </a:rPr>
                        <a:t>2月比で5.1円の負担増</a:t>
                      </a:r>
                    </a:p>
                  </a:txBody>
                  <a:tcPr marL="45720" marR="45720" marT="18288" marB="18288" anchor="ctr">
                    <a:noFill/>
                  </a:tcPr>
                </a:tc>
              </a:tr>
              <a:tr h="384048">
                <a:tc>
                  <a:txBody>
                    <a:bodyPr wrap="square"/>
                    <a:lstStyle/>
                    <a:p>
                      <a:pPr algn="l"/>
                      <a:r>
                        <a:rPr sz="1250" b="1">
                          <a:solidFill>
                            <a:srgbClr val="000000"/>
                          </a:solidFill>
                          <a:latin typeface="游ゴシック"/>
                          <a:ea typeface="游ゴシック"/>
                        </a:rPr>
                        <a:t>p.17</a:t>
                      </a:r>
                    </a:p>
                  </a:txBody>
                  <a:tcPr marL="45720" marR="45720" marT="18288" marB="18288" anchor="ctr">
                    <a:noFill/>
                  </a:tcPr>
                </a:tc>
                <a:tc>
                  <a:txBody>
                    <a:bodyPr wrap="square"/>
                    <a:lstStyle/>
                    <a:p>
                      <a:pPr algn="l"/>
                      <a:r>
                        <a:rPr sz="1250" b="1">
                          <a:solidFill>
                            <a:srgbClr val="000000"/>
                          </a:solidFill>
                          <a:latin typeface="游ゴシック"/>
                          <a:ea typeface="游ゴシック"/>
                        </a:rPr>
                        <a:t>生涯ではこれだけ払う</a:t>
                      </a:r>
                    </a:p>
                  </a:txBody>
                  <a:tcPr marL="45720" marR="45720" marT="18288" marB="18288" anchor="ctr">
                    <a:noFill/>
                  </a:tcPr>
                </a:tc>
                <a:tc>
                  <a:txBody>
                    <a:bodyPr wrap="square"/>
                    <a:lstStyle/>
                    <a:p>
                      <a:pPr algn="l"/>
                      <a:r>
                        <a:rPr sz="1250" b="1">
                          <a:solidFill>
                            <a:srgbClr val="000000"/>
                          </a:solidFill>
                          <a:latin typeface="游ゴシック"/>
                          <a:ea typeface="游ゴシック"/>
                        </a:rPr>
                        <a:t>30年で700万円以上</a:t>
                      </a:r>
                    </a:p>
                  </a:txBody>
                  <a:tcPr marL="45720" marR="45720" marT="18288" marB="18288" anchor="ctr">
                    <a:noFill/>
                  </a:tcPr>
                </a:tc>
              </a:tr>
            </a:tbl>
          </a:graphicData>
        </a:graphic>
      </p:graphicFrame>
      <p:sp>
        <p:nvSpPr>
          <p:cNvPr id="7" name="Rectangle 6"/>
          <p:cNvSpPr/>
          <p:nvPr/>
        </p:nvSpPr>
        <p:spPr>
          <a:xfrm>
            <a:off x="411480" y="5623560"/>
            <a:ext cx="9098280" cy="731520"/>
          </a:xfrm>
          <a:prstGeom prst="rect">
            <a:avLst/>
          </a:prstGeom>
          <a:solidFill>
            <a:srgbClr val="FFF2CC"/>
          </a:solidFill>
          <a:ln w="12700">
            <a:solidFill>
              <a:srgbClr val="BF8F00"/>
            </a:solid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36576" bIns="36576"/>
          <a:lstStyle/>
          <a:p>
            <a:pPr algn="l">
              <a:spcAft>
                <a:spcPts val="400"/>
              </a:spcAft>
            </a:pPr>
            <a:r>
              <a:rPr sz="1600" b="1">
                <a:solidFill>
                  <a:srgbClr val="000000"/>
                </a:solidFill>
                <a:latin typeface="HGPｺﾞｼｯｸE"/>
                <a:ea typeface="HGPｺﾞｼｯｸE"/>
              </a:rPr>
              <a:t>太字の3ページ（p.9・p.14・p.17）だけは、資料を見ずに言えるようにしてください。</a:t>
            </a:r>
          </a:p>
          <a:p>
            <a:pPr algn="l">
              <a:spcAft>
                <a:spcPts val="500"/>
              </a:spcAft>
            </a:pPr>
            <a:r>
              <a:rPr sz="1500" b="0">
                <a:solidFill>
                  <a:srgbClr val="000000"/>
                </a:solidFill>
                <a:latin typeface="HGPｺﾞｼｯｸE"/>
                <a:ea typeface="HGPｺﾞｼｯｸE"/>
              </a:rPr>
              <a:t>残り6ページも必ずめくります。1ページ20〜30秒、裏づけとして通すだけで構いません。</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ounded Rectangle 1"/>
          <p:cNvSpPr/>
          <p:nvPr/>
        </p:nvSpPr>
        <p:spPr>
          <a:xfrm>
            <a:off x="143560" y="692200"/>
            <a:ext cx="128016" cy="468172"/>
          </a:xfrm>
          <a:prstGeom prst="roundRect">
            <a:avLst/>
          </a:prstGeom>
          <a:solidFill>
            <a:srgbClr val="000000"/>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18211" y="672998"/>
            <a:ext cx="9052560" cy="523036"/>
          </a:xfrm>
          <a:prstGeom prst="rect">
            <a:avLst/>
          </a:prstGeom>
          <a:noFill/>
        </p:spPr>
        <p:txBody>
          <a:bodyPr wrap="square" anchor="t" lIns="0" rIns="0" tIns="18288" bIns="18288">
            <a:spAutoFit/>
          </a:bodyPr>
          <a:lstStyle/>
          <a:p>
            <a:pPr algn="l">
              <a:spcAft>
                <a:spcPts val="500"/>
              </a:spcAft>
            </a:pPr>
            <a:r>
              <a:rPr sz="2800" b="0">
                <a:solidFill>
                  <a:srgbClr val="000000"/>
                </a:solidFill>
                <a:latin typeface="HGP明朝E"/>
                <a:ea typeface="HGP明朝E"/>
              </a:rPr>
              <a:t>② 災害対策</a:t>
            </a:r>
          </a:p>
        </p:txBody>
      </p:sp>
      <p:sp>
        <p:nvSpPr>
          <p:cNvPr id="4" name="TextBox 3"/>
          <p:cNvSpPr txBox="1"/>
          <p:nvPr/>
        </p:nvSpPr>
        <p:spPr>
          <a:xfrm>
            <a:off x="7598664" y="6565392"/>
            <a:ext cx="2103120" cy="301752"/>
          </a:xfrm>
          <a:prstGeom prst="rect">
            <a:avLst/>
          </a:prstGeom>
          <a:noFill/>
        </p:spPr>
        <p:txBody>
          <a:bodyPr wrap="square" anchor="t" lIns="0" rIns="0" tIns="18288" bIns="18288">
            <a:spAutoFit/>
          </a:bodyPr>
          <a:lstStyle/>
          <a:p>
            <a:pPr algn="r">
              <a:spcAft>
                <a:spcPts val="500"/>
              </a:spcAft>
            </a:pPr>
            <a:r>
              <a:rPr sz="1200" b="0">
                <a:solidFill>
                  <a:srgbClr val="FFFFFF"/>
                </a:solidFill>
                <a:latin typeface="HGPｺﾞｼｯｸE"/>
                <a:ea typeface="HGPｺﾞｼｯｸE"/>
              </a:rPr>
              <a:t>17</a:t>
            </a:r>
          </a:p>
        </p:txBody>
      </p:sp>
      <p:sp>
        <p:nvSpPr>
          <p:cNvPr id="5" name="TextBox 4"/>
          <p:cNvSpPr txBox="1"/>
          <p:nvPr/>
        </p:nvSpPr>
        <p:spPr>
          <a:xfrm>
            <a:off x="411480" y="1325880"/>
            <a:ext cx="9098280" cy="502920"/>
          </a:xfrm>
          <a:prstGeom prst="rect">
            <a:avLst/>
          </a:prstGeom>
          <a:noFill/>
        </p:spPr>
        <p:txBody>
          <a:bodyPr wrap="square" anchor="t" lIns="0" rIns="0" tIns="18288" bIns="18288">
            <a:spAutoFit/>
          </a:bodyPr>
          <a:lstStyle/>
          <a:p>
            <a:pPr algn="l">
              <a:spcAft>
                <a:spcPts val="500"/>
              </a:spcAft>
            </a:pPr>
            <a:r>
              <a:rPr sz="3000" b="1">
                <a:solidFill>
                  <a:srgbClr val="000000"/>
                </a:solidFill>
                <a:latin typeface="HGPｺﾞｼｯｸE"/>
                <a:ea typeface="HGPｺﾞｼｯｸE"/>
              </a:rPr>
              <a:t>②　災害対策</a:t>
            </a:r>
          </a:p>
        </p:txBody>
      </p:sp>
      <p:sp>
        <p:nvSpPr>
          <p:cNvPr id="6" name="Rectangle 5"/>
          <p:cNvSpPr/>
          <p:nvPr/>
        </p:nvSpPr>
        <p:spPr>
          <a:xfrm>
            <a:off x="411480" y="2011680"/>
            <a:ext cx="4526280" cy="1188720"/>
          </a:xfrm>
          <a:prstGeom prst="rect">
            <a:avLst/>
          </a:prstGeom>
          <a:solidFill>
            <a:srgbClr val="FFF2C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l">
              <a:spcAft>
                <a:spcPts val="500"/>
              </a:spcAft>
            </a:pPr>
            <a:r>
              <a:rPr sz="1300" b="1">
                <a:solidFill>
                  <a:srgbClr val="595959"/>
                </a:solidFill>
                <a:latin typeface="HGPｺﾞｼｯｸE"/>
                <a:ea typeface="HGPｺﾞｼｯｸE"/>
              </a:rPr>
              <a:t>使うページ</a:t>
            </a:r>
          </a:p>
          <a:p>
            <a:pPr algn="l">
              <a:spcAft>
                <a:spcPts val="500"/>
              </a:spcAft>
            </a:pPr>
            <a:r>
              <a:rPr sz="1900" b="1">
                <a:solidFill>
                  <a:srgbClr val="000000"/>
                </a:solidFill>
                <a:latin typeface="HGPｺﾞｼｯｸE"/>
                <a:ea typeface="HGPｺﾞｼｯｸE"/>
              </a:rPr>
              <a:t>p.18・p.19（2ページ）＋ 事例</a:t>
            </a:r>
          </a:p>
        </p:txBody>
      </p:sp>
      <p:sp>
        <p:nvSpPr>
          <p:cNvPr id="7" name="Rectangle 6"/>
          <p:cNvSpPr/>
          <p:nvPr/>
        </p:nvSpPr>
        <p:spPr>
          <a:xfrm>
            <a:off x="5120640" y="2011680"/>
            <a:ext cx="4389120" cy="1188720"/>
          </a:xfrm>
          <a:prstGeom prst="rect">
            <a:avLst/>
          </a:prstGeom>
          <a:solidFill>
            <a:srgbClr val="FFF2C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l">
              <a:spcAft>
                <a:spcPts val="500"/>
              </a:spcAft>
            </a:pPr>
            <a:r>
              <a:rPr sz="1300" b="1">
                <a:solidFill>
                  <a:srgbClr val="595959"/>
                </a:solidFill>
                <a:latin typeface="HGPｺﾞｼｯｸE"/>
                <a:ea typeface="HGPｺﾞｼｯｸE"/>
              </a:rPr>
              <a:t>かける時間</a:t>
            </a:r>
          </a:p>
          <a:p>
            <a:pPr algn="l">
              <a:spcAft>
                <a:spcPts val="500"/>
              </a:spcAft>
            </a:pPr>
            <a:r>
              <a:rPr sz="1900" b="1">
                <a:solidFill>
                  <a:srgbClr val="000000"/>
                </a:solidFill>
                <a:latin typeface="HGPｺﾞｼｯｸE"/>
                <a:ea typeface="HGPｺﾞｼｯｸE"/>
              </a:rPr>
              <a:t>3分以内</a:t>
            </a:r>
          </a:p>
        </p:txBody>
      </p:sp>
      <p:sp>
        <p:nvSpPr>
          <p:cNvPr id="8" name="Rectangle 7"/>
          <p:cNvSpPr/>
          <p:nvPr/>
        </p:nvSpPr>
        <p:spPr>
          <a:xfrm>
            <a:off x="411480" y="3383280"/>
            <a:ext cx="9098280" cy="960120"/>
          </a:xfrm>
          <a:prstGeom prst="rect">
            <a:avLst/>
          </a:prstGeom>
          <a:noFill/>
          <a:ln w="19050">
            <a:solidFill>
              <a:srgbClr val="FF0000"/>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spcAft>
                <a:spcPts val="400"/>
              </a:spcAft>
            </a:pPr>
            <a:r>
              <a:rPr sz="1300" b="1">
                <a:solidFill>
                  <a:srgbClr val="595959"/>
                </a:solidFill>
                <a:latin typeface="HGPｺﾞｼｯｸE"/>
                <a:ea typeface="HGPｺﾞｼｯｸE"/>
              </a:rPr>
              <a:t>この切り口のゴール</a:t>
            </a:r>
          </a:p>
          <a:p>
            <a:pPr algn="ctr">
              <a:spcAft>
                <a:spcPts val="500"/>
              </a:spcAft>
            </a:pPr>
            <a:r>
              <a:rPr sz="2000" b="1">
                <a:solidFill>
                  <a:srgbClr val="FF0000"/>
                </a:solidFill>
                <a:latin typeface="HGPｺﾞｼｯｸE"/>
                <a:ea typeface="HGPｺﾞｼｯｸE"/>
              </a:rPr>
              <a:t>「いつ起きてもおかしくない」と思ってもらう</a:t>
            </a:r>
          </a:p>
        </p:txBody>
      </p:sp>
      <p:sp>
        <p:nvSpPr>
          <p:cNvPr id="9" name="Rectangle 8"/>
          <p:cNvSpPr/>
          <p:nvPr/>
        </p:nvSpPr>
        <p:spPr>
          <a:xfrm>
            <a:off x="411480" y="4572000"/>
            <a:ext cx="9098280" cy="1691640"/>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36576" bIns="36576"/>
          <a:lstStyle/>
          <a:p>
            <a:pPr algn="l">
              <a:spcAft>
                <a:spcPts val="800"/>
              </a:spcAft>
            </a:pPr>
            <a:r>
              <a:rPr sz="1500" b="1">
                <a:solidFill>
                  <a:srgbClr val="000000"/>
                </a:solidFill>
                <a:latin typeface="HGPｺﾞｼｯｸE"/>
                <a:ea typeface="HGPｺﾞｼｯｸE"/>
              </a:rPr>
              <a:t>めくるときのポイント</a:t>
            </a:r>
          </a:p>
          <a:p>
            <a:pPr algn="l">
              <a:spcAft>
                <a:spcPts val="600"/>
              </a:spcAft>
            </a:pPr>
            <a:r>
              <a:rPr sz="1500" b="0">
                <a:solidFill>
                  <a:srgbClr val="000000"/>
                </a:solidFill>
                <a:latin typeface="HGPｺﾞｼｯｸE"/>
                <a:ea typeface="HGPｺﾞｼｯｸE"/>
              </a:rPr>
              <a:t>・長く話すほど失敗します。商談の雰囲気が暗くなるためです</a:t>
            </a:r>
          </a:p>
          <a:p>
            <a:pPr algn="l">
              <a:spcAft>
                <a:spcPts val="600"/>
              </a:spcAft>
            </a:pPr>
            <a:r>
              <a:rPr sz="1500" b="0">
                <a:solidFill>
                  <a:srgbClr val="000000"/>
                </a:solidFill>
                <a:latin typeface="HGPｺﾞｼｯｸE"/>
                <a:ea typeface="HGPｺﾞｼｯｸE"/>
              </a:rPr>
              <a:t>・主語は必ず「事実」と「第三者」。お客様の家族を想像させない</a:t>
            </a:r>
          </a:p>
          <a:p>
            <a:pPr algn="l">
              <a:spcAft>
                <a:spcPts val="600"/>
              </a:spcAft>
            </a:pPr>
            <a:r>
              <a:rPr sz="1500" b="0">
                <a:solidFill>
                  <a:srgbClr val="000000"/>
                </a:solidFill>
                <a:latin typeface="HGPｺﾞｼｯｸE"/>
                <a:ea typeface="HGPｺﾞｼｯｸE"/>
              </a:rPr>
              <a:t>・2ページめくって、事例を1本話したら、すぐ次へ抜ける</a:t>
            </a:r>
          </a:p>
          <a:p>
            <a:pPr algn="l">
              <a:spcAft>
                <a:spcPts val="600"/>
              </a:spcAft>
            </a:pPr>
            <a:r>
              <a:rPr sz="1500" b="0">
                <a:solidFill>
                  <a:srgbClr val="000000"/>
                </a:solidFill>
                <a:latin typeface="HGPｺﾞｼｯｸE"/>
                <a:ea typeface="HGPｺﾞｼｯｸE"/>
              </a:rPr>
              <a:t>・「うちの地域は災害が来ない」と言われたら、否定せず事実で包み込む</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ounded Rectangle 1"/>
          <p:cNvSpPr/>
          <p:nvPr/>
        </p:nvSpPr>
        <p:spPr>
          <a:xfrm>
            <a:off x="143560" y="692200"/>
            <a:ext cx="128016" cy="468172"/>
          </a:xfrm>
          <a:prstGeom prst="roundRect">
            <a:avLst/>
          </a:prstGeom>
          <a:solidFill>
            <a:srgbClr val="000000"/>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18211" y="672998"/>
            <a:ext cx="9052560" cy="523036"/>
          </a:xfrm>
          <a:prstGeom prst="rect">
            <a:avLst/>
          </a:prstGeom>
          <a:noFill/>
        </p:spPr>
        <p:txBody>
          <a:bodyPr wrap="square" anchor="t" lIns="0" rIns="0" tIns="18288" bIns="18288">
            <a:spAutoFit/>
          </a:bodyPr>
          <a:lstStyle/>
          <a:p>
            <a:pPr algn="l">
              <a:spcAft>
                <a:spcPts val="500"/>
              </a:spcAft>
            </a:pPr>
            <a:r>
              <a:rPr sz="2800" b="0">
                <a:solidFill>
                  <a:srgbClr val="000000"/>
                </a:solidFill>
                <a:latin typeface="HGP明朝E"/>
                <a:ea typeface="HGP明朝E"/>
              </a:rPr>
              <a:t>② 災害対策</a:t>
            </a:r>
          </a:p>
        </p:txBody>
      </p:sp>
      <p:sp>
        <p:nvSpPr>
          <p:cNvPr id="4" name="TextBox 3"/>
          <p:cNvSpPr txBox="1"/>
          <p:nvPr/>
        </p:nvSpPr>
        <p:spPr>
          <a:xfrm>
            <a:off x="7598664" y="6565392"/>
            <a:ext cx="2103120" cy="301752"/>
          </a:xfrm>
          <a:prstGeom prst="rect">
            <a:avLst/>
          </a:prstGeom>
          <a:noFill/>
        </p:spPr>
        <p:txBody>
          <a:bodyPr wrap="square" anchor="t" lIns="0" rIns="0" tIns="18288" bIns="18288">
            <a:spAutoFit/>
          </a:bodyPr>
          <a:lstStyle/>
          <a:p>
            <a:pPr algn="r">
              <a:spcAft>
                <a:spcPts val="500"/>
              </a:spcAft>
            </a:pPr>
            <a:r>
              <a:rPr sz="1200" b="0">
                <a:solidFill>
                  <a:srgbClr val="FFFFFF"/>
                </a:solidFill>
                <a:latin typeface="HGPｺﾞｼｯｸE"/>
                <a:ea typeface="HGPｺﾞｼｯｸE"/>
              </a:rPr>
              <a:t>18</a:t>
            </a:r>
          </a:p>
        </p:txBody>
      </p:sp>
      <p:sp>
        <p:nvSpPr>
          <p:cNvPr id="5" name="TextBox 4"/>
          <p:cNvSpPr txBox="1"/>
          <p:nvPr/>
        </p:nvSpPr>
        <p:spPr>
          <a:xfrm>
            <a:off x="411480" y="1243584"/>
            <a:ext cx="9098280" cy="411480"/>
          </a:xfrm>
          <a:prstGeom prst="rect">
            <a:avLst/>
          </a:prstGeom>
          <a:noFill/>
        </p:spPr>
        <p:txBody>
          <a:bodyPr wrap="square" anchor="t" lIns="0" rIns="0" tIns="18288" bIns="18288">
            <a:spAutoFit/>
          </a:bodyPr>
          <a:lstStyle/>
          <a:p>
            <a:pPr algn="l">
              <a:spcAft>
                <a:spcPts val="500"/>
              </a:spcAft>
            </a:pPr>
            <a:r>
              <a:rPr sz="2300" b="1">
                <a:solidFill>
                  <a:srgbClr val="000000"/>
                </a:solidFill>
                <a:latin typeface="HGPｺﾞｼｯｸE"/>
                <a:ea typeface="HGPｺﾞｼｯｸE"/>
              </a:rPr>
              <a:t>p.18　政府機関にも予測するのが困難な地震情報</a:t>
            </a:r>
          </a:p>
        </p:txBody>
      </p:sp>
      <p:pic>
        <p:nvPicPr>
          <p:cNvPr id="6" name="Picture 5" descr="ab18.jpg"/>
          <p:cNvPicPr>
            <a:picLocks noChangeAspect="1"/>
          </p:cNvPicPr>
          <p:nvPr/>
        </p:nvPicPr>
        <p:blipFill>
          <a:blip r:embed="rId2"/>
          <a:stretch>
            <a:fillRect/>
          </a:stretch>
        </p:blipFill>
        <p:spPr>
          <a:xfrm>
            <a:off x="411480" y="1755648"/>
            <a:ext cx="4434840" cy="3069416"/>
          </a:xfrm>
          <a:prstGeom prst="rect">
            <a:avLst/>
          </a:prstGeom>
          <a:ln w="12700">
            <a:solidFill>
              <a:srgbClr val="808080"/>
            </a:solidFill>
          </a:ln>
        </p:spPr>
      </p:pic>
      <p:sp>
        <p:nvSpPr>
          <p:cNvPr id="7" name="TextBox 6"/>
          <p:cNvSpPr txBox="1"/>
          <p:nvPr/>
        </p:nvSpPr>
        <p:spPr>
          <a:xfrm>
            <a:off x="411480" y="4882896"/>
            <a:ext cx="4434840" cy="256032"/>
          </a:xfrm>
          <a:prstGeom prst="rect">
            <a:avLst/>
          </a:prstGeom>
          <a:noFill/>
        </p:spPr>
        <p:txBody>
          <a:bodyPr wrap="square" anchor="t" lIns="0" rIns="0" tIns="18288" bIns="18288">
            <a:spAutoFit/>
          </a:bodyPr>
          <a:lstStyle/>
          <a:p>
            <a:pPr algn="l">
              <a:spcAft>
                <a:spcPts val="500"/>
              </a:spcAft>
            </a:pPr>
            <a:r>
              <a:rPr sz="1100" b="0">
                <a:solidFill>
                  <a:srgbClr val="595959"/>
                </a:solidFill>
                <a:latin typeface="HGPｺﾞｼｯｸE"/>
                <a:ea typeface="HGPｺﾞｼｯｸE"/>
              </a:rPr>
              <a:t>アプローチブック p.18　予測が困難な地震情報</a:t>
            </a:r>
          </a:p>
        </p:txBody>
      </p:sp>
      <p:sp>
        <p:nvSpPr>
          <p:cNvPr id="8" name="Rounded Rectangle 7"/>
          <p:cNvSpPr/>
          <p:nvPr/>
        </p:nvSpPr>
        <p:spPr>
          <a:xfrm>
            <a:off x="5166360" y="1755648"/>
            <a:ext cx="4343400" cy="1024128"/>
          </a:xfrm>
          <a:prstGeom prst="roundRect">
            <a:avLst/>
          </a:prstGeom>
          <a:solidFill>
            <a:srgbClr val="DEEBF7"/>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36576" bIns="36576"/>
          <a:lstStyle/>
          <a:p>
            <a:pPr algn="l">
              <a:spcAft>
                <a:spcPts val="500"/>
              </a:spcAft>
            </a:pPr>
            <a:r>
              <a:rPr sz="1200" b="1">
                <a:solidFill>
                  <a:srgbClr val="0070C0"/>
                </a:solidFill>
                <a:latin typeface="HGPｺﾞｼｯｸE"/>
                <a:ea typeface="HGPｺﾞｼｯｸE"/>
              </a:rPr>
              <a:t>引き出す反応（お客様の台詞）</a:t>
            </a:r>
          </a:p>
          <a:p>
            <a:pPr algn="l">
              <a:spcAft>
                <a:spcPts val="300"/>
              </a:spcAft>
            </a:pPr>
            <a:r>
              <a:rPr sz="1500" b="1">
                <a:solidFill>
                  <a:srgbClr val="000000"/>
                </a:solidFill>
                <a:latin typeface="HGPｺﾞｼｯｸE"/>
                <a:ea typeface="HGPｺﾞｼｯｸE"/>
              </a:rPr>
              <a:t>「いつ災害が起こるか分からないですね」</a:t>
            </a:r>
          </a:p>
        </p:txBody>
      </p:sp>
      <p:sp>
        <p:nvSpPr>
          <p:cNvPr id="9" name="Rectangle 8"/>
          <p:cNvSpPr/>
          <p:nvPr/>
        </p:nvSpPr>
        <p:spPr>
          <a:xfrm>
            <a:off x="5166360" y="2871216"/>
            <a:ext cx="4343400" cy="2322576"/>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36576" bIns="36576"/>
          <a:lstStyle/>
          <a:p>
            <a:pPr algn="l">
              <a:spcAft>
                <a:spcPts val="600"/>
              </a:spcAft>
            </a:pPr>
            <a:r>
              <a:rPr sz="1300" b="1">
                <a:solidFill>
                  <a:srgbClr val="595959"/>
                </a:solidFill>
                <a:latin typeface="HGPｺﾞｼｯｸE"/>
                <a:ea typeface="HGPｺﾞｼｯｸE"/>
              </a:rPr>
              <a:t>このページで言うこと</a:t>
            </a:r>
          </a:p>
          <a:p>
            <a:pPr algn="l">
              <a:spcAft>
                <a:spcPts val="600"/>
              </a:spcAft>
            </a:pPr>
            <a:r>
              <a:rPr sz="1300" b="1">
                <a:solidFill>
                  <a:srgbClr val="000000"/>
                </a:solidFill>
                <a:latin typeface="HGPｺﾞｼｯｸE"/>
                <a:ea typeface="HGPｺﾞｼｯｸE"/>
              </a:rPr>
              <a:t>表の数字は読まない。赤枠の「札幌市」だけを指す</a:t>
            </a:r>
          </a:p>
          <a:p>
            <a:pPr algn="l">
              <a:spcAft>
                <a:spcPts val="600"/>
              </a:spcAft>
            </a:pPr>
            <a:r>
              <a:rPr sz="1300" b="0">
                <a:solidFill>
                  <a:srgbClr val="000000"/>
                </a:solidFill>
                <a:latin typeface="HGPｺﾞｼｯｸE"/>
                <a:ea typeface="HGPｺﾞｼｯｸE"/>
              </a:rPr>
              <a:t>「日本で最も権威のある地震調査委員会のデータです」</a:t>
            </a:r>
          </a:p>
          <a:p>
            <a:pPr algn="l">
              <a:spcAft>
                <a:spcPts val="600"/>
              </a:spcAft>
            </a:pPr>
            <a:r>
              <a:rPr sz="1300" b="0">
                <a:solidFill>
                  <a:srgbClr val="000000"/>
                </a:solidFill>
                <a:latin typeface="HGPｺﾞｼｯｸE"/>
                <a:ea typeface="HGPｺﾞｼｯｸE"/>
              </a:rPr>
              <a:t>「2018年6月の発表で、札幌が全国で最下位でした」</a:t>
            </a:r>
          </a:p>
          <a:p>
            <a:pPr algn="l">
              <a:spcAft>
                <a:spcPts val="600"/>
              </a:spcAft>
            </a:pPr>
            <a:r>
              <a:rPr sz="1300" b="1">
                <a:solidFill>
                  <a:srgbClr val="FF0000"/>
                </a:solidFill>
                <a:latin typeface="HGPｺﾞｼｯｸE"/>
                <a:ea typeface="HGPｺﾞｼｯｸE"/>
              </a:rPr>
              <a:t>「ところが3か月後に、胆振東部地震が起きています」</a:t>
            </a:r>
          </a:p>
        </p:txBody>
      </p:sp>
      <p:sp>
        <p:nvSpPr>
          <p:cNvPr id="10" name="Rectangle 9"/>
          <p:cNvSpPr/>
          <p:nvPr/>
        </p:nvSpPr>
        <p:spPr>
          <a:xfrm>
            <a:off x="411480" y="5303520"/>
            <a:ext cx="9098280" cy="530352"/>
          </a:xfrm>
          <a:prstGeom prst="rect">
            <a:avLst/>
          </a:prstGeom>
          <a:solidFill>
            <a:srgbClr val="EAF1D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spcAft>
                <a:spcPts val="400"/>
              </a:spcAft>
            </a:pPr>
            <a:r>
              <a:rPr sz="1200" b="1">
                <a:solidFill>
                  <a:srgbClr val="595959"/>
                </a:solidFill>
                <a:latin typeface="HGPｺﾞｼｯｸE"/>
                <a:ea typeface="HGPｺﾞｼｯｸE"/>
              </a:rPr>
              <a:t>緑帯の結論（そのまま言い切る）　</a:t>
            </a:r>
            <a:r>
              <a:rPr sz="1500" b="1">
                <a:solidFill>
                  <a:srgbClr val="000000"/>
                </a:solidFill>
                <a:highlight>
                  <a:srgbClr val="FFFF00"/>
                </a:highlight>
                <a:latin typeface="HGPｺﾞｼｯｸE"/>
                <a:ea typeface="HGPｺﾞｼｯｸE"/>
              </a:rPr>
              <a:t>専門家ですら、いつ「もしものこと」が起きるのか分からない状況です</a:t>
            </a:r>
          </a:p>
        </p:txBody>
      </p:sp>
      <p:sp>
        <p:nvSpPr>
          <p:cNvPr id="11" name="Rectangle 10"/>
          <p:cNvSpPr/>
          <p:nvPr/>
        </p:nvSpPr>
        <p:spPr>
          <a:xfrm>
            <a:off x="411480" y="5925312"/>
            <a:ext cx="9098280" cy="457200"/>
          </a:xfrm>
          <a:prstGeom prst="rect">
            <a:avLst/>
          </a:prstGeom>
          <a:solidFill>
            <a:srgbClr val="FCE4E4"/>
          </a:solidFill>
          <a:ln w="12700">
            <a:solidFill>
              <a:srgbClr val="FF0000"/>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spcAft>
                <a:spcPts val="400"/>
              </a:spcAft>
            </a:pPr>
            <a:r>
              <a:rPr sz="1300" b="1">
                <a:solidFill>
                  <a:srgbClr val="FF0000"/>
                </a:solidFill>
                <a:latin typeface="HGPｺﾞｼｯｸE"/>
                <a:ea typeface="HGPｺﾞｼｯｸE"/>
              </a:rPr>
              <a:t>注意　</a:t>
            </a:r>
            <a:r>
              <a:rPr sz="1400" b="1">
                <a:solidFill>
                  <a:srgbClr val="000000"/>
                </a:solidFill>
                <a:latin typeface="HGPｺﾞｼｯｸE"/>
                <a:ea typeface="HGPｺﾞｼｯｸE"/>
              </a:rPr>
              <a:t>最後は「どこで起きるかは分からないですよね？」と質問で終える。断定で終えない</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ounded Rectangle 1"/>
          <p:cNvSpPr/>
          <p:nvPr/>
        </p:nvSpPr>
        <p:spPr>
          <a:xfrm>
            <a:off x="143560" y="692200"/>
            <a:ext cx="128016" cy="468172"/>
          </a:xfrm>
          <a:prstGeom prst="roundRect">
            <a:avLst/>
          </a:prstGeom>
          <a:solidFill>
            <a:srgbClr val="000000"/>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18211" y="672998"/>
            <a:ext cx="9052560" cy="523036"/>
          </a:xfrm>
          <a:prstGeom prst="rect">
            <a:avLst/>
          </a:prstGeom>
          <a:noFill/>
        </p:spPr>
        <p:txBody>
          <a:bodyPr wrap="square" anchor="t" lIns="0" rIns="0" tIns="18288" bIns="18288">
            <a:spAutoFit/>
          </a:bodyPr>
          <a:lstStyle/>
          <a:p>
            <a:pPr algn="l">
              <a:spcAft>
                <a:spcPts val="500"/>
              </a:spcAft>
            </a:pPr>
            <a:r>
              <a:rPr sz="2800" b="0">
                <a:solidFill>
                  <a:srgbClr val="000000"/>
                </a:solidFill>
                <a:latin typeface="HGP明朝E"/>
                <a:ea typeface="HGP明朝E"/>
              </a:rPr>
              <a:t>② 災害対策</a:t>
            </a:r>
          </a:p>
        </p:txBody>
      </p:sp>
      <p:sp>
        <p:nvSpPr>
          <p:cNvPr id="4" name="TextBox 3"/>
          <p:cNvSpPr txBox="1"/>
          <p:nvPr/>
        </p:nvSpPr>
        <p:spPr>
          <a:xfrm>
            <a:off x="7598664" y="6565392"/>
            <a:ext cx="2103120" cy="301752"/>
          </a:xfrm>
          <a:prstGeom prst="rect">
            <a:avLst/>
          </a:prstGeom>
          <a:noFill/>
        </p:spPr>
        <p:txBody>
          <a:bodyPr wrap="square" anchor="t" lIns="0" rIns="0" tIns="18288" bIns="18288">
            <a:spAutoFit/>
          </a:bodyPr>
          <a:lstStyle/>
          <a:p>
            <a:pPr algn="r">
              <a:spcAft>
                <a:spcPts val="500"/>
              </a:spcAft>
            </a:pPr>
            <a:r>
              <a:rPr sz="1200" b="0">
                <a:solidFill>
                  <a:srgbClr val="FFFFFF"/>
                </a:solidFill>
                <a:latin typeface="HGPｺﾞｼｯｸE"/>
                <a:ea typeface="HGPｺﾞｼｯｸE"/>
              </a:rPr>
              <a:t>19</a:t>
            </a:r>
          </a:p>
        </p:txBody>
      </p:sp>
      <p:sp>
        <p:nvSpPr>
          <p:cNvPr id="5" name="TextBox 4"/>
          <p:cNvSpPr txBox="1"/>
          <p:nvPr/>
        </p:nvSpPr>
        <p:spPr>
          <a:xfrm>
            <a:off x="411480" y="1243584"/>
            <a:ext cx="9098280" cy="411480"/>
          </a:xfrm>
          <a:prstGeom prst="rect">
            <a:avLst/>
          </a:prstGeom>
          <a:noFill/>
        </p:spPr>
        <p:txBody>
          <a:bodyPr wrap="square" anchor="t" lIns="0" rIns="0" tIns="18288" bIns="18288">
            <a:spAutoFit/>
          </a:bodyPr>
          <a:lstStyle/>
          <a:p>
            <a:pPr algn="l">
              <a:spcAft>
                <a:spcPts val="500"/>
              </a:spcAft>
            </a:pPr>
            <a:r>
              <a:rPr sz="2300" b="1">
                <a:solidFill>
                  <a:srgbClr val="000000"/>
                </a:solidFill>
                <a:latin typeface="HGPｺﾞｼｯｸE"/>
                <a:ea typeface="HGPｺﾞｼｯｸE"/>
              </a:rPr>
              <a:t>p.19　自然災害とともに停電被害はたくさん出ている</a:t>
            </a:r>
          </a:p>
        </p:txBody>
      </p:sp>
      <p:pic>
        <p:nvPicPr>
          <p:cNvPr id="6" name="Picture 5" descr="ab19.jpg"/>
          <p:cNvPicPr>
            <a:picLocks noChangeAspect="1"/>
          </p:cNvPicPr>
          <p:nvPr/>
        </p:nvPicPr>
        <p:blipFill>
          <a:blip r:embed="rId2"/>
          <a:stretch>
            <a:fillRect/>
          </a:stretch>
        </p:blipFill>
        <p:spPr>
          <a:xfrm>
            <a:off x="411480" y="1755648"/>
            <a:ext cx="4434840" cy="3069416"/>
          </a:xfrm>
          <a:prstGeom prst="rect">
            <a:avLst/>
          </a:prstGeom>
          <a:ln w="12700">
            <a:solidFill>
              <a:srgbClr val="808080"/>
            </a:solidFill>
          </a:ln>
        </p:spPr>
      </p:pic>
      <p:sp>
        <p:nvSpPr>
          <p:cNvPr id="7" name="TextBox 6"/>
          <p:cNvSpPr txBox="1"/>
          <p:nvPr/>
        </p:nvSpPr>
        <p:spPr>
          <a:xfrm>
            <a:off x="411480" y="4882896"/>
            <a:ext cx="4434840" cy="256032"/>
          </a:xfrm>
          <a:prstGeom prst="rect">
            <a:avLst/>
          </a:prstGeom>
          <a:noFill/>
        </p:spPr>
        <p:txBody>
          <a:bodyPr wrap="square" anchor="t" lIns="0" rIns="0" tIns="18288" bIns="18288">
            <a:spAutoFit/>
          </a:bodyPr>
          <a:lstStyle/>
          <a:p>
            <a:pPr algn="l">
              <a:spcAft>
                <a:spcPts val="500"/>
              </a:spcAft>
            </a:pPr>
            <a:r>
              <a:rPr sz="1100" b="0">
                <a:solidFill>
                  <a:srgbClr val="595959"/>
                </a:solidFill>
                <a:latin typeface="HGPｺﾞｼｯｸE"/>
                <a:ea typeface="HGPｺﾞｼｯｸE"/>
              </a:rPr>
              <a:t>アプローチブック p.19　自然災害と停電被害</a:t>
            </a:r>
          </a:p>
        </p:txBody>
      </p:sp>
      <p:sp>
        <p:nvSpPr>
          <p:cNvPr id="8" name="Rounded Rectangle 7"/>
          <p:cNvSpPr/>
          <p:nvPr/>
        </p:nvSpPr>
        <p:spPr>
          <a:xfrm>
            <a:off x="5166360" y="1755648"/>
            <a:ext cx="4343400" cy="1024128"/>
          </a:xfrm>
          <a:prstGeom prst="roundRect">
            <a:avLst/>
          </a:prstGeom>
          <a:solidFill>
            <a:srgbClr val="DEEBF7"/>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36576" bIns="36576"/>
          <a:lstStyle/>
          <a:p>
            <a:pPr algn="l">
              <a:spcAft>
                <a:spcPts val="500"/>
              </a:spcAft>
            </a:pPr>
            <a:r>
              <a:rPr sz="1200" b="1">
                <a:solidFill>
                  <a:srgbClr val="0070C0"/>
                </a:solidFill>
                <a:latin typeface="HGPｺﾞｼｯｸE"/>
                <a:ea typeface="HGPｺﾞｼｯｸE"/>
              </a:rPr>
              <a:t>引き出す反応（お客様の台詞）</a:t>
            </a:r>
          </a:p>
          <a:p>
            <a:pPr algn="l">
              <a:spcAft>
                <a:spcPts val="300"/>
              </a:spcAft>
            </a:pPr>
            <a:r>
              <a:rPr sz="1500" b="1">
                <a:solidFill>
                  <a:srgbClr val="000000"/>
                </a:solidFill>
                <a:latin typeface="HGPｺﾞｼｯｸE"/>
                <a:ea typeface="HGPｺﾞｼｯｸE"/>
              </a:rPr>
              <a:t>「備えておいた方が安心ですね」</a:t>
            </a:r>
          </a:p>
        </p:txBody>
      </p:sp>
      <p:sp>
        <p:nvSpPr>
          <p:cNvPr id="9" name="Rectangle 8"/>
          <p:cNvSpPr/>
          <p:nvPr/>
        </p:nvSpPr>
        <p:spPr>
          <a:xfrm>
            <a:off x="5166360" y="2871216"/>
            <a:ext cx="4343400" cy="2322576"/>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36576" bIns="36576"/>
          <a:lstStyle/>
          <a:p>
            <a:pPr algn="l">
              <a:spcAft>
                <a:spcPts val="600"/>
              </a:spcAft>
            </a:pPr>
            <a:r>
              <a:rPr sz="1300" b="1">
                <a:solidFill>
                  <a:srgbClr val="595959"/>
                </a:solidFill>
                <a:latin typeface="HGPｺﾞｼｯｸE"/>
                <a:ea typeface="HGPｺﾞｼｯｸE"/>
              </a:rPr>
              <a:t>このページで言うこと</a:t>
            </a:r>
          </a:p>
          <a:p>
            <a:pPr algn="l">
              <a:spcAft>
                <a:spcPts val="600"/>
              </a:spcAft>
            </a:pPr>
            <a:r>
              <a:rPr sz="1300" b="1">
                <a:solidFill>
                  <a:srgbClr val="000000"/>
                </a:solidFill>
                <a:latin typeface="HGPｺﾞｼｯｸE"/>
                <a:ea typeface="HGPｺﾞｼｯｸE"/>
              </a:rPr>
              <a:t>家のアイコンの数で「規模」を見せる。件数は1つだけ言う</a:t>
            </a:r>
          </a:p>
          <a:p>
            <a:pPr algn="l">
              <a:spcAft>
                <a:spcPts val="600"/>
              </a:spcAft>
            </a:pPr>
            <a:r>
              <a:rPr sz="1300" b="0">
                <a:solidFill>
                  <a:srgbClr val="000000"/>
                </a:solidFill>
                <a:latin typeface="HGPｺﾞｼｯｸE"/>
                <a:ea typeface="HGPｺﾞｼｯｸE"/>
              </a:rPr>
              <a:t>「北海道の地震では約300万戸。日本初のブラックアウト」</a:t>
            </a:r>
          </a:p>
          <a:p>
            <a:pPr algn="l">
              <a:spcAft>
                <a:spcPts val="600"/>
              </a:spcAft>
            </a:pPr>
            <a:r>
              <a:rPr sz="1300" b="0">
                <a:solidFill>
                  <a:srgbClr val="000000"/>
                </a:solidFill>
                <a:latin typeface="HGPｺﾞｼｯｸE"/>
                <a:ea typeface="HGPｺﾞｼｯｸE"/>
              </a:rPr>
              <a:t>「復旧まで2週間かかった地域もありました」</a:t>
            </a:r>
          </a:p>
          <a:p>
            <a:pPr algn="l">
              <a:spcAft>
                <a:spcPts val="600"/>
              </a:spcAft>
            </a:pPr>
            <a:r>
              <a:rPr sz="1300" b="1">
                <a:solidFill>
                  <a:srgbClr val="FF0000"/>
                </a:solidFill>
                <a:latin typeface="HGPｺﾞｼｯｸE"/>
                <a:ea typeface="HGPｺﾞｼｯｸE"/>
              </a:rPr>
              <a:t>食料は備蓄できるが、電気だけは備蓄できないと添える</a:t>
            </a:r>
          </a:p>
        </p:txBody>
      </p:sp>
      <p:sp>
        <p:nvSpPr>
          <p:cNvPr id="10" name="Rectangle 9"/>
          <p:cNvSpPr/>
          <p:nvPr/>
        </p:nvSpPr>
        <p:spPr>
          <a:xfrm>
            <a:off x="411480" y="5303520"/>
            <a:ext cx="9098280" cy="530352"/>
          </a:xfrm>
          <a:prstGeom prst="rect">
            <a:avLst/>
          </a:prstGeom>
          <a:solidFill>
            <a:srgbClr val="EAF1D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spcAft>
                <a:spcPts val="400"/>
              </a:spcAft>
            </a:pPr>
            <a:r>
              <a:rPr sz="1200" b="1">
                <a:solidFill>
                  <a:srgbClr val="595959"/>
                </a:solidFill>
                <a:latin typeface="HGPｺﾞｼｯｸE"/>
                <a:ea typeface="HGPｺﾞｼｯｸE"/>
              </a:rPr>
              <a:t>緑帯の結論（そのまま言い切る）　</a:t>
            </a:r>
            <a:r>
              <a:rPr sz="1500" b="1">
                <a:solidFill>
                  <a:srgbClr val="000000"/>
                </a:solidFill>
                <a:highlight>
                  <a:srgbClr val="FFFF00"/>
                </a:highlight>
                <a:latin typeface="HGPｺﾞｼｯｸE"/>
                <a:ea typeface="HGPｺﾞｼｯｸE"/>
              </a:rPr>
              <a:t>災害大国だからこそ、もしもの時には備える必要があるのです</a:t>
            </a:r>
          </a:p>
        </p:txBody>
      </p:sp>
      <p:sp>
        <p:nvSpPr>
          <p:cNvPr id="11" name="Rectangle 10"/>
          <p:cNvSpPr/>
          <p:nvPr/>
        </p:nvSpPr>
        <p:spPr>
          <a:xfrm>
            <a:off x="411480" y="5925312"/>
            <a:ext cx="9098280" cy="457200"/>
          </a:xfrm>
          <a:prstGeom prst="rect">
            <a:avLst/>
          </a:prstGeom>
          <a:solidFill>
            <a:srgbClr val="FCE4E4"/>
          </a:solidFill>
          <a:ln w="12700">
            <a:solidFill>
              <a:srgbClr val="FF0000"/>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spcAft>
                <a:spcPts val="400"/>
              </a:spcAft>
            </a:pPr>
            <a:r>
              <a:rPr sz="1300" b="1">
                <a:solidFill>
                  <a:srgbClr val="FF0000"/>
                </a:solidFill>
                <a:latin typeface="HGPｺﾞｼｯｸE"/>
                <a:ea typeface="HGPｺﾞｼｯｸE"/>
              </a:rPr>
              <a:t>注意　</a:t>
            </a:r>
            <a:r>
              <a:rPr sz="1400" b="1">
                <a:solidFill>
                  <a:srgbClr val="000000"/>
                </a:solidFill>
                <a:latin typeface="HGPｺﾞｼｯｸE"/>
                <a:ea typeface="HGPｺﾞｼｯｸE"/>
              </a:rPr>
              <a:t>南海トラフなど「これから」の話を膨らませない。1行触れて終わり</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ounded Rectangle 1"/>
          <p:cNvSpPr/>
          <p:nvPr/>
        </p:nvSpPr>
        <p:spPr>
          <a:xfrm>
            <a:off x="143560" y="692200"/>
            <a:ext cx="128016" cy="468172"/>
          </a:xfrm>
          <a:prstGeom prst="roundRect">
            <a:avLst/>
          </a:prstGeom>
          <a:solidFill>
            <a:srgbClr val="000000"/>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18211" y="672998"/>
            <a:ext cx="9052560" cy="523036"/>
          </a:xfrm>
          <a:prstGeom prst="rect">
            <a:avLst/>
          </a:prstGeom>
          <a:noFill/>
        </p:spPr>
        <p:txBody>
          <a:bodyPr wrap="square" anchor="t" lIns="0" rIns="0" tIns="18288" bIns="18288">
            <a:spAutoFit/>
          </a:bodyPr>
          <a:lstStyle/>
          <a:p>
            <a:pPr algn="l">
              <a:spcAft>
                <a:spcPts val="500"/>
              </a:spcAft>
            </a:pPr>
            <a:r>
              <a:rPr sz="2800" b="0">
                <a:solidFill>
                  <a:srgbClr val="000000"/>
                </a:solidFill>
                <a:latin typeface="HGP明朝E"/>
                <a:ea typeface="HGP明朝E"/>
              </a:rPr>
              <a:t>② 災害対策</a:t>
            </a:r>
          </a:p>
        </p:txBody>
      </p:sp>
      <p:sp>
        <p:nvSpPr>
          <p:cNvPr id="4" name="TextBox 3"/>
          <p:cNvSpPr txBox="1"/>
          <p:nvPr/>
        </p:nvSpPr>
        <p:spPr>
          <a:xfrm>
            <a:off x="7598664" y="6565392"/>
            <a:ext cx="2103120" cy="301752"/>
          </a:xfrm>
          <a:prstGeom prst="rect">
            <a:avLst/>
          </a:prstGeom>
          <a:noFill/>
        </p:spPr>
        <p:txBody>
          <a:bodyPr wrap="square" anchor="t" lIns="0" rIns="0" tIns="18288" bIns="18288">
            <a:spAutoFit/>
          </a:bodyPr>
          <a:lstStyle/>
          <a:p>
            <a:pPr algn="r">
              <a:spcAft>
                <a:spcPts val="500"/>
              </a:spcAft>
            </a:pPr>
            <a:r>
              <a:rPr sz="1200" b="0">
                <a:solidFill>
                  <a:srgbClr val="FFFFFF"/>
                </a:solidFill>
                <a:latin typeface="HGPｺﾞｼｯｸE"/>
                <a:ea typeface="HGPｺﾞｼｯｸE"/>
              </a:rPr>
              <a:t>20</a:t>
            </a:r>
          </a:p>
        </p:txBody>
      </p:sp>
      <p:sp>
        <p:nvSpPr>
          <p:cNvPr id="5" name="TextBox 4"/>
          <p:cNvSpPr txBox="1"/>
          <p:nvPr/>
        </p:nvSpPr>
        <p:spPr>
          <a:xfrm>
            <a:off x="411480" y="1243584"/>
            <a:ext cx="9098280" cy="411480"/>
          </a:xfrm>
          <a:prstGeom prst="rect">
            <a:avLst/>
          </a:prstGeom>
          <a:noFill/>
        </p:spPr>
        <p:txBody>
          <a:bodyPr wrap="square" anchor="t" lIns="0" rIns="0" tIns="18288" bIns="18288">
            <a:spAutoFit/>
          </a:bodyPr>
          <a:lstStyle/>
          <a:p>
            <a:pPr algn="l">
              <a:spcAft>
                <a:spcPts val="500"/>
              </a:spcAft>
            </a:pPr>
            <a:r>
              <a:rPr sz="2400" b="1">
                <a:solidFill>
                  <a:srgbClr val="000000"/>
                </a:solidFill>
                <a:latin typeface="HGPｺﾞｼｯｸE"/>
                <a:ea typeface="HGPｺﾞｼｯｸE"/>
              </a:rPr>
              <a:t>このあとに「ページのない1本」を挟みます</a:t>
            </a:r>
          </a:p>
        </p:txBody>
      </p:sp>
      <p:sp>
        <p:nvSpPr>
          <p:cNvPr id="6" name="Rectangle 5"/>
          <p:cNvSpPr/>
          <p:nvPr/>
        </p:nvSpPr>
        <p:spPr>
          <a:xfrm>
            <a:off x="411480" y="1755648"/>
            <a:ext cx="4526280" cy="1783080"/>
          </a:xfrm>
          <a:prstGeom prst="rect">
            <a:avLst/>
          </a:prstGeom>
          <a:solidFill>
            <a:srgbClr val="FFF2CC"/>
          </a:solidFill>
          <a:ln w="12700">
            <a:solidFill>
              <a:srgbClr val="BF8F00"/>
            </a:solid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36576" bIns="36576"/>
          <a:lstStyle/>
          <a:p>
            <a:pPr algn="ctr">
              <a:spcAft>
                <a:spcPts val="300"/>
              </a:spcAft>
            </a:pPr>
            <a:r>
              <a:rPr sz="1600" b="1">
                <a:solidFill>
                  <a:srgbClr val="000000"/>
                </a:solidFill>
                <a:latin typeface="HGPｺﾞｼｯｸE"/>
                <a:ea typeface="HGPｺﾞｼｯｸE"/>
              </a:rPr>
              <a:t>アプローチブックには</a:t>
            </a:r>
          </a:p>
          <a:p>
            <a:pPr algn="ctr">
              <a:spcAft>
                <a:spcPts val="1000"/>
              </a:spcAft>
            </a:pPr>
            <a:r>
              <a:rPr sz="1600" b="1">
                <a:solidFill>
                  <a:srgbClr val="FF0000"/>
                </a:solidFill>
                <a:latin typeface="HGPｺﾞｼｯｸE"/>
                <a:ea typeface="HGPｺﾞｼｯｸE"/>
              </a:rPr>
              <a:t>「備えるとどうなるか」のページがありません</a:t>
            </a:r>
          </a:p>
          <a:p>
            <a:pPr algn="l">
              <a:spcAft>
                <a:spcPts val="500"/>
              </a:spcAft>
            </a:pPr>
            <a:r>
              <a:rPr sz="1400" b="0">
                <a:solidFill>
                  <a:srgbClr val="000000"/>
                </a:solidFill>
                <a:latin typeface="HGPｺﾞｼｯｸE"/>
                <a:ea typeface="HGPｺﾞｼｯｸE"/>
              </a:rPr>
              <a:t>印刷された一般論では「うちの場合は？」に答えられないからです。</a:t>
            </a:r>
          </a:p>
        </p:txBody>
      </p:sp>
      <p:sp>
        <p:nvSpPr>
          <p:cNvPr id="7" name="Rectangle 6"/>
          <p:cNvSpPr/>
          <p:nvPr/>
        </p:nvSpPr>
        <p:spPr>
          <a:xfrm>
            <a:off x="5120640" y="1755648"/>
            <a:ext cx="4389120" cy="1783080"/>
          </a:xfrm>
          <a:prstGeom prst="rect">
            <a:avLst/>
          </a:prstGeom>
          <a:solidFill>
            <a:srgbClr val="EAF1DD"/>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36576" bIns="36576"/>
          <a:lstStyle/>
          <a:p>
            <a:pPr algn="l">
              <a:spcAft>
                <a:spcPts val="800"/>
              </a:spcAft>
            </a:pPr>
            <a:r>
              <a:rPr sz="1600" b="1">
                <a:solidFill>
                  <a:srgbClr val="000000"/>
                </a:solidFill>
                <a:latin typeface="HGPｺﾞｼｯｸE"/>
                <a:ea typeface="HGPｺﾞｼｯｸE"/>
              </a:rPr>
              <a:t>だから事例で話します</a:t>
            </a:r>
          </a:p>
          <a:p>
            <a:pPr algn="l">
              <a:spcAft>
                <a:spcPts val="300"/>
              </a:spcAft>
            </a:pPr>
            <a:r>
              <a:rPr sz="1400" b="0">
                <a:solidFill>
                  <a:srgbClr val="000000"/>
                </a:solidFill>
                <a:latin typeface="HGPｺﾞｼｯｸE"/>
                <a:ea typeface="HGPｺﾞｼｯｸE"/>
              </a:rPr>
              <a:t>✕「停電しても安心ですよ」</a:t>
            </a:r>
          </a:p>
          <a:p>
            <a:pPr algn="l">
              <a:spcAft>
                <a:spcPts val="800"/>
              </a:spcAft>
            </a:pPr>
            <a:r>
              <a:rPr sz="1200" b="0">
                <a:solidFill>
                  <a:srgbClr val="595959"/>
                </a:solidFill>
                <a:latin typeface="HGPｺﾞｼｯｸE"/>
                <a:ea typeface="HGPｺﾞｼｯｸE"/>
              </a:rPr>
              <a:t>　← 自分の意見。刺さらない</a:t>
            </a:r>
          </a:p>
          <a:p>
            <a:pPr algn="l">
              <a:spcAft>
                <a:spcPts val="500"/>
              </a:spcAft>
            </a:pPr>
            <a:r>
              <a:rPr sz="1400" b="1">
                <a:solidFill>
                  <a:srgbClr val="000000"/>
                </a:solidFill>
                <a:latin typeface="HGPｺﾞｼｯｸE"/>
                <a:ea typeface="HGPｺﾞｼｯｸE"/>
              </a:rPr>
              <a:t>○「実際に〇〇市のA様が、台風の停電で3日間、冷蔵庫と照明を動かせたそうです」</a:t>
            </a:r>
          </a:p>
        </p:txBody>
      </p:sp>
      <p:graphicFrame>
        <p:nvGraphicFramePr>
          <p:cNvPr id="8" name="Table 7"/>
          <p:cNvGraphicFramePr>
            <a:graphicFrameLocks noGrp="1"/>
          </p:cNvGraphicFramePr>
          <p:nvPr/>
        </p:nvGraphicFramePr>
        <p:xfrm>
          <a:off x="411480" y="3703320"/>
          <a:ext cx="9098278" cy="1609344"/>
        </p:xfrm>
        <a:graphic>
          <a:graphicData uri="http://schemas.openxmlformats.org/drawingml/2006/table">
            <a:tbl>
              <a:tblPr firstRow="1">
                <a:tableStyleId>{5C22544A-7EE6-4342-B048-85BDC9FD1C3A}</a:tableStyleId>
              </a:tblPr>
              <a:tblGrid>
                <a:gridCol w="1874519"/>
                <a:gridCol w="3246120"/>
                <a:gridCol w="3977639"/>
              </a:tblGrid>
              <a:tr h="292608">
                <a:tc>
                  <a:txBody>
                    <a:bodyPr wrap="square"/>
                    <a:lstStyle/>
                    <a:p>
                      <a:pPr algn="ctr"/>
                      <a:r>
                        <a:rPr sz="1200" b="1">
                          <a:solidFill>
                            <a:srgbClr val="FFFFFF"/>
                          </a:solidFill>
                          <a:latin typeface="游ゴシック"/>
                          <a:ea typeface="游ゴシック"/>
                        </a:rPr>
                        <a:t>事例の材料</a:t>
                      </a:r>
                    </a:p>
                  </a:txBody>
                  <a:tcPr marL="45720" marR="45720" marT="18288" marB="18288" anchor="ctr">
                    <a:solidFill>
                      <a:srgbClr val="000000"/>
                    </a:solidFill>
                  </a:tcPr>
                </a:tc>
                <a:tc>
                  <a:txBody>
                    <a:bodyPr wrap="square"/>
                    <a:lstStyle/>
                    <a:p>
                      <a:pPr algn="ctr"/>
                      <a:r>
                        <a:rPr sz="1200" b="1">
                          <a:solidFill>
                            <a:srgbClr val="FFFFFF"/>
                          </a:solidFill>
                          <a:latin typeface="游ゴシック"/>
                          <a:ea typeface="游ゴシック"/>
                        </a:rPr>
                        <a:t>中身</a:t>
                      </a:r>
                    </a:p>
                  </a:txBody>
                  <a:tcPr marL="45720" marR="45720" marT="18288" marB="18288" anchor="ctr">
                    <a:solidFill>
                      <a:srgbClr val="000000"/>
                    </a:solidFill>
                  </a:tcPr>
                </a:tc>
                <a:tc>
                  <a:txBody>
                    <a:bodyPr wrap="square"/>
                    <a:lstStyle/>
                    <a:p>
                      <a:pPr algn="ctr"/>
                      <a:r>
                        <a:rPr sz="1200" b="1">
                          <a:solidFill>
                            <a:srgbClr val="FFFFFF"/>
                          </a:solidFill>
                          <a:latin typeface="游ゴシック"/>
                          <a:ea typeface="游ゴシック"/>
                        </a:rPr>
                        <a:t>URL</a:t>
                      </a:r>
                    </a:p>
                  </a:txBody>
                  <a:tcPr marL="45720" marR="45720" marT="18288" marB="18288" anchor="ctr">
                    <a:solidFill>
                      <a:srgbClr val="000000"/>
                    </a:solidFill>
                  </a:tcPr>
                </a:tc>
              </a:tr>
              <a:tr h="438912">
                <a:tc>
                  <a:txBody>
                    <a:bodyPr wrap="square"/>
                    <a:lstStyle/>
                    <a:p>
                      <a:pPr algn="l"/>
                      <a:r>
                        <a:rPr sz="1200" b="0">
                          <a:solidFill>
                            <a:srgbClr val="000000"/>
                          </a:solidFill>
                          <a:latin typeface="游ゴシック"/>
                          <a:ea typeface="游ゴシック"/>
                        </a:rPr>
                        <a:t>自社の施工事例</a:t>
                      </a:r>
                    </a:p>
                  </a:txBody>
                  <a:tcPr marL="45720" marR="45720" marT="18288" marB="18288" anchor="ctr">
                    <a:noFill/>
                  </a:tcPr>
                </a:tc>
                <a:tc>
                  <a:txBody>
                    <a:bodyPr wrap="square"/>
                    <a:lstStyle/>
                    <a:p>
                      <a:pPr algn="l"/>
                      <a:r>
                        <a:rPr sz="1200" b="0">
                          <a:solidFill>
                            <a:srgbClr val="000000"/>
                          </a:solidFill>
                          <a:latin typeface="游ゴシック"/>
                          <a:ea typeface="游ゴシック"/>
                        </a:rPr>
                        <a:t>いちばん強い。地域が近いほど効く</a:t>
                      </a:r>
                    </a:p>
                  </a:txBody>
                  <a:tcPr marL="45720" marR="45720" marT="18288" marB="18288" anchor="ctr">
                    <a:noFill/>
                  </a:tcPr>
                </a:tc>
                <a:tc>
                  <a:txBody>
                    <a:bodyPr wrap="square"/>
                    <a:lstStyle/>
                    <a:p>
                      <a:pPr algn="l"/>
                      <a:r>
                        <a:rPr sz="1200" b="0">
                          <a:solidFill>
                            <a:srgbClr val="000000"/>
                          </a:solidFill>
                          <a:latin typeface="游ゴシック"/>
                          <a:ea typeface="游ゴシック"/>
                        </a:rPr>
                        <a:t>−</a:t>
                      </a:r>
                    </a:p>
                  </a:txBody>
                  <a:tcPr marL="45720" marR="45720" marT="18288" marB="18288" anchor="ctr">
                    <a:noFill/>
                  </a:tcPr>
                </a:tc>
              </a:tr>
              <a:tr h="438912">
                <a:tc>
                  <a:txBody>
                    <a:bodyPr wrap="square"/>
                    <a:lstStyle/>
                    <a:p>
                      <a:pPr algn="l"/>
                      <a:r>
                        <a:rPr sz="1200" b="0">
                          <a:solidFill>
                            <a:srgbClr val="000000"/>
                          </a:solidFill>
                          <a:latin typeface="游ゴシック"/>
                          <a:ea typeface="游ゴシック"/>
                        </a:rPr>
                        <a:t>Panasonic</a:t>
                      </a:r>
                    </a:p>
                  </a:txBody>
                  <a:tcPr marL="45720" marR="45720" marT="18288" marB="18288" anchor="ctr">
                    <a:noFill/>
                  </a:tcPr>
                </a:tc>
                <a:tc>
                  <a:txBody>
                    <a:bodyPr wrap="square"/>
                    <a:lstStyle/>
                    <a:p>
                      <a:pPr algn="l"/>
                      <a:r>
                        <a:rPr sz="1200" b="0">
                          <a:solidFill>
                            <a:srgbClr val="000000"/>
                          </a:solidFill>
                          <a:latin typeface="游ゴシック"/>
                          <a:ea typeface="游ゴシック"/>
                        </a:rPr>
                        <a:t>動画＋テキストの記事</a:t>
                      </a:r>
                    </a:p>
                  </a:txBody>
                  <a:tcPr marL="45720" marR="45720" marT="18288" marB="18288" anchor="ctr">
                    <a:noFill/>
                  </a:tcPr>
                </a:tc>
                <a:tc>
                  <a:txBody>
                    <a:bodyPr wrap="square"/>
                    <a:lstStyle/>
                    <a:p>
                      <a:pPr algn="l"/>
                      <a:r>
                        <a:rPr sz="1200" b="0">
                          <a:solidFill>
                            <a:srgbClr val="000000"/>
                          </a:solidFill>
                          <a:latin typeface="游ゴシック"/>
                          <a:ea typeface="游ゴシック"/>
                        </a:rPr>
                        <a:t>https://sumai.panasonic.jp/chikuden/</a:t>
                      </a:r>
                    </a:p>
                  </a:txBody>
                  <a:tcPr marL="45720" marR="45720" marT="18288" marB="18288" anchor="ctr">
                    <a:noFill/>
                  </a:tcPr>
                </a:tc>
              </a:tr>
              <a:tr h="438912">
                <a:tc>
                  <a:txBody>
                    <a:bodyPr wrap="square"/>
                    <a:lstStyle/>
                    <a:p>
                      <a:pPr algn="l"/>
                      <a:r>
                        <a:rPr sz="1200" b="0">
                          <a:solidFill>
                            <a:srgbClr val="000000"/>
                          </a:solidFill>
                          <a:latin typeface="游ゴシック"/>
                          <a:ea typeface="游ゴシック"/>
                        </a:rPr>
                        <a:t>SmartStar</a:t>
                      </a:r>
                    </a:p>
                  </a:txBody>
                  <a:tcPr marL="45720" marR="45720" marT="18288" marB="18288" anchor="ctr">
                    <a:noFill/>
                  </a:tcPr>
                </a:tc>
                <a:tc>
                  <a:txBody>
                    <a:bodyPr wrap="square"/>
                    <a:lstStyle/>
                    <a:p>
                      <a:pPr algn="l"/>
                      <a:r>
                        <a:rPr sz="1200" b="0">
                          <a:solidFill>
                            <a:srgbClr val="000000"/>
                          </a:solidFill>
                          <a:latin typeface="游ゴシック"/>
                          <a:ea typeface="游ゴシック"/>
                        </a:rPr>
                        <a:t>災害時の活用に特化した動画</a:t>
                      </a:r>
                    </a:p>
                  </a:txBody>
                  <a:tcPr marL="45720" marR="45720" marT="18288" marB="18288" anchor="ctr">
                    <a:noFill/>
                  </a:tcPr>
                </a:tc>
                <a:tc>
                  <a:txBody>
                    <a:bodyPr wrap="square"/>
                    <a:lstStyle/>
                    <a:p>
                      <a:pPr algn="l"/>
                      <a:r>
                        <a:rPr sz="1200" b="0">
                          <a:solidFill>
                            <a:srgbClr val="000000"/>
                          </a:solidFill>
                          <a:latin typeface="游ゴシック"/>
                          <a:ea typeface="游ゴシック"/>
                        </a:rPr>
                        <a:t>https://www.smartstar.jp/voice/</a:t>
                      </a:r>
                    </a:p>
                  </a:txBody>
                  <a:tcPr marL="45720" marR="45720" marT="18288" marB="18288" anchor="ctr">
                    <a:noFill/>
                  </a:tcPr>
                </a:tc>
              </a:tr>
            </a:tbl>
          </a:graphicData>
        </a:graphic>
      </p:graphicFrame>
      <p:sp>
        <p:nvSpPr>
          <p:cNvPr id="9" name="Rectangle 8"/>
          <p:cNvSpPr/>
          <p:nvPr/>
        </p:nvSpPr>
        <p:spPr>
          <a:xfrm>
            <a:off x="411480" y="5623560"/>
            <a:ext cx="9098280" cy="713232"/>
          </a:xfrm>
          <a:prstGeom prst="rect">
            <a:avLst/>
          </a:prstGeom>
          <a:solidFill>
            <a:srgbClr val="FCE4E4"/>
          </a:solidFill>
          <a:ln w="12700">
            <a:solidFill>
              <a:srgbClr val="FF0000"/>
            </a:solid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36576" bIns="36576"/>
          <a:lstStyle/>
          <a:p>
            <a:pPr algn="l">
              <a:spcAft>
                <a:spcPts val="400"/>
              </a:spcAft>
            </a:pPr>
            <a:r>
              <a:rPr sz="1600" b="1">
                <a:solidFill>
                  <a:srgbClr val="FF0000"/>
                </a:solidFill>
                <a:latin typeface="HGPｺﾞｼｯｸE"/>
                <a:ea typeface="HGPｺﾞｼｯｸE"/>
              </a:rPr>
              <a:t>②全体で3分。時計を見て測ってください。</a:t>
            </a:r>
          </a:p>
          <a:p>
            <a:pPr algn="l">
              <a:spcAft>
                <a:spcPts val="500"/>
              </a:spcAft>
            </a:pPr>
            <a:r>
              <a:rPr sz="1400" b="0">
                <a:solidFill>
                  <a:srgbClr val="000000"/>
                </a:solidFill>
                <a:latin typeface="HGPｺﾞｼｯｸE"/>
                <a:ea typeface="HGPｺﾞｼｯｸE"/>
              </a:rPr>
              <a:t>p.18が1分、p.19が1分、事例が1分。これを超えると、そのあとの話が入らなくなります。</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ounded Rectangle 1"/>
          <p:cNvSpPr/>
          <p:nvPr/>
        </p:nvSpPr>
        <p:spPr>
          <a:xfrm>
            <a:off x="143560" y="692200"/>
            <a:ext cx="128016" cy="468172"/>
          </a:xfrm>
          <a:prstGeom prst="roundRect">
            <a:avLst/>
          </a:prstGeom>
          <a:solidFill>
            <a:srgbClr val="000000"/>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18211" y="672998"/>
            <a:ext cx="9052560" cy="523036"/>
          </a:xfrm>
          <a:prstGeom prst="rect">
            <a:avLst/>
          </a:prstGeom>
          <a:noFill/>
        </p:spPr>
        <p:txBody>
          <a:bodyPr wrap="square" anchor="t" lIns="0" rIns="0" tIns="18288" bIns="18288">
            <a:spAutoFit/>
          </a:bodyPr>
          <a:lstStyle/>
          <a:p>
            <a:pPr algn="l">
              <a:spcAft>
                <a:spcPts val="500"/>
              </a:spcAft>
            </a:pPr>
            <a:r>
              <a:rPr sz="2800" b="0">
                <a:solidFill>
                  <a:srgbClr val="000000"/>
                </a:solidFill>
                <a:latin typeface="HGP明朝E"/>
                <a:ea typeface="HGP明朝E"/>
              </a:rPr>
              <a:t>通しで使う</a:t>
            </a:r>
          </a:p>
        </p:txBody>
      </p:sp>
      <p:sp>
        <p:nvSpPr>
          <p:cNvPr id="4" name="TextBox 3"/>
          <p:cNvSpPr txBox="1"/>
          <p:nvPr/>
        </p:nvSpPr>
        <p:spPr>
          <a:xfrm>
            <a:off x="7598664" y="6565392"/>
            <a:ext cx="2103120" cy="301752"/>
          </a:xfrm>
          <a:prstGeom prst="rect">
            <a:avLst/>
          </a:prstGeom>
          <a:noFill/>
        </p:spPr>
        <p:txBody>
          <a:bodyPr wrap="square" anchor="t" lIns="0" rIns="0" tIns="18288" bIns="18288">
            <a:spAutoFit/>
          </a:bodyPr>
          <a:lstStyle/>
          <a:p>
            <a:pPr algn="r">
              <a:spcAft>
                <a:spcPts val="500"/>
              </a:spcAft>
            </a:pPr>
            <a:r>
              <a:rPr sz="1200" b="0">
                <a:solidFill>
                  <a:srgbClr val="FFFFFF"/>
                </a:solidFill>
                <a:latin typeface="HGPｺﾞｼｯｸE"/>
                <a:ea typeface="HGPｺﾞｼｯｸE"/>
              </a:rPr>
              <a:t>21</a:t>
            </a:r>
          </a:p>
        </p:txBody>
      </p:sp>
      <p:sp>
        <p:nvSpPr>
          <p:cNvPr id="5" name="TextBox 4"/>
          <p:cNvSpPr txBox="1"/>
          <p:nvPr/>
        </p:nvSpPr>
        <p:spPr>
          <a:xfrm>
            <a:off x="411480" y="1243584"/>
            <a:ext cx="9098280" cy="411480"/>
          </a:xfrm>
          <a:prstGeom prst="rect">
            <a:avLst/>
          </a:prstGeom>
          <a:noFill/>
        </p:spPr>
        <p:txBody>
          <a:bodyPr wrap="square" anchor="t" lIns="0" rIns="0" tIns="18288" bIns="18288">
            <a:spAutoFit/>
          </a:bodyPr>
          <a:lstStyle/>
          <a:p>
            <a:pPr algn="l">
              <a:spcAft>
                <a:spcPts val="500"/>
              </a:spcAft>
            </a:pPr>
            <a:r>
              <a:rPr sz="2300" b="1">
                <a:solidFill>
                  <a:srgbClr val="000000"/>
                </a:solidFill>
                <a:latin typeface="HGPｺﾞｼｯｸE"/>
                <a:ea typeface="HGPｺﾞｼｯｸE"/>
              </a:rPr>
              <a:t>必要性訴求パートの時間配分（商談での目安）</a:t>
            </a:r>
          </a:p>
        </p:txBody>
      </p:sp>
      <p:sp>
        <p:nvSpPr>
          <p:cNvPr id="6" name="TextBox 5"/>
          <p:cNvSpPr txBox="1"/>
          <p:nvPr/>
        </p:nvSpPr>
        <p:spPr>
          <a:xfrm>
            <a:off x="411480" y="1700784"/>
            <a:ext cx="9098280" cy="292608"/>
          </a:xfrm>
          <a:prstGeom prst="rect">
            <a:avLst/>
          </a:prstGeom>
          <a:noFill/>
        </p:spPr>
        <p:txBody>
          <a:bodyPr wrap="square" anchor="t" lIns="0" rIns="0" tIns="18288" bIns="18288">
            <a:spAutoFit/>
          </a:bodyPr>
          <a:lstStyle/>
          <a:p>
            <a:pPr algn="l">
              <a:spcAft>
                <a:spcPts val="500"/>
              </a:spcAft>
            </a:pPr>
            <a:r>
              <a:rPr sz="1400" b="0">
                <a:solidFill>
                  <a:srgbClr val="595959"/>
                </a:solidFill>
                <a:latin typeface="HGPｺﾞｼｯｸE"/>
                <a:ea typeface="HGPｺﾞｼｯｸE"/>
              </a:rPr>
              <a:t>※ 研修の時間割ではありません。お客様との商談のうち、①②に使えるのは約25分です</a:t>
            </a:r>
          </a:p>
        </p:txBody>
      </p:sp>
      <p:sp>
        <p:nvSpPr>
          <p:cNvPr id="7" name="Rectangle 6"/>
          <p:cNvSpPr/>
          <p:nvPr/>
        </p:nvSpPr>
        <p:spPr>
          <a:xfrm>
            <a:off x="411480" y="2121408"/>
            <a:ext cx="1783080" cy="658368"/>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spcAft>
                <a:spcPts val="500"/>
              </a:spcAft>
            </a:pPr>
            <a:r>
              <a:rPr sz="1500" b="1">
                <a:solidFill>
                  <a:srgbClr val="000000"/>
                </a:solidFill>
                <a:latin typeface="HGPｺﾞｼｯｸE"/>
                <a:ea typeface="HGPｺﾞｼｯｸE"/>
              </a:rPr>
              <a:t>導入</a:t>
            </a:r>
          </a:p>
        </p:txBody>
      </p:sp>
      <p:sp>
        <p:nvSpPr>
          <p:cNvPr id="8" name="Rectangle 7"/>
          <p:cNvSpPr/>
          <p:nvPr/>
        </p:nvSpPr>
        <p:spPr>
          <a:xfrm>
            <a:off x="2286000" y="2121408"/>
            <a:ext cx="713232" cy="658368"/>
          </a:xfrm>
          <a:prstGeom prst="rect">
            <a:avLst/>
          </a:prstGeom>
          <a:solidFill>
            <a:srgbClr val="F2F2F2"/>
          </a:solidFill>
          <a:ln w="9525">
            <a:solidFill>
              <a:srgbClr val="808080"/>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spcAft>
                <a:spcPts val="500"/>
              </a:spcAft>
            </a:pPr>
            <a:r>
              <a:rPr sz="1800" b="1">
                <a:solidFill>
                  <a:srgbClr val="FF0000"/>
                </a:solidFill>
                <a:latin typeface="HGPｺﾞｼｯｸE"/>
                <a:ea typeface="HGPｺﾞｼｯｸE"/>
              </a:rPr>
              <a:t>2分</a:t>
            </a:r>
          </a:p>
        </p:txBody>
      </p:sp>
      <p:sp>
        <p:nvSpPr>
          <p:cNvPr id="9" name="TextBox 8"/>
          <p:cNvSpPr txBox="1"/>
          <p:nvPr/>
        </p:nvSpPr>
        <p:spPr>
          <a:xfrm>
            <a:off x="6400800" y="2121408"/>
            <a:ext cx="3108960" cy="658368"/>
          </a:xfrm>
          <a:prstGeom prst="rect">
            <a:avLst/>
          </a:prstGeom>
          <a:noFill/>
        </p:spPr>
        <p:txBody>
          <a:bodyPr wrap="square" anchor="ctr" lIns="0" rIns="0" tIns="18288" bIns="18288">
            <a:spAutoFit/>
          </a:bodyPr>
          <a:lstStyle/>
          <a:p>
            <a:pPr algn="l">
              <a:spcAft>
                <a:spcPts val="500"/>
              </a:spcAft>
            </a:pPr>
            <a:r>
              <a:rPr sz="1200" b="0">
                <a:solidFill>
                  <a:srgbClr val="000000"/>
                </a:solidFill>
                <a:latin typeface="HGPｺﾞｼｯｸE"/>
                <a:ea typeface="HGPｺﾞｼｯｸE"/>
              </a:rPr>
              <a:t>検針票の実額を聞く</a:t>
            </a:r>
          </a:p>
        </p:txBody>
      </p:sp>
      <p:sp>
        <p:nvSpPr>
          <p:cNvPr id="10" name="Rectangle 9"/>
          <p:cNvSpPr/>
          <p:nvPr/>
        </p:nvSpPr>
        <p:spPr>
          <a:xfrm>
            <a:off x="411480" y="2907791"/>
            <a:ext cx="1783080" cy="658368"/>
          </a:xfrm>
          <a:prstGeom prst="rect">
            <a:avLst/>
          </a:prstGeom>
          <a:solidFill>
            <a:srgbClr val="EAF1D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spcAft>
                <a:spcPts val="500"/>
              </a:spcAft>
            </a:pPr>
            <a:r>
              <a:rPr sz="1500" b="1">
                <a:solidFill>
                  <a:srgbClr val="000000"/>
                </a:solidFill>
                <a:latin typeface="HGPｺﾞｼｯｸE"/>
                <a:ea typeface="HGPｺﾞｼｯｸE"/>
              </a:rPr>
              <a:t>① 電気代</a:t>
            </a:r>
          </a:p>
        </p:txBody>
      </p:sp>
      <p:sp>
        <p:nvSpPr>
          <p:cNvPr id="11" name="Rectangle 10"/>
          <p:cNvSpPr/>
          <p:nvPr/>
        </p:nvSpPr>
        <p:spPr>
          <a:xfrm>
            <a:off x="2286000" y="2907791"/>
            <a:ext cx="3840480" cy="658368"/>
          </a:xfrm>
          <a:prstGeom prst="rect">
            <a:avLst/>
          </a:prstGeom>
          <a:solidFill>
            <a:srgbClr val="EAF1DD"/>
          </a:solidFill>
          <a:ln w="9525">
            <a:solidFill>
              <a:srgbClr val="808080"/>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spcAft>
                <a:spcPts val="500"/>
              </a:spcAft>
            </a:pPr>
            <a:r>
              <a:rPr sz="1800" b="1">
                <a:solidFill>
                  <a:srgbClr val="FF0000"/>
                </a:solidFill>
                <a:latin typeface="HGPｺﾞｼｯｸE"/>
                <a:ea typeface="HGPｺﾞｼｯｸE"/>
              </a:rPr>
              <a:t>20分</a:t>
            </a:r>
          </a:p>
        </p:txBody>
      </p:sp>
      <p:sp>
        <p:nvSpPr>
          <p:cNvPr id="12" name="TextBox 11"/>
          <p:cNvSpPr txBox="1"/>
          <p:nvPr/>
        </p:nvSpPr>
        <p:spPr>
          <a:xfrm>
            <a:off x="6400800" y="2907791"/>
            <a:ext cx="3108960" cy="658368"/>
          </a:xfrm>
          <a:prstGeom prst="rect">
            <a:avLst/>
          </a:prstGeom>
          <a:noFill/>
        </p:spPr>
        <p:txBody>
          <a:bodyPr wrap="square" anchor="ctr" lIns="0" rIns="0" tIns="18288" bIns="18288">
            <a:spAutoFit/>
          </a:bodyPr>
          <a:lstStyle/>
          <a:p>
            <a:pPr algn="l">
              <a:spcAft>
                <a:spcPts val="500"/>
              </a:spcAft>
            </a:pPr>
            <a:r>
              <a:rPr sz="1200" b="0">
                <a:solidFill>
                  <a:srgbClr val="000000"/>
                </a:solidFill>
                <a:latin typeface="HGPｺﾞｼｯｸE"/>
                <a:ea typeface="HGPｺﾞｼｯｸE"/>
              </a:rPr>
              <a:t>p.9 〜 p.17（9ページ）</a:t>
            </a:r>
          </a:p>
        </p:txBody>
      </p:sp>
      <p:sp>
        <p:nvSpPr>
          <p:cNvPr id="13" name="Rectangle 12"/>
          <p:cNvSpPr/>
          <p:nvPr/>
        </p:nvSpPr>
        <p:spPr>
          <a:xfrm>
            <a:off x="411480" y="3694176"/>
            <a:ext cx="1783080" cy="658368"/>
          </a:xfrm>
          <a:prstGeom prst="rect">
            <a:avLst/>
          </a:prstGeom>
          <a:solidFill>
            <a:srgbClr val="FFF2C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spcAft>
                <a:spcPts val="500"/>
              </a:spcAft>
            </a:pPr>
            <a:r>
              <a:rPr sz="1500" b="1">
                <a:solidFill>
                  <a:srgbClr val="000000"/>
                </a:solidFill>
                <a:latin typeface="HGPｺﾞｼｯｸE"/>
                <a:ea typeface="HGPｺﾞｼｯｸE"/>
              </a:rPr>
              <a:t>② 災害対策</a:t>
            </a:r>
          </a:p>
        </p:txBody>
      </p:sp>
      <p:sp>
        <p:nvSpPr>
          <p:cNvPr id="14" name="Rectangle 13"/>
          <p:cNvSpPr/>
          <p:nvPr/>
        </p:nvSpPr>
        <p:spPr>
          <a:xfrm>
            <a:off x="2286000" y="3694176"/>
            <a:ext cx="896112" cy="658368"/>
          </a:xfrm>
          <a:prstGeom prst="rect">
            <a:avLst/>
          </a:prstGeom>
          <a:solidFill>
            <a:srgbClr val="FFF2CC"/>
          </a:solidFill>
          <a:ln w="9525">
            <a:solidFill>
              <a:srgbClr val="808080"/>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spcAft>
                <a:spcPts val="500"/>
              </a:spcAft>
            </a:pPr>
            <a:r>
              <a:rPr sz="1800" b="1">
                <a:solidFill>
                  <a:srgbClr val="FF0000"/>
                </a:solidFill>
                <a:latin typeface="HGPｺﾞｼｯｸE"/>
                <a:ea typeface="HGPｺﾞｼｯｸE"/>
              </a:rPr>
              <a:t>3分</a:t>
            </a:r>
          </a:p>
        </p:txBody>
      </p:sp>
      <p:sp>
        <p:nvSpPr>
          <p:cNvPr id="15" name="TextBox 14"/>
          <p:cNvSpPr txBox="1"/>
          <p:nvPr/>
        </p:nvSpPr>
        <p:spPr>
          <a:xfrm>
            <a:off x="6400800" y="3694176"/>
            <a:ext cx="3108960" cy="658368"/>
          </a:xfrm>
          <a:prstGeom prst="rect">
            <a:avLst/>
          </a:prstGeom>
          <a:noFill/>
        </p:spPr>
        <p:txBody>
          <a:bodyPr wrap="square" anchor="ctr" lIns="0" rIns="0" tIns="18288" bIns="18288">
            <a:spAutoFit/>
          </a:bodyPr>
          <a:lstStyle/>
          <a:p>
            <a:pPr algn="l">
              <a:spcAft>
                <a:spcPts val="500"/>
              </a:spcAft>
            </a:pPr>
            <a:r>
              <a:rPr sz="1200" b="0">
                <a:solidFill>
                  <a:srgbClr val="000000"/>
                </a:solidFill>
                <a:latin typeface="HGPｺﾞｼｯｸE"/>
                <a:ea typeface="HGPｺﾞｼｯｸE"/>
              </a:rPr>
              <a:t>p.18・p.19 ＋ 事例1本</a:t>
            </a:r>
          </a:p>
        </p:txBody>
      </p:sp>
      <p:sp>
        <p:nvSpPr>
          <p:cNvPr id="16" name="Rectangle 15"/>
          <p:cNvSpPr/>
          <p:nvPr/>
        </p:nvSpPr>
        <p:spPr>
          <a:xfrm>
            <a:off x="411480" y="4480560"/>
            <a:ext cx="1783080" cy="658368"/>
          </a:xfrm>
          <a:prstGeom prst="rect">
            <a:avLst/>
          </a:prstGeom>
          <a:solidFill>
            <a:srgbClr val="EDEDE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spcAft>
                <a:spcPts val="500"/>
              </a:spcAft>
            </a:pPr>
            <a:r>
              <a:rPr sz="1500" b="1">
                <a:solidFill>
                  <a:srgbClr val="000000"/>
                </a:solidFill>
                <a:latin typeface="HGPｺﾞｼｯｸE"/>
                <a:ea typeface="HGPｺﾞｼｯｸE"/>
              </a:rPr>
              <a:t>③ 経済メリット</a:t>
            </a:r>
          </a:p>
        </p:txBody>
      </p:sp>
      <p:sp>
        <p:nvSpPr>
          <p:cNvPr id="17" name="Rectangle 16"/>
          <p:cNvSpPr/>
          <p:nvPr/>
        </p:nvSpPr>
        <p:spPr>
          <a:xfrm>
            <a:off x="2286000" y="4480560"/>
            <a:ext cx="2926080" cy="658368"/>
          </a:xfrm>
          <a:prstGeom prst="rect">
            <a:avLst/>
          </a:prstGeom>
          <a:solidFill>
            <a:srgbClr val="EDEDED"/>
          </a:solidFill>
          <a:ln w="9525">
            <a:solidFill>
              <a:srgbClr val="808080"/>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spcAft>
                <a:spcPts val="500"/>
              </a:spcAft>
            </a:pPr>
            <a:r>
              <a:rPr sz="1800" b="1">
                <a:solidFill>
                  <a:srgbClr val="FF0000"/>
                </a:solidFill>
                <a:latin typeface="HGPｺﾞｼｯｸE"/>
                <a:ea typeface="HGPｺﾞｼｯｸE"/>
              </a:rPr>
              <a:t>次回</a:t>
            </a:r>
          </a:p>
        </p:txBody>
      </p:sp>
      <p:sp>
        <p:nvSpPr>
          <p:cNvPr id="18" name="TextBox 17"/>
          <p:cNvSpPr txBox="1"/>
          <p:nvPr/>
        </p:nvSpPr>
        <p:spPr>
          <a:xfrm>
            <a:off x="6400800" y="4480560"/>
            <a:ext cx="3108960" cy="658368"/>
          </a:xfrm>
          <a:prstGeom prst="rect">
            <a:avLst/>
          </a:prstGeom>
          <a:noFill/>
        </p:spPr>
        <p:txBody>
          <a:bodyPr wrap="square" anchor="ctr" lIns="0" rIns="0" tIns="18288" bIns="18288">
            <a:spAutoFit/>
          </a:bodyPr>
          <a:lstStyle/>
          <a:p>
            <a:pPr algn="l">
              <a:spcAft>
                <a:spcPts val="500"/>
              </a:spcAft>
            </a:pPr>
            <a:r>
              <a:rPr sz="1200" b="0">
                <a:solidFill>
                  <a:srgbClr val="000000"/>
                </a:solidFill>
                <a:latin typeface="HGPｺﾞｼｯｸE"/>
                <a:ea typeface="HGPｺﾞｼｯｸE"/>
              </a:rPr>
              <a:t>p.20・p.21 ＋ シミュレーション</a:t>
            </a:r>
          </a:p>
        </p:txBody>
      </p:sp>
      <p:sp>
        <p:nvSpPr>
          <p:cNvPr id="19" name="Rectangle 18"/>
          <p:cNvSpPr/>
          <p:nvPr/>
        </p:nvSpPr>
        <p:spPr>
          <a:xfrm>
            <a:off x="411480" y="5358384"/>
            <a:ext cx="4389120" cy="969264"/>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36576" bIns="36576"/>
          <a:lstStyle/>
          <a:p>
            <a:pPr algn="l">
              <a:spcAft>
                <a:spcPts val="500"/>
              </a:spcAft>
            </a:pPr>
            <a:r>
              <a:rPr sz="1400" b="1">
                <a:solidFill>
                  <a:srgbClr val="000000"/>
                </a:solidFill>
                <a:latin typeface="HGPｺﾞｼｯｸE"/>
                <a:ea typeface="HGPｺﾞｼｯｸE"/>
              </a:rPr>
              <a:t>時間が押したときに削る順番</a:t>
            </a:r>
          </a:p>
          <a:p>
            <a:pPr algn="l">
              <a:spcAft>
                <a:spcPts val="300"/>
              </a:spcAft>
            </a:pPr>
            <a:r>
              <a:rPr sz="1400" b="1">
                <a:solidFill>
                  <a:srgbClr val="FF0000"/>
                </a:solidFill>
                <a:latin typeface="HGPｺﾞｼｯｸE"/>
                <a:ea typeface="HGPｺﾞｼｯｸE"/>
              </a:rPr>
              <a:t>p.16 → p.12 → p.11 → p.15 → p.10 → p.13</a:t>
            </a:r>
          </a:p>
          <a:p>
            <a:pPr algn="l">
              <a:spcAft>
                <a:spcPts val="500"/>
              </a:spcAft>
            </a:pPr>
            <a:r>
              <a:rPr sz="1300" b="0">
                <a:solidFill>
                  <a:srgbClr val="000000"/>
                </a:solidFill>
                <a:latin typeface="HGPｺﾞｼｯｸE"/>
                <a:ea typeface="HGPｺﾞｼｯｸE"/>
              </a:rPr>
              <a:t>p.9・p.14・p.17 は削らない</a:t>
            </a:r>
          </a:p>
        </p:txBody>
      </p:sp>
      <p:sp>
        <p:nvSpPr>
          <p:cNvPr id="20" name="Rectangle 19"/>
          <p:cNvSpPr/>
          <p:nvPr/>
        </p:nvSpPr>
        <p:spPr>
          <a:xfrm>
            <a:off x="5120640" y="5358384"/>
            <a:ext cx="4389120" cy="969264"/>
          </a:xfrm>
          <a:prstGeom prst="rect">
            <a:avLst/>
          </a:prstGeom>
          <a:solidFill>
            <a:srgbClr val="FCE4E4"/>
          </a:solidFill>
          <a:ln w="12700">
            <a:solidFill>
              <a:srgbClr val="FF0000"/>
            </a:solid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36576" bIns="36576"/>
          <a:lstStyle/>
          <a:p>
            <a:pPr algn="l">
              <a:spcAft>
                <a:spcPts val="500"/>
              </a:spcAft>
            </a:pPr>
            <a:r>
              <a:rPr sz="1400" b="1">
                <a:solidFill>
                  <a:srgbClr val="FF0000"/>
                </a:solidFill>
                <a:latin typeface="HGPｺﾞｼｯｸE"/>
                <a:ea typeface="HGPｺﾞｼｯｸE"/>
              </a:rPr>
              <a:t>いちばん多い失敗</a:t>
            </a:r>
          </a:p>
          <a:p>
            <a:pPr algn="l">
              <a:spcAft>
                <a:spcPts val="300"/>
              </a:spcAft>
            </a:pPr>
            <a:r>
              <a:rPr sz="1400" b="0">
                <a:solidFill>
                  <a:srgbClr val="000000"/>
                </a:solidFill>
                <a:latin typeface="HGPｺﾞｼｯｸE"/>
                <a:ea typeface="HGPｺﾞｼｯｸE"/>
              </a:rPr>
              <a:t>①で30分以上かけてしまい、</a:t>
            </a:r>
          </a:p>
          <a:p>
            <a:pPr algn="l">
              <a:spcAft>
                <a:spcPts val="500"/>
              </a:spcAft>
            </a:pPr>
            <a:r>
              <a:rPr sz="1400" b="1">
                <a:solidFill>
                  <a:srgbClr val="000000"/>
                </a:solidFill>
                <a:latin typeface="HGPｺﾞｼｯｸE"/>
                <a:ea typeface="HGPｺﾞｼｯｸE"/>
              </a:rPr>
              <a:t>②の災害対策が飛んでしまう</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ounded Rectangle 1"/>
          <p:cNvSpPr/>
          <p:nvPr/>
        </p:nvSpPr>
        <p:spPr>
          <a:xfrm>
            <a:off x="143560" y="692200"/>
            <a:ext cx="128016" cy="468172"/>
          </a:xfrm>
          <a:prstGeom prst="roundRect">
            <a:avLst/>
          </a:prstGeom>
          <a:solidFill>
            <a:srgbClr val="000000"/>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18211" y="672998"/>
            <a:ext cx="9052560" cy="523036"/>
          </a:xfrm>
          <a:prstGeom prst="rect">
            <a:avLst/>
          </a:prstGeom>
          <a:noFill/>
        </p:spPr>
        <p:txBody>
          <a:bodyPr wrap="square" anchor="t" lIns="0" rIns="0" tIns="18288" bIns="18288">
            <a:spAutoFit/>
          </a:bodyPr>
          <a:lstStyle/>
          <a:p>
            <a:pPr algn="l">
              <a:spcAft>
                <a:spcPts val="500"/>
              </a:spcAft>
            </a:pPr>
            <a:r>
              <a:rPr sz="2800" b="0">
                <a:solidFill>
                  <a:srgbClr val="000000"/>
                </a:solidFill>
                <a:latin typeface="HGP明朝E"/>
                <a:ea typeface="HGP明朝E"/>
              </a:rPr>
              <a:t>通しで使う</a:t>
            </a:r>
          </a:p>
        </p:txBody>
      </p:sp>
      <p:sp>
        <p:nvSpPr>
          <p:cNvPr id="4" name="TextBox 3"/>
          <p:cNvSpPr txBox="1"/>
          <p:nvPr/>
        </p:nvSpPr>
        <p:spPr>
          <a:xfrm>
            <a:off x="7598664" y="6565392"/>
            <a:ext cx="2103120" cy="301752"/>
          </a:xfrm>
          <a:prstGeom prst="rect">
            <a:avLst/>
          </a:prstGeom>
          <a:noFill/>
        </p:spPr>
        <p:txBody>
          <a:bodyPr wrap="square" anchor="t" lIns="0" rIns="0" tIns="18288" bIns="18288">
            <a:spAutoFit/>
          </a:bodyPr>
          <a:lstStyle/>
          <a:p>
            <a:pPr algn="r">
              <a:spcAft>
                <a:spcPts val="500"/>
              </a:spcAft>
            </a:pPr>
            <a:r>
              <a:rPr sz="1200" b="0">
                <a:solidFill>
                  <a:srgbClr val="FFFFFF"/>
                </a:solidFill>
                <a:latin typeface="HGPｺﾞｼｯｸE"/>
                <a:ea typeface="HGPｺﾞｼｯｸE"/>
              </a:rPr>
              <a:t>22</a:t>
            </a:r>
          </a:p>
        </p:txBody>
      </p:sp>
      <p:sp>
        <p:nvSpPr>
          <p:cNvPr id="5" name="TextBox 4"/>
          <p:cNvSpPr txBox="1"/>
          <p:nvPr/>
        </p:nvSpPr>
        <p:spPr>
          <a:xfrm>
            <a:off x="411480" y="1243584"/>
            <a:ext cx="9098280" cy="411480"/>
          </a:xfrm>
          <a:prstGeom prst="rect">
            <a:avLst/>
          </a:prstGeom>
          <a:noFill/>
        </p:spPr>
        <p:txBody>
          <a:bodyPr wrap="square" anchor="t" lIns="0" rIns="0" tIns="18288" bIns="18288">
            <a:spAutoFit/>
          </a:bodyPr>
          <a:lstStyle/>
          <a:p>
            <a:pPr algn="l">
              <a:spcAft>
                <a:spcPts val="500"/>
              </a:spcAft>
            </a:pPr>
            <a:r>
              <a:rPr sz="2400" b="1">
                <a:solidFill>
                  <a:srgbClr val="000000"/>
                </a:solidFill>
                <a:latin typeface="HGPｺﾞｼｯｸE"/>
                <a:ea typeface="HGPｺﾞｼｯｸE"/>
              </a:rPr>
              <a:t>めくり方のNG集</a:t>
            </a:r>
          </a:p>
        </p:txBody>
      </p:sp>
      <p:sp>
        <p:nvSpPr>
          <p:cNvPr id="6" name="TextBox 5"/>
          <p:cNvSpPr txBox="1"/>
          <p:nvPr/>
        </p:nvSpPr>
        <p:spPr>
          <a:xfrm>
            <a:off x="411480" y="1700784"/>
            <a:ext cx="9098280" cy="292608"/>
          </a:xfrm>
          <a:prstGeom prst="rect">
            <a:avLst/>
          </a:prstGeom>
          <a:noFill/>
        </p:spPr>
        <p:txBody>
          <a:bodyPr wrap="square" anchor="t" lIns="0" rIns="0" tIns="18288" bIns="18288">
            <a:spAutoFit/>
          </a:bodyPr>
          <a:lstStyle/>
          <a:p>
            <a:pPr algn="l">
              <a:spcAft>
                <a:spcPts val="500"/>
              </a:spcAft>
            </a:pPr>
            <a:r>
              <a:rPr sz="1400" b="0">
                <a:solidFill>
                  <a:srgbClr val="595959"/>
                </a:solidFill>
                <a:latin typeface="HGPｺﾞｼｯｸE"/>
                <a:ea typeface="HGPｺﾞｼｯｸE"/>
              </a:rPr>
              <a:t>ロープレで実際に多い5つです。自分に当てはまるものに印をつけてください</a:t>
            </a:r>
          </a:p>
        </p:txBody>
      </p:sp>
      <p:graphicFrame>
        <p:nvGraphicFramePr>
          <p:cNvPr id="7" name="Table 6"/>
          <p:cNvGraphicFramePr>
            <a:graphicFrameLocks noGrp="1"/>
          </p:cNvGraphicFramePr>
          <p:nvPr/>
        </p:nvGraphicFramePr>
        <p:xfrm>
          <a:off x="411480" y="2103120"/>
          <a:ext cx="9098280" cy="3694176"/>
        </p:xfrm>
        <a:graphic>
          <a:graphicData uri="http://schemas.openxmlformats.org/drawingml/2006/table">
            <a:tbl>
              <a:tblPr firstRow="1">
                <a:tableStyleId>{5C22544A-7EE6-4342-B048-85BDC9FD1C3A}</a:tableStyleId>
              </a:tblPr>
              <a:tblGrid>
                <a:gridCol w="2560320"/>
                <a:gridCol w="3291840"/>
                <a:gridCol w="3246120"/>
              </a:tblGrid>
              <a:tr h="310896">
                <a:tc>
                  <a:txBody>
                    <a:bodyPr wrap="square"/>
                    <a:lstStyle/>
                    <a:p>
                      <a:pPr algn="ctr"/>
                      <a:r>
                        <a:rPr sz="1250" b="1">
                          <a:solidFill>
                            <a:srgbClr val="FFFFFF"/>
                          </a:solidFill>
                          <a:latin typeface="游ゴシック"/>
                          <a:ea typeface="游ゴシック"/>
                        </a:rPr>
                        <a:t>✕ やりがちなこと</a:t>
                      </a:r>
                    </a:p>
                  </a:txBody>
                  <a:tcPr marL="45720" marR="45720" marT="18288" marB="18288" anchor="ctr">
                    <a:solidFill>
                      <a:srgbClr val="000000"/>
                    </a:solidFill>
                  </a:tcPr>
                </a:tc>
                <a:tc>
                  <a:txBody>
                    <a:bodyPr wrap="square"/>
                    <a:lstStyle/>
                    <a:p>
                      <a:pPr algn="ctr"/>
                      <a:r>
                        <a:rPr sz="1250" b="1">
                          <a:solidFill>
                            <a:srgbClr val="FFFFFF"/>
                          </a:solidFill>
                          <a:latin typeface="游ゴシック"/>
                          <a:ea typeface="游ゴシック"/>
                        </a:rPr>
                        <a:t>なぜまずいか</a:t>
                      </a:r>
                    </a:p>
                  </a:txBody>
                  <a:tcPr marL="45720" marR="45720" marT="18288" marB="18288" anchor="ctr">
                    <a:solidFill>
                      <a:srgbClr val="000000"/>
                    </a:solidFill>
                  </a:tcPr>
                </a:tc>
                <a:tc>
                  <a:txBody>
                    <a:bodyPr wrap="square"/>
                    <a:lstStyle/>
                    <a:p>
                      <a:pPr algn="ctr"/>
                      <a:r>
                        <a:rPr sz="1250" b="1">
                          <a:solidFill>
                            <a:srgbClr val="FFFFFF"/>
                          </a:solidFill>
                          <a:latin typeface="游ゴシック"/>
                          <a:ea typeface="游ゴシック"/>
                        </a:rPr>
                        <a:t>○ こうする</a:t>
                      </a:r>
                    </a:p>
                  </a:txBody>
                  <a:tcPr marL="45720" marR="45720" marT="18288" marB="18288" anchor="ctr">
                    <a:solidFill>
                      <a:srgbClr val="000000"/>
                    </a:solidFill>
                  </a:tcPr>
                </a:tc>
              </a:tr>
              <a:tr h="676656">
                <a:tc>
                  <a:txBody>
                    <a:bodyPr wrap="square"/>
                    <a:lstStyle/>
                    <a:p>
                      <a:pPr algn="l"/>
                      <a:r>
                        <a:rPr sz="1250" b="1">
                          <a:solidFill>
                            <a:srgbClr val="000000"/>
                          </a:solidFill>
                          <a:latin typeface="游ゴシック"/>
                          <a:ea typeface="游ゴシック"/>
                        </a:rPr>
                        <a:t>リード文を全部読み上げる</a:t>
                      </a:r>
                    </a:p>
                  </a:txBody>
                  <a:tcPr marL="45720" marR="45720" marT="18288" marB="18288" anchor="ctr">
                    <a:noFill/>
                  </a:tcPr>
                </a:tc>
                <a:tc>
                  <a:txBody>
                    <a:bodyPr wrap="square"/>
                    <a:lstStyle/>
                    <a:p>
                      <a:pPr algn="l"/>
                      <a:r>
                        <a:rPr sz="1250" b="0">
                          <a:solidFill>
                            <a:srgbClr val="000000"/>
                          </a:solidFill>
                          <a:latin typeface="游ゴシック"/>
                          <a:ea typeface="游ゴシック"/>
                        </a:rPr>
                        <a:t>読める文字を読まれると、聞くのをやめる</a:t>
                      </a:r>
                    </a:p>
                  </a:txBody>
                  <a:tcPr marL="45720" marR="45720" marT="18288" marB="18288" anchor="ctr">
                    <a:noFill/>
                  </a:tcPr>
                </a:tc>
                <a:tc>
                  <a:txBody>
                    <a:bodyPr wrap="square"/>
                    <a:lstStyle/>
                    <a:p>
                      <a:pPr algn="l"/>
                      <a:r>
                        <a:rPr sz="1250" b="1">
                          <a:solidFill>
                            <a:srgbClr val="000000"/>
                          </a:solidFill>
                          <a:latin typeface="游ゴシック"/>
                          <a:ea typeface="游ゴシック"/>
                        </a:rPr>
                        <a:t>要点を1文に縮めて、自分の言葉で言う</a:t>
                      </a:r>
                    </a:p>
                  </a:txBody>
                  <a:tcPr marL="45720" marR="45720" marT="18288" marB="18288" anchor="ctr">
                    <a:noFill/>
                  </a:tcPr>
                </a:tc>
              </a:tr>
              <a:tr h="676656">
                <a:tc>
                  <a:txBody>
                    <a:bodyPr wrap="square"/>
                    <a:lstStyle/>
                    <a:p>
                      <a:pPr algn="l"/>
                      <a:r>
                        <a:rPr sz="1250" b="1">
                          <a:solidFill>
                            <a:srgbClr val="000000"/>
                          </a:solidFill>
                          <a:latin typeface="游ゴシック"/>
                          <a:ea typeface="游ゴシック"/>
                        </a:rPr>
                        <a:t>グラフの棒を端から順に説明する</a:t>
                      </a:r>
                    </a:p>
                  </a:txBody>
                  <a:tcPr marL="45720" marR="45720" marT="18288" marB="18288" anchor="ctr">
                    <a:noFill/>
                  </a:tcPr>
                </a:tc>
                <a:tc>
                  <a:txBody>
                    <a:bodyPr wrap="square"/>
                    <a:lstStyle/>
                    <a:p>
                      <a:pPr algn="l"/>
                      <a:r>
                        <a:rPr sz="1250" b="0">
                          <a:solidFill>
                            <a:srgbClr val="000000"/>
                          </a:solidFill>
                          <a:latin typeface="游ゴシック"/>
                          <a:ea typeface="游ゴシック"/>
                        </a:rPr>
                        <a:t>数字が多すぎて、どれが重要か分からない</a:t>
                      </a:r>
                    </a:p>
                  </a:txBody>
                  <a:tcPr marL="45720" marR="45720" marT="18288" marB="18288" anchor="ctr">
                    <a:noFill/>
                  </a:tcPr>
                </a:tc>
                <a:tc>
                  <a:txBody>
                    <a:bodyPr wrap="square"/>
                    <a:lstStyle/>
                    <a:p>
                      <a:pPr algn="l"/>
                      <a:r>
                        <a:rPr sz="1250" b="1">
                          <a:solidFill>
                            <a:srgbClr val="000000"/>
                          </a:solidFill>
                          <a:latin typeface="游ゴシック"/>
                          <a:ea typeface="游ゴシック"/>
                        </a:rPr>
                        <a:t>指でさして、数字は1ページ1つだけ</a:t>
                      </a:r>
                    </a:p>
                  </a:txBody>
                  <a:tcPr marL="45720" marR="45720" marT="18288" marB="18288" anchor="ctr">
                    <a:noFill/>
                  </a:tcPr>
                </a:tc>
              </a:tr>
              <a:tr h="676656">
                <a:tc>
                  <a:txBody>
                    <a:bodyPr wrap="square"/>
                    <a:lstStyle/>
                    <a:p>
                      <a:pPr algn="l"/>
                      <a:r>
                        <a:rPr sz="1250" b="1">
                          <a:solidFill>
                            <a:srgbClr val="000000"/>
                          </a:solidFill>
                          <a:latin typeface="游ゴシック"/>
                          <a:ea typeface="游ゴシック"/>
                        </a:rPr>
                        <a:t>全国平均のまま話す</a:t>
                      </a:r>
                    </a:p>
                  </a:txBody>
                  <a:tcPr marL="45720" marR="45720" marT="18288" marB="18288" anchor="ctr">
                    <a:noFill/>
                  </a:tcPr>
                </a:tc>
                <a:tc>
                  <a:txBody>
                    <a:bodyPr wrap="square"/>
                    <a:lstStyle/>
                    <a:p>
                      <a:pPr algn="l"/>
                      <a:r>
                        <a:rPr sz="1250" b="0">
                          <a:solidFill>
                            <a:srgbClr val="000000"/>
                          </a:solidFill>
                          <a:latin typeface="游ゴシック"/>
                          <a:ea typeface="游ゴシック"/>
                        </a:rPr>
                        <a:t>「うちは違う」と思われ、他人事になる</a:t>
                      </a:r>
                    </a:p>
                  </a:txBody>
                  <a:tcPr marL="45720" marR="45720" marT="18288" marB="18288" anchor="ctr">
                    <a:noFill/>
                  </a:tcPr>
                </a:tc>
                <a:tc>
                  <a:txBody>
                    <a:bodyPr wrap="square"/>
                    <a:lstStyle/>
                    <a:p>
                      <a:pPr algn="l"/>
                      <a:r>
                        <a:rPr sz="1250" b="1">
                          <a:solidFill>
                            <a:srgbClr val="000000"/>
                          </a:solidFill>
                          <a:latin typeface="游ゴシック"/>
                          <a:ea typeface="游ゴシック"/>
                        </a:rPr>
                        <a:t>検針票の実額に置き換えて話す</a:t>
                      </a:r>
                    </a:p>
                  </a:txBody>
                  <a:tcPr marL="45720" marR="45720" marT="18288" marB="18288" anchor="ctr">
                    <a:noFill/>
                  </a:tcPr>
                </a:tc>
              </a:tr>
              <a:tr h="676656">
                <a:tc>
                  <a:txBody>
                    <a:bodyPr wrap="square"/>
                    <a:lstStyle/>
                    <a:p>
                      <a:pPr algn="l"/>
                      <a:r>
                        <a:rPr sz="1250" b="1">
                          <a:solidFill>
                            <a:srgbClr val="000000"/>
                          </a:solidFill>
                          <a:latin typeface="游ゴシック"/>
                          <a:ea typeface="游ゴシック"/>
                        </a:rPr>
                        <a:t>緑帯を飛ばして次のページへ</a:t>
                      </a:r>
                    </a:p>
                  </a:txBody>
                  <a:tcPr marL="45720" marR="45720" marT="18288" marB="18288" anchor="ctr">
                    <a:noFill/>
                  </a:tcPr>
                </a:tc>
                <a:tc>
                  <a:txBody>
                    <a:bodyPr wrap="square"/>
                    <a:lstStyle/>
                    <a:p>
                      <a:pPr algn="l"/>
                      <a:r>
                        <a:rPr sz="1250" b="0">
                          <a:solidFill>
                            <a:srgbClr val="000000"/>
                          </a:solidFill>
                          <a:latin typeface="游ゴシック"/>
                          <a:ea typeface="游ゴシック"/>
                        </a:rPr>
                        <a:t>結論が無いまま進むので、何も残らない</a:t>
                      </a:r>
                    </a:p>
                  </a:txBody>
                  <a:tcPr marL="45720" marR="45720" marT="18288" marB="18288" anchor="ctr">
                    <a:noFill/>
                  </a:tcPr>
                </a:tc>
                <a:tc>
                  <a:txBody>
                    <a:bodyPr wrap="square"/>
                    <a:lstStyle/>
                    <a:p>
                      <a:pPr algn="l"/>
                      <a:r>
                        <a:rPr sz="1250" b="1">
                          <a:solidFill>
                            <a:srgbClr val="000000"/>
                          </a:solidFill>
                          <a:latin typeface="游ゴシック"/>
                          <a:ea typeface="游ゴシック"/>
                        </a:rPr>
                        <a:t>緑帯は必ず声に出して言い切る</a:t>
                      </a:r>
                    </a:p>
                  </a:txBody>
                  <a:tcPr marL="45720" marR="45720" marT="18288" marB="18288" anchor="ctr">
                    <a:noFill/>
                  </a:tcPr>
                </a:tc>
              </a:tr>
              <a:tr h="676656">
                <a:tc>
                  <a:txBody>
                    <a:bodyPr wrap="square"/>
                    <a:lstStyle/>
                    <a:p>
                      <a:pPr algn="l"/>
                      <a:r>
                        <a:rPr sz="1250" b="1">
                          <a:solidFill>
                            <a:srgbClr val="000000"/>
                          </a:solidFill>
                          <a:latin typeface="游ゴシック"/>
                          <a:ea typeface="游ゴシック"/>
                        </a:rPr>
                        <a:t>災害の話を5分以上する</a:t>
                      </a:r>
                    </a:p>
                  </a:txBody>
                  <a:tcPr marL="45720" marR="45720" marT="18288" marB="18288" anchor="ctr">
                    <a:noFill/>
                  </a:tcPr>
                </a:tc>
                <a:tc>
                  <a:txBody>
                    <a:bodyPr wrap="square"/>
                    <a:lstStyle/>
                    <a:p>
                      <a:pPr algn="l"/>
                      <a:r>
                        <a:rPr sz="1250" b="0">
                          <a:solidFill>
                            <a:srgbClr val="000000"/>
                          </a:solidFill>
                          <a:latin typeface="游ゴシック"/>
                          <a:ea typeface="游ゴシック"/>
                        </a:rPr>
                        <a:t>場が暗くなり、そのあとの提案が入らない</a:t>
                      </a:r>
                    </a:p>
                  </a:txBody>
                  <a:tcPr marL="45720" marR="45720" marT="18288" marB="18288" anchor="ctr">
                    <a:noFill/>
                  </a:tcPr>
                </a:tc>
                <a:tc>
                  <a:txBody>
                    <a:bodyPr wrap="square"/>
                    <a:lstStyle/>
                    <a:p>
                      <a:pPr algn="l"/>
                      <a:r>
                        <a:rPr sz="1250" b="1">
                          <a:solidFill>
                            <a:srgbClr val="000000"/>
                          </a:solidFill>
                          <a:latin typeface="游ゴシック"/>
                          <a:ea typeface="游ゴシック"/>
                        </a:rPr>
                        <a:t>3分で抜ける。事実と第三者で話す</a:t>
                      </a:r>
                    </a:p>
                  </a:txBody>
                  <a:tcPr marL="45720" marR="45720" marT="18288" marB="18288" anchor="ctr">
                    <a:noFill/>
                  </a:tcPr>
                </a:tc>
              </a:tr>
            </a:tbl>
          </a:graphicData>
        </a:graphic>
      </p:graphicFrame>
      <p:sp>
        <p:nvSpPr>
          <p:cNvPr id="8" name="Rectangle 7"/>
          <p:cNvSpPr/>
          <p:nvPr/>
        </p:nvSpPr>
        <p:spPr>
          <a:xfrm>
            <a:off x="411480" y="5760720"/>
            <a:ext cx="9098280" cy="566928"/>
          </a:xfrm>
          <a:prstGeom prst="rect">
            <a:avLst/>
          </a:prstGeom>
          <a:solidFill>
            <a:srgbClr val="EAF1D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spcAft>
                <a:spcPts val="400"/>
              </a:spcAft>
            </a:pPr>
            <a:r>
              <a:rPr sz="1600" b="1">
                <a:solidFill>
                  <a:srgbClr val="000000"/>
                </a:solidFill>
                <a:highlight>
                  <a:srgbClr val="FFFF00"/>
                </a:highlight>
                <a:latin typeface="HGPｺﾞｼｯｸE"/>
                <a:ea typeface="HGPｺﾞｼｯｸE"/>
              </a:rPr>
              <a:t>共通しているのは「資料を読んでいる」状態。資料は読むものではなく、指すものです</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ounded Rectangle 1"/>
          <p:cNvSpPr/>
          <p:nvPr/>
        </p:nvSpPr>
        <p:spPr>
          <a:xfrm>
            <a:off x="143560" y="692200"/>
            <a:ext cx="128016" cy="468172"/>
          </a:xfrm>
          <a:prstGeom prst="roundRect">
            <a:avLst/>
          </a:prstGeom>
          <a:solidFill>
            <a:srgbClr val="000000"/>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18211" y="672998"/>
            <a:ext cx="9052560" cy="523036"/>
          </a:xfrm>
          <a:prstGeom prst="rect">
            <a:avLst/>
          </a:prstGeom>
          <a:noFill/>
        </p:spPr>
        <p:txBody>
          <a:bodyPr wrap="square" anchor="t" lIns="0" rIns="0" tIns="18288" bIns="18288">
            <a:spAutoFit/>
          </a:bodyPr>
          <a:lstStyle/>
          <a:p>
            <a:pPr algn="l">
              <a:spcAft>
                <a:spcPts val="500"/>
              </a:spcAft>
            </a:pPr>
            <a:r>
              <a:rPr sz="2800" b="0">
                <a:solidFill>
                  <a:srgbClr val="000000"/>
                </a:solidFill>
                <a:latin typeface="HGP明朝E"/>
                <a:ea typeface="HGP明朝E"/>
              </a:rPr>
              <a:t>通しで使う</a:t>
            </a:r>
          </a:p>
        </p:txBody>
      </p:sp>
      <p:sp>
        <p:nvSpPr>
          <p:cNvPr id="4" name="TextBox 3"/>
          <p:cNvSpPr txBox="1"/>
          <p:nvPr/>
        </p:nvSpPr>
        <p:spPr>
          <a:xfrm>
            <a:off x="7598664" y="6565392"/>
            <a:ext cx="2103120" cy="301752"/>
          </a:xfrm>
          <a:prstGeom prst="rect">
            <a:avLst/>
          </a:prstGeom>
          <a:noFill/>
        </p:spPr>
        <p:txBody>
          <a:bodyPr wrap="square" anchor="t" lIns="0" rIns="0" tIns="18288" bIns="18288">
            <a:spAutoFit/>
          </a:bodyPr>
          <a:lstStyle/>
          <a:p>
            <a:pPr algn="r">
              <a:spcAft>
                <a:spcPts val="500"/>
              </a:spcAft>
            </a:pPr>
            <a:r>
              <a:rPr sz="1200" b="0">
                <a:solidFill>
                  <a:srgbClr val="FFFFFF"/>
                </a:solidFill>
                <a:latin typeface="HGPｺﾞｼｯｸE"/>
                <a:ea typeface="HGPｺﾞｼｯｸE"/>
              </a:rPr>
              <a:t>23</a:t>
            </a:r>
          </a:p>
        </p:txBody>
      </p:sp>
      <p:sp>
        <p:nvSpPr>
          <p:cNvPr id="5" name="TextBox 4"/>
          <p:cNvSpPr txBox="1"/>
          <p:nvPr/>
        </p:nvSpPr>
        <p:spPr>
          <a:xfrm>
            <a:off x="411480" y="1243584"/>
            <a:ext cx="9098280" cy="411480"/>
          </a:xfrm>
          <a:prstGeom prst="rect">
            <a:avLst/>
          </a:prstGeom>
          <a:noFill/>
        </p:spPr>
        <p:txBody>
          <a:bodyPr wrap="square" anchor="t" lIns="0" rIns="0" tIns="18288" bIns="18288">
            <a:spAutoFit/>
          </a:bodyPr>
          <a:lstStyle/>
          <a:p>
            <a:pPr algn="l">
              <a:spcAft>
                <a:spcPts val="500"/>
              </a:spcAft>
            </a:pPr>
            <a:r>
              <a:rPr sz="2300" b="1">
                <a:solidFill>
                  <a:srgbClr val="000000"/>
                </a:solidFill>
                <a:latin typeface="HGPｺﾞｼｯｸE"/>
                <a:ea typeface="HGPｺﾞｼｯｸE"/>
              </a:rPr>
              <a:t>通し練習：p.9 から p.19 まで、6分で通す</a:t>
            </a:r>
          </a:p>
        </p:txBody>
      </p:sp>
      <p:sp>
        <p:nvSpPr>
          <p:cNvPr id="6" name="Rectangle 5"/>
          <p:cNvSpPr/>
          <p:nvPr/>
        </p:nvSpPr>
        <p:spPr>
          <a:xfrm>
            <a:off x="411480" y="1755648"/>
            <a:ext cx="9098280" cy="1325880"/>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36576" bIns="36576"/>
          <a:lstStyle/>
          <a:p>
            <a:pPr algn="l">
              <a:spcAft>
                <a:spcPts val="600"/>
              </a:spcAft>
            </a:pPr>
            <a:r>
              <a:rPr sz="1400" b="1">
                <a:solidFill>
                  <a:srgbClr val="595959"/>
                </a:solidFill>
                <a:latin typeface="HGPｺﾞｼｯｸE"/>
                <a:ea typeface="HGPｺﾞｼｯｸE"/>
              </a:rPr>
              <a:t>進め方（合計18分）</a:t>
            </a:r>
          </a:p>
          <a:p>
            <a:pPr algn="l">
              <a:spcAft>
                <a:spcPts val="400"/>
              </a:spcAft>
            </a:pPr>
            <a:r>
              <a:rPr sz="1400" b="0">
                <a:solidFill>
                  <a:srgbClr val="000000"/>
                </a:solidFill>
                <a:latin typeface="HGPｺﾞｼｯｸE"/>
                <a:ea typeface="HGPｺﾞｼｯｸE"/>
              </a:rPr>
              <a:t>・2人1組。営業役とお客様役。1本6分 → フィードバック3分 → 交代してもう1本</a:t>
            </a:r>
          </a:p>
          <a:p>
            <a:pPr algn="l">
              <a:spcAft>
                <a:spcPts val="400"/>
              </a:spcAft>
            </a:pPr>
            <a:r>
              <a:rPr sz="1400" b="0">
                <a:solidFill>
                  <a:srgbClr val="000000"/>
                </a:solidFill>
                <a:latin typeface="HGPｺﾞｼｯｸE"/>
                <a:ea typeface="HGPｺﾞｼｯｸE"/>
              </a:rPr>
              <a:t>・営業役はアプローチブックを持ち、p.9を開いた状態から始めます</a:t>
            </a:r>
          </a:p>
          <a:p>
            <a:pPr algn="l">
              <a:spcAft>
                <a:spcPts val="400"/>
              </a:spcAft>
            </a:pPr>
            <a:r>
              <a:rPr sz="1400" b="0">
                <a:solidFill>
                  <a:srgbClr val="000000"/>
                </a:solidFill>
                <a:latin typeface="HGPｺﾞｼｯｸE"/>
                <a:ea typeface="HGPｺﾞｼｯｸE"/>
              </a:rPr>
              <a:t>・お客様役は「月18,000円」という設定。最初に必ず聞かれるので答えてください</a:t>
            </a:r>
          </a:p>
          <a:p>
            <a:pPr algn="l">
              <a:spcAft>
                <a:spcPts val="400"/>
              </a:spcAft>
            </a:pPr>
            <a:r>
              <a:rPr sz="1400" b="0">
                <a:solidFill>
                  <a:srgbClr val="000000"/>
                </a:solidFill>
                <a:latin typeface="HGPｺﾞｼｯｸE"/>
                <a:ea typeface="HGPｺﾞｼｯｸE"/>
              </a:rPr>
              <a:t>・ゴールは p.19 まで到達すること。途中で止まったページを覚えておいてください</a:t>
            </a:r>
          </a:p>
        </p:txBody>
      </p:sp>
      <p:sp>
        <p:nvSpPr>
          <p:cNvPr id="7" name="Rectangle 6"/>
          <p:cNvSpPr/>
          <p:nvPr/>
        </p:nvSpPr>
        <p:spPr>
          <a:xfrm>
            <a:off x="411480" y="3182112"/>
            <a:ext cx="4389120" cy="1417320"/>
          </a:xfrm>
          <a:prstGeom prst="rect">
            <a:avLst/>
          </a:prstGeom>
          <a:solidFill>
            <a:srgbClr val="EAF1DD"/>
          </a:solidFill>
          <a:ln w="12700">
            <a:solidFill>
              <a:srgbClr val="70A040"/>
            </a:solid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36576" bIns="36576"/>
          <a:lstStyle/>
          <a:p>
            <a:pPr algn="l">
              <a:spcAft>
                <a:spcPts val="600"/>
              </a:spcAft>
            </a:pPr>
            <a:r>
              <a:rPr sz="1500" b="1">
                <a:solidFill>
                  <a:srgbClr val="000000"/>
                </a:solidFill>
                <a:latin typeface="HGPｺﾞｼｯｸE"/>
                <a:ea typeface="HGPｺﾞｼｯｸE"/>
              </a:rPr>
              <a:t>お客様役が見るところ</a:t>
            </a:r>
          </a:p>
          <a:p>
            <a:pPr algn="l">
              <a:spcAft>
                <a:spcPts val="400"/>
              </a:spcAft>
            </a:pPr>
            <a:r>
              <a:rPr sz="1300" b="0">
                <a:solidFill>
                  <a:srgbClr val="000000"/>
                </a:solidFill>
                <a:latin typeface="HGPｺﾞｼｯｸE"/>
                <a:ea typeface="HGPｺﾞｼｯｸE"/>
              </a:rPr>
              <a:t>・自分が何回しゃべったか</a:t>
            </a:r>
          </a:p>
          <a:p>
            <a:pPr algn="l">
              <a:spcAft>
                <a:spcPts val="400"/>
              </a:spcAft>
            </a:pPr>
            <a:r>
              <a:rPr sz="1300" b="0">
                <a:solidFill>
                  <a:srgbClr val="000000"/>
                </a:solidFill>
                <a:latin typeface="HGPｺﾞｼｯｸE"/>
                <a:ea typeface="HGPｺﾞｼｯｸE"/>
              </a:rPr>
              <a:t>・「読まれている」と感じた場面</a:t>
            </a:r>
          </a:p>
          <a:p>
            <a:pPr algn="l">
              <a:spcAft>
                <a:spcPts val="500"/>
              </a:spcAft>
            </a:pPr>
            <a:r>
              <a:rPr sz="1300" b="0">
                <a:solidFill>
                  <a:srgbClr val="000000"/>
                </a:solidFill>
                <a:latin typeface="HGPｺﾞｼｯｸE"/>
                <a:ea typeface="HGPｺﾞｼｯｸE"/>
              </a:rPr>
              <a:t>・数字が多すぎて追えなくなった場面</a:t>
            </a:r>
          </a:p>
        </p:txBody>
      </p:sp>
      <p:sp>
        <p:nvSpPr>
          <p:cNvPr id="8" name="Rectangle 7"/>
          <p:cNvSpPr/>
          <p:nvPr/>
        </p:nvSpPr>
        <p:spPr>
          <a:xfrm>
            <a:off x="5120640" y="3182112"/>
            <a:ext cx="4389120" cy="1417320"/>
          </a:xfrm>
          <a:prstGeom prst="rect">
            <a:avLst/>
          </a:prstGeom>
          <a:solidFill>
            <a:srgbClr val="DEEBF7"/>
          </a:solidFill>
          <a:ln w="12700">
            <a:solidFill>
              <a:srgbClr val="4B8FC0"/>
            </a:solid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36576" bIns="36576"/>
          <a:lstStyle/>
          <a:p>
            <a:pPr algn="l">
              <a:spcAft>
                <a:spcPts val="600"/>
              </a:spcAft>
            </a:pPr>
            <a:r>
              <a:rPr sz="1500" b="1">
                <a:solidFill>
                  <a:srgbClr val="000000"/>
                </a:solidFill>
                <a:latin typeface="HGPｺﾞｼｯｸE"/>
                <a:ea typeface="HGPｺﾞｼｯｸE"/>
              </a:rPr>
              <a:t>講師が机間で見るところ</a:t>
            </a:r>
          </a:p>
          <a:p>
            <a:pPr algn="l">
              <a:spcAft>
                <a:spcPts val="400"/>
              </a:spcAft>
            </a:pPr>
            <a:r>
              <a:rPr sz="1300" b="0">
                <a:solidFill>
                  <a:srgbClr val="000000"/>
                </a:solidFill>
                <a:latin typeface="HGPｺﾞｼｯｸE"/>
                <a:ea typeface="HGPｺﾞｼｯｸE"/>
              </a:rPr>
              <a:t>・発言比率 6：4 になっているか</a:t>
            </a:r>
          </a:p>
          <a:p>
            <a:pPr algn="l">
              <a:spcAft>
                <a:spcPts val="400"/>
              </a:spcAft>
            </a:pPr>
            <a:r>
              <a:rPr sz="1300" b="0">
                <a:solidFill>
                  <a:srgbClr val="000000"/>
                </a:solidFill>
                <a:latin typeface="HGPｺﾞｼｯｸE"/>
                <a:ea typeface="HGPｺﾞｼｯｸE"/>
              </a:rPr>
              <a:t>・緑帯を言い切れているか</a:t>
            </a:r>
          </a:p>
          <a:p>
            <a:pPr algn="l">
              <a:spcAft>
                <a:spcPts val="500"/>
              </a:spcAft>
            </a:pPr>
            <a:r>
              <a:rPr sz="1300" b="0">
                <a:solidFill>
                  <a:srgbClr val="000000"/>
                </a:solidFill>
                <a:latin typeface="HGPｺﾞｼｯｸE"/>
                <a:ea typeface="HGPｺﾞｼｯｸE"/>
              </a:rPr>
              <a:t>・太陽光だけ／蓄電池だけの話になっていないか</a:t>
            </a:r>
          </a:p>
        </p:txBody>
      </p:sp>
      <p:sp>
        <p:nvSpPr>
          <p:cNvPr id="9" name="Rectangle 8"/>
          <p:cNvSpPr/>
          <p:nvPr/>
        </p:nvSpPr>
        <p:spPr>
          <a:xfrm>
            <a:off x="411480" y="4718304"/>
            <a:ext cx="9098280" cy="914400"/>
          </a:xfrm>
          <a:prstGeom prst="rect">
            <a:avLst/>
          </a:prstGeom>
          <a:solidFill>
            <a:srgbClr val="FFF2CC"/>
          </a:solidFill>
          <a:ln w="12700">
            <a:solidFill>
              <a:srgbClr val="BF8F00"/>
            </a:solid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36576" bIns="36576"/>
          <a:lstStyle/>
          <a:p>
            <a:pPr algn="l">
              <a:spcAft>
                <a:spcPts val="500"/>
              </a:spcAft>
            </a:pPr>
            <a:r>
              <a:rPr sz="1500" b="1">
                <a:solidFill>
                  <a:srgbClr val="000000"/>
                </a:solidFill>
                <a:latin typeface="HGPｺﾞｼｯｸE"/>
                <a:ea typeface="HGPｺﾞｼｯｸE"/>
              </a:rPr>
              <a:t>フィードバックの型</a:t>
            </a:r>
          </a:p>
          <a:p>
            <a:pPr algn="l">
              <a:spcAft>
                <a:spcPts val="500"/>
              </a:spcAft>
            </a:pPr>
            <a:r>
              <a:rPr sz="1400" b="1">
                <a:solidFill>
                  <a:srgbClr val="000000"/>
                </a:solidFill>
                <a:latin typeface="HGPｺﾞｼｯｸE"/>
                <a:ea typeface="HGPｺﾞｼｯｸE"/>
              </a:rPr>
              <a:t>① 良かったページを1つ、ページ番号で言う　② 直すのは1人1つだけ　③ 人ではなくページを指摘する</a:t>
            </a:r>
          </a:p>
        </p:txBody>
      </p:sp>
      <p:sp>
        <p:nvSpPr>
          <p:cNvPr id="10" name="Rectangle 9"/>
          <p:cNvSpPr/>
          <p:nvPr/>
        </p:nvSpPr>
        <p:spPr>
          <a:xfrm>
            <a:off x="411480" y="5760720"/>
            <a:ext cx="9098280" cy="566928"/>
          </a:xfrm>
          <a:prstGeom prst="rect">
            <a:avLst/>
          </a:prstGeom>
          <a:noFill/>
          <a:ln w="19050">
            <a:solidFill>
              <a:srgbClr val="FF0000"/>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spcAft>
                <a:spcPts val="500"/>
              </a:spcAft>
            </a:pPr>
            <a:r>
              <a:rPr sz="1600" b="1">
                <a:solidFill>
                  <a:srgbClr val="000000"/>
                </a:solidFill>
                <a:latin typeface="HGPｺﾞｼｯｸE"/>
                <a:ea typeface="HGPｺﾞｼｯｸE"/>
              </a:rPr>
              <a:t>止まったページが、そのまま宿題です。1本目で全部回れる人はほとんどいません</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ounded Rectangle 1"/>
          <p:cNvSpPr/>
          <p:nvPr/>
        </p:nvSpPr>
        <p:spPr>
          <a:xfrm>
            <a:off x="143560" y="692200"/>
            <a:ext cx="128016" cy="468172"/>
          </a:xfrm>
          <a:prstGeom prst="roundRect">
            <a:avLst/>
          </a:prstGeom>
          <a:solidFill>
            <a:srgbClr val="000000"/>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18211" y="672998"/>
            <a:ext cx="9052560" cy="523036"/>
          </a:xfrm>
          <a:prstGeom prst="rect">
            <a:avLst/>
          </a:prstGeom>
          <a:noFill/>
        </p:spPr>
        <p:txBody>
          <a:bodyPr wrap="square" anchor="t" lIns="0" rIns="0" tIns="18288" bIns="18288">
            <a:spAutoFit/>
          </a:bodyPr>
          <a:lstStyle/>
          <a:p>
            <a:pPr algn="l">
              <a:spcAft>
                <a:spcPts val="500"/>
              </a:spcAft>
            </a:pPr>
            <a:r>
              <a:rPr sz="2800" b="0">
                <a:solidFill>
                  <a:srgbClr val="000000"/>
                </a:solidFill>
                <a:latin typeface="HGP明朝E"/>
                <a:ea typeface="HGP明朝E"/>
              </a:rPr>
              <a:t>通しで使う</a:t>
            </a:r>
          </a:p>
        </p:txBody>
      </p:sp>
      <p:sp>
        <p:nvSpPr>
          <p:cNvPr id="4" name="TextBox 3"/>
          <p:cNvSpPr txBox="1"/>
          <p:nvPr/>
        </p:nvSpPr>
        <p:spPr>
          <a:xfrm>
            <a:off x="7598664" y="6565392"/>
            <a:ext cx="2103120" cy="301752"/>
          </a:xfrm>
          <a:prstGeom prst="rect">
            <a:avLst/>
          </a:prstGeom>
          <a:noFill/>
        </p:spPr>
        <p:txBody>
          <a:bodyPr wrap="square" anchor="t" lIns="0" rIns="0" tIns="18288" bIns="18288">
            <a:spAutoFit/>
          </a:bodyPr>
          <a:lstStyle/>
          <a:p>
            <a:pPr algn="r">
              <a:spcAft>
                <a:spcPts val="500"/>
              </a:spcAft>
            </a:pPr>
            <a:r>
              <a:rPr sz="1200" b="0">
                <a:solidFill>
                  <a:srgbClr val="FFFFFF"/>
                </a:solidFill>
                <a:latin typeface="HGPｺﾞｼｯｸE"/>
                <a:ea typeface="HGPｺﾞｼｯｸE"/>
              </a:rPr>
              <a:t>24</a:t>
            </a:r>
          </a:p>
        </p:txBody>
      </p:sp>
      <p:sp>
        <p:nvSpPr>
          <p:cNvPr id="5" name="TextBox 4"/>
          <p:cNvSpPr txBox="1"/>
          <p:nvPr/>
        </p:nvSpPr>
        <p:spPr>
          <a:xfrm>
            <a:off x="411480" y="1243584"/>
            <a:ext cx="9098280" cy="411480"/>
          </a:xfrm>
          <a:prstGeom prst="rect">
            <a:avLst/>
          </a:prstGeom>
          <a:noFill/>
        </p:spPr>
        <p:txBody>
          <a:bodyPr wrap="square" anchor="t" lIns="0" rIns="0" tIns="18288" bIns="18288">
            <a:spAutoFit/>
          </a:bodyPr>
          <a:lstStyle/>
          <a:p>
            <a:pPr algn="l">
              <a:spcAft>
                <a:spcPts val="500"/>
              </a:spcAft>
            </a:pPr>
            <a:r>
              <a:rPr sz="2400" b="1">
                <a:solidFill>
                  <a:srgbClr val="000000"/>
                </a:solidFill>
                <a:latin typeface="HGPｺﾞｼｯｸE"/>
                <a:ea typeface="HGPｺﾞｼｯｸE"/>
              </a:rPr>
              <a:t>セルフチェックシート</a:t>
            </a:r>
          </a:p>
        </p:txBody>
      </p:sp>
      <p:sp>
        <p:nvSpPr>
          <p:cNvPr id="6" name="TextBox 5"/>
          <p:cNvSpPr txBox="1"/>
          <p:nvPr/>
        </p:nvSpPr>
        <p:spPr>
          <a:xfrm>
            <a:off x="411480" y="1700784"/>
            <a:ext cx="9098280" cy="292608"/>
          </a:xfrm>
          <a:prstGeom prst="rect">
            <a:avLst/>
          </a:prstGeom>
          <a:noFill/>
        </p:spPr>
        <p:txBody>
          <a:bodyPr wrap="square" anchor="t" lIns="0" rIns="0" tIns="18288" bIns="18288">
            <a:spAutoFit/>
          </a:bodyPr>
          <a:lstStyle/>
          <a:p>
            <a:pPr algn="l">
              <a:spcAft>
                <a:spcPts val="500"/>
              </a:spcAft>
            </a:pPr>
            <a:r>
              <a:rPr sz="1400" b="0">
                <a:solidFill>
                  <a:srgbClr val="595959"/>
                </a:solidFill>
                <a:latin typeface="HGPｺﾞｼｯｸE"/>
                <a:ea typeface="HGPｺﾞｼｯｸE"/>
              </a:rPr>
              <a:t>ロープレのあとに記入し、できていない項目を次回までの宿題にしてください</a:t>
            </a:r>
          </a:p>
        </p:txBody>
      </p:sp>
      <p:graphicFrame>
        <p:nvGraphicFramePr>
          <p:cNvPr id="7" name="Table 6"/>
          <p:cNvGraphicFramePr>
            <a:graphicFrameLocks noGrp="1"/>
          </p:cNvGraphicFramePr>
          <p:nvPr/>
        </p:nvGraphicFramePr>
        <p:xfrm>
          <a:off x="411480" y="2103120"/>
          <a:ext cx="5806439" cy="3511296"/>
        </p:xfrm>
        <a:graphic>
          <a:graphicData uri="http://schemas.openxmlformats.org/drawingml/2006/table">
            <a:tbl>
              <a:tblPr firstRow="1">
                <a:tableStyleId>{5C22544A-7EE6-4342-B048-85BDC9FD1C3A}</a:tableStyleId>
              </a:tblPr>
              <a:tblGrid>
                <a:gridCol w="3977639"/>
                <a:gridCol w="914400"/>
                <a:gridCol w="914400"/>
              </a:tblGrid>
              <a:tr h="310896">
                <a:tc>
                  <a:txBody>
                    <a:bodyPr wrap="square"/>
                    <a:lstStyle/>
                    <a:p>
                      <a:pPr algn="ctr"/>
                      <a:r>
                        <a:rPr sz="1300" b="1">
                          <a:solidFill>
                            <a:srgbClr val="FFFFFF"/>
                          </a:solidFill>
                          <a:latin typeface="游ゴシック"/>
                          <a:ea typeface="游ゴシック"/>
                        </a:rPr>
                        <a:t>確認すること</a:t>
                      </a:r>
                    </a:p>
                  </a:txBody>
                  <a:tcPr marL="45720" marR="45720" marT="18288" marB="18288" anchor="ctr">
                    <a:solidFill>
                      <a:srgbClr val="000000"/>
                    </a:solidFill>
                  </a:tcPr>
                </a:tc>
                <a:tc>
                  <a:txBody>
                    <a:bodyPr wrap="square"/>
                    <a:lstStyle/>
                    <a:p>
                      <a:pPr algn="ctr"/>
                      <a:r>
                        <a:rPr sz="1300" b="1">
                          <a:solidFill>
                            <a:srgbClr val="FFFFFF"/>
                          </a:solidFill>
                          <a:latin typeface="游ゴシック"/>
                          <a:ea typeface="游ゴシック"/>
                        </a:rPr>
                        <a:t>今日</a:t>
                      </a:r>
                    </a:p>
                  </a:txBody>
                  <a:tcPr marL="45720" marR="45720" marT="18288" marB="18288" anchor="ctr">
                    <a:solidFill>
                      <a:srgbClr val="000000"/>
                    </a:solidFill>
                  </a:tcPr>
                </a:tc>
                <a:tc>
                  <a:txBody>
                    <a:bodyPr wrap="square"/>
                    <a:lstStyle/>
                    <a:p>
                      <a:pPr algn="ctr"/>
                      <a:r>
                        <a:rPr sz="1300" b="1">
                          <a:solidFill>
                            <a:srgbClr val="FFFFFF"/>
                          </a:solidFill>
                          <a:latin typeface="游ゴシック"/>
                          <a:ea typeface="游ゴシック"/>
                        </a:rPr>
                        <a:t>次回</a:t>
                      </a:r>
                    </a:p>
                  </a:txBody>
                  <a:tcPr marL="45720" marR="45720" marT="18288" marB="18288" anchor="ctr">
                    <a:solidFill>
                      <a:srgbClr val="000000"/>
                    </a:solidFill>
                  </a:tcPr>
                </a:tc>
              </a:tr>
              <a:tr h="457200">
                <a:tc>
                  <a:txBody>
                    <a:bodyPr wrap="square"/>
                    <a:lstStyle/>
                    <a:p>
                      <a:pPr algn="l"/>
                      <a:r>
                        <a:rPr sz="1300" b="0">
                          <a:solidFill>
                            <a:srgbClr val="000000"/>
                          </a:solidFill>
                          <a:latin typeface="游ゴシック"/>
                          <a:ea typeface="游ゴシック"/>
                        </a:rPr>
                        <a:t>資料を見ずに、p.9の結論一文が言えた</a:t>
                      </a:r>
                    </a:p>
                  </a:txBody>
                  <a:tcPr marL="45720" marR="45720" marT="18288" marB="18288" anchor="ctr">
                    <a:noFill/>
                  </a:tcPr>
                </a:tc>
                <a:tc>
                  <a:txBody>
                    <a:bodyPr wrap="square"/>
                    <a:lstStyle/>
                    <a:p>
                      <a:pPr algn="l"/>
                      <a:r>
                        <a:rPr sz="1300" b="0">
                          <a:solidFill>
                            <a:srgbClr val="000000"/>
                          </a:solidFill>
                          <a:latin typeface="游ゴシック"/>
                          <a:ea typeface="游ゴシック"/>
                        </a:rPr>
                        <a:t> </a:t>
                      </a:r>
                    </a:p>
                  </a:txBody>
                  <a:tcPr marL="45720" marR="45720" marT="18288" marB="18288" anchor="ctr">
                    <a:noFill/>
                  </a:tcPr>
                </a:tc>
                <a:tc>
                  <a:txBody>
                    <a:bodyPr wrap="square"/>
                    <a:lstStyle/>
                    <a:p>
                      <a:pPr algn="l"/>
                      <a:r>
                        <a:rPr sz="1300" b="0">
                          <a:solidFill>
                            <a:srgbClr val="000000"/>
                          </a:solidFill>
                          <a:latin typeface="游ゴシック"/>
                          <a:ea typeface="游ゴシック"/>
                        </a:rPr>
                        <a:t> </a:t>
                      </a:r>
                    </a:p>
                  </a:txBody>
                  <a:tcPr marL="45720" marR="45720" marT="18288" marB="18288" anchor="ctr">
                    <a:noFill/>
                  </a:tcPr>
                </a:tc>
              </a:tr>
              <a:tr h="457200">
                <a:tc>
                  <a:txBody>
                    <a:bodyPr wrap="square"/>
                    <a:lstStyle/>
                    <a:p>
                      <a:pPr algn="l"/>
                      <a:r>
                        <a:rPr sz="1300" b="0">
                          <a:solidFill>
                            <a:srgbClr val="000000"/>
                          </a:solidFill>
                          <a:latin typeface="游ゴシック"/>
                          <a:ea typeface="游ゴシック"/>
                        </a:rPr>
                        <a:t>p.14の「1,210円 → 22,990円」が言えた</a:t>
                      </a:r>
                    </a:p>
                  </a:txBody>
                  <a:tcPr marL="45720" marR="45720" marT="18288" marB="18288" anchor="ctr">
                    <a:noFill/>
                  </a:tcPr>
                </a:tc>
                <a:tc>
                  <a:txBody>
                    <a:bodyPr wrap="square"/>
                    <a:lstStyle/>
                    <a:p>
                      <a:pPr algn="l"/>
                      <a:r>
                        <a:rPr sz="1300" b="0">
                          <a:solidFill>
                            <a:srgbClr val="000000"/>
                          </a:solidFill>
                          <a:latin typeface="游ゴシック"/>
                          <a:ea typeface="游ゴシック"/>
                        </a:rPr>
                        <a:t> </a:t>
                      </a:r>
                    </a:p>
                  </a:txBody>
                  <a:tcPr marL="45720" marR="45720" marT="18288" marB="18288" anchor="ctr">
                    <a:noFill/>
                  </a:tcPr>
                </a:tc>
                <a:tc>
                  <a:txBody>
                    <a:bodyPr wrap="square"/>
                    <a:lstStyle/>
                    <a:p>
                      <a:pPr algn="l"/>
                      <a:r>
                        <a:rPr sz="1300" b="0">
                          <a:solidFill>
                            <a:srgbClr val="000000"/>
                          </a:solidFill>
                          <a:latin typeface="游ゴシック"/>
                          <a:ea typeface="游ゴシック"/>
                        </a:rPr>
                        <a:t> </a:t>
                      </a:r>
                    </a:p>
                  </a:txBody>
                  <a:tcPr marL="45720" marR="45720" marT="18288" marB="18288" anchor="ctr">
                    <a:noFill/>
                  </a:tcPr>
                </a:tc>
              </a:tr>
              <a:tr h="457200">
                <a:tc>
                  <a:txBody>
                    <a:bodyPr wrap="square"/>
                    <a:lstStyle/>
                    <a:p>
                      <a:pPr algn="l"/>
                      <a:r>
                        <a:rPr sz="1300" b="0">
                          <a:solidFill>
                            <a:srgbClr val="000000"/>
                          </a:solidFill>
                          <a:latin typeface="游ゴシック"/>
                          <a:ea typeface="游ゴシック"/>
                        </a:rPr>
                        <a:t>p.17でお客様の実額の列を指せた</a:t>
                      </a:r>
                    </a:p>
                  </a:txBody>
                  <a:tcPr marL="45720" marR="45720" marT="18288" marB="18288" anchor="ctr">
                    <a:noFill/>
                  </a:tcPr>
                </a:tc>
                <a:tc>
                  <a:txBody>
                    <a:bodyPr wrap="square"/>
                    <a:lstStyle/>
                    <a:p>
                      <a:pPr algn="l"/>
                      <a:r>
                        <a:rPr sz="1300" b="0">
                          <a:solidFill>
                            <a:srgbClr val="000000"/>
                          </a:solidFill>
                          <a:latin typeface="游ゴシック"/>
                          <a:ea typeface="游ゴシック"/>
                        </a:rPr>
                        <a:t> </a:t>
                      </a:r>
                    </a:p>
                  </a:txBody>
                  <a:tcPr marL="45720" marR="45720" marT="18288" marB="18288" anchor="ctr">
                    <a:noFill/>
                  </a:tcPr>
                </a:tc>
                <a:tc>
                  <a:txBody>
                    <a:bodyPr wrap="square"/>
                    <a:lstStyle/>
                    <a:p>
                      <a:pPr algn="l"/>
                      <a:r>
                        <a:rPr sz="1300" b="0">
                          <a:solidFill>
                            <a:srgbClr val="000000"/>
                          </a:solidFill>
                          <a:latin typeface="游ゴシック"/>
                          <a:ea typeface="游ゴシック"/>
                        </a:rPr>
                        <a:t> </a:t>
                      </a:r>
                    </a:p>
                  </a:txBody>
                  <a:tcPr marL="45720" marR="45720" marT="18288" marB="18288" anchor="ctr">
                    <a:noFill/>
                  </a:tcPr>
                </a:tc>
              </a:tr>
              <a:tr h="457200">
                <a:tc>
                  <a:txBody>
                    <a:bodyPr wrap="square"/>
                    <a:lstStyle/>
                    <a:p>
                      <a:pPr algn="l"/>
                      <a:r>
                        <a:rPr sz="1300" b="0">
                          <a:solidFill>
                            <a:srgbClr val="000000"/>
                          </a:solidFill>
                          <a:latin typeface="游ゴシック"/>
                          <a:ea typeface="游ゴシック"/>
                        </a:rPr>
                        <a:t>②災害を3分以内で抜けられた</a:t>
                      </a:r>
                    </a:p>
                  </a:txBody>
                  <a:tcPr marL="45720" marR="45720" marT="18288" marB="18288" anchor="ctr">
                    <a:noFill/>
                  </a:tcPr>
                </a:tc>
                <a:tc>
                  <a:txBody>
                    <a:bodyPr wrap="square"/>
                    <a:lstStyle/>
                    <a:p>
                      <a:pPr algn="l"/>
                      <a:r>
                        <a:rPr sz="1300" b="0">
                          <a:solidFill>
                            <a:srgbClr val="000000"/>
                          </a:solidFill>
                          <a:latin typeface="游ゴシック"/>
                          <a:ea typeface="游ゴシック"/>
                        </a:rPr>
                        <a:t> </a:t>
                      </a:r>
                    </a:p>
                  </a:txBody>
                  <a:tcPr marL="45720" marR="45720" marT="18288" marB="18288" anchor="ctr">
                    <a:noFill/>
                  </a:tcPr>
                </a:tc>
                <a:tc>
                  <a:txBody>
                    <a:bodyPr wrap="square"/>
                    <a:lstStyle/>
                    <a:p>
                      <a:pPr algn="l"/>
                      <a:r>
                        <a:rPr sz="1300" b="0">
                          <a:solidFill>
                            <a:srgbClr val="000000"/>
                          </a:solidFill>
                          <a:latin typeface="游ゴシック"/>
                          <a:ea typeface="游ゴシック"/>
                        </a:rPr>
                        <a:t> </a:t>
                      </a:r>
                    </a:p>
                  </a:txBody>
                  <a:tcPr marL="45720" marR="45720" marT="18288" marB="18288" anchor="ctr">
                    <a:noFill/>
                  </a:tcPr>
                </a:tc>
              </a:tr>
              <a:tr h="457200">
                <a:tc>
                  <a:txBody>
                    <a:bodyPr wrap="square"/>
                    <a:lstStyle/>
                    <a:p>
                      <a:pPr algn="l"/>
                      <a:r>
                        <a:rPr sz="1300" b="0">
                          <a:solidFill>
                            <a:srgbClr val="000000"/>
                          </a:solidFill>
                          <a:latin typeface="游ゴシック"/>
                          <a:ea typeface="游ゴシック"/>
                        </a:rPr>
                        <a:t>p.18・p.19を事実と第三者だけで話せた</a:t>
                      </a:r>
                    </a:p>
                  </a:txBody>
                  <a:tcPr marL="45720" marR="45720" marT="18288" marB="18288" anchor="ctr">
                    <a:noFill/>
                  </a:tcPr>
                </a:tc>
                <a:tc>
                  <a:txBody>
                    <a:bodyPr wrap="square"/>
                    <a:lstStyle/>
                    <a:p>
                      <a:pPr algn="l"/>
                      <a:r>
                        <a:rPr sz="1300" b="0">
                          <a:solidFill>
                            <a:srgbClr val="000000"/>
                          </a:solidFill>
                          <a:latin typeface="游ゴシック"/>
                          <a:ea typeface="游ゴシック"/>
                        </a:rPr>
                        <a:t> </a:t>
                      </a:r>
                    </a:p>
                  </a:txBody>
                  <a:tcPr marL="45720" marR="45720" marT="18288" marB="18288" anchor="ctr">
                    <a:noFill/>
                  </a:tcPr>
                </a:tc>
                <a:tc>
                  <a:txBody>
                    <a:bodyPr wrap="square"/>
                    <a:lstStyle/>
                    <a:p>
                      <a:pPr algn="l"/>
                      <a:r>
                        <a:rPr sz="1300" b="0">
                          <a:solidFill>
                            <a:srgbClr val="000000"/>
                          </a:solidFill>
                          <a:latin typeface="游ゴシック"/>
                          <a:ea typeface="游ゴシック"/>
                        </a:rPr>
                        <a:t> </a:t>
                      </a:r>
                    </a:p>
                  </a:txBody>
                  <a:tcPr marL="45720" marR="45720" marT="18288" marB="18288" anchor="ctr">
                    <a:noFill/>
                  </a:tcPr>
                </a:tc>
              </a:tr>
              <a:tr h="457200">
                <a:tc>
                  <a:txBody>
                    <a:bodyPr wrap="square"/>
                    <a:lstStyle/>
                    <a:p>
                      <a:pPr algn="l"/>
                      <a:r>
                        <a:rPr sz="1300" b="0">
                          <a:solidFill>
                            <a:srgbClr val="000000"/>
                          </a:solidFill>
                          <a:latin typeface="游ゴシック"/>
                          <a:ea typeface="游ゴシック"/>
                        </a:rPr>
                        <a:t>11ページを13分で通せた</a:t>
                      </a:r>
                    </a:p>
                  </a:txBody>
                  <a:tcPr marL="45720" marR="45720" marT="18288" marB="18288" anchor="ctr">
                    <a:noFill/>
                  </a:tcPr>
                </a:tc>
                <a:tc>
                  <a:txBody>
                    <a:bodyPr wrap="square"/>
                    <a:lstStyle/>
                    <a:p>
                      <a:pPr algn="l"/>
                      <a:r>
                        <a:rPr sz="1300" b="0">
                          <a:solidFill>
                            <a:srgbClr val="000000"/>
                          </a:solidFill>
                          <a:latin typeface="游ゴシック"/>
                          <a:ea typeface="游ゴシック"/>
                        </a:rPr>
                        <a:t> </a:t>
                      </a:r>
                    </a:p>
                  </a:txBody>
                  <a:tcPr marL="45720" marR="45720" marT="18288" marB="18288" anchor="ctr">
                    <a:noFill/>
                  </a:tcPr>
                </a:tc>
                <a:tc>
                  <a:txBody>
                    <a:bodyPr wrap="square"/>
                    <a:lstStyle/>
                    <a:p>
                      <a:pPr algn="l"/>
                      <a:r>
                        <a:rPr sz="1300" b="0">
                          <a:solidFill>
                            <a:srgbClr val="000000"/>
                          </a:solidFill>
                          <a:latin typeface="游ゴシック"/>
                          <a:ea typeface="游ゴシック"/>
                        </a:rPr>
                        <a:t> </a:t>
                      </a:r>
                    </a:p>
                  </a:txBody>
                  <a:tcPr marL="45720" marR="45720" marT="18288" marB="18288" anchor="ctr">
                    <a:noFill/>
                  </a:tcPr>
                </a:tc>
              </a:tr>
              <a:tr h="457200">
                <a:tc>
                  <a:txBody>
                    <a:bodyPr wrap="square"/>
                    <a:lstStyle/>
                    <a:p>
                      <a:pPr algn="l"/>
                      <a:r>
                        <a:rPr sz="1300" b="0">
                          <a:solidFill>
                            <a:srgbClr val="000000"/>
                          </a:solidFill>
                          <a:latin typeface="游ゴシック"/>
                          <a:ea typeface="游ゴシック"/>
                        </a:rPr>
                        <a:t>お客様の発言が4割あった</a:t>
                      </a:r>
                    </a:p>
                  </a:txBody>
                  <a:tcPr marL="45720" marR="45720" marT="18288" marB="18288" anchor="ctr">
                    <a:noFill/>
                  </a:tcPr>
                </a:tc>
                <a:tc>
                  <a:txBody>
                    <a:bodyPr wrap="square"/>
                    <a:lstStyle/>
                    <a:p>
                      <a:pPr algn="l"/>
                      <a:r>
                        <a:rPr sz="1300" b="0">
                          <a:solidFill>
                            <a:srgbClr val="000000"/>
                          </a:solidFill>
                          <a:latin typeface="游ゴシック"/>
                          <a:ea typeface="游ゴシック"/>
                        </a:rPr>
                        <a:t> </a:t>
                      </a:r>
                    </a:p>
                  </a:txBody>
                  <a:tcPr marL="45720" marR="45720" marT="18288" marB="18288" anchor="ctr">
                    <a:noFill/>
                  </a:tcPr>
                </a:tc>
                <a:tc>
                  <a:txBody>
                    <a:bodyPr wrap="square"/>
                    <a:lstStyle/>
                    <a:p>
                      <a:pPr algn="l"/>
                      <a:r>
                        <a:rPr sz="1300" b="0">
                          <a:solidFill>
                            <a:srgbClr val="000000"/>
                          </a:solidFill>
                          <a:latin typeface="游ゴシック"/>
                          <a:ea typeface="游ゴシック"/>
                        </a:rPr>
                        <a:t> </a:t>
                      </a:r>
                    </a:p>
                  </a:txBody>
                  <a:tcPr marL="45720" marR="45720" marT="18288" marB="18288" anchor="ctr">
                    <a:noFill/>
                  </a:tcPr>
                </a:tc>
              </a:tr>
            </a:tbl>
          </a:graphicData>
        </a:graphic>
      </p:graphicFrame>
      <p:sp>
        <p:nvSpPr>
          <p:cNvPr id="8" name="Rectangle 7"/>
          <p:cNvSpPr/>
          <p:nvPr/>
        </p:nvSpPr>
        <p:spPr>
          <a:xfrm>
            <a:off x="6446520" y="2103120"/>
            <a:ext cx="3063240" cy="1965960"/>
          </a:xfrm>
          <a:prstGeom prst="rect">
            <a:avLst/>
          </a:prstGeom>
          <a:solidFill>
            <a:srgbClr val="EAF1DD"/>
          </a:solidFill>
          <a:ln w="12700">
            <a:solidFill>
              <a:srgbClr val="70A040"/>
            </a:solid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36576" bIns="36576"/>
          <a:lstStyle/>
          <a:p>
            <a:pPr algn="l">
              <a:spcAft>
                <a:spcPts val="600"/>
              </a:spcAft>
            </a:pPr>
            <a:r>
              <a:rPr sz="1500" b="1">
                <a:solidFill>
                  <a:srgbClr val="000000"/>
                </a:solidFill>
                <a:latin typeface="HGPｺﾞｼｯｸE"/>
                <a:ea typeface="HGPｺﾞｼｯｸE"/>
              </a:rPr>
              <a:t>合格ライン</a:t>
            </a:r>
          </a:p>
          <a:p>
            <a:pPr algn="l">
              <a:spcAft>
                <a:spcPts val="600"/>
              </a:spcAft>
            </a:pPr>
            <a:r>
              <a:rPr sz="2600" b="1">
                <a:solidFill>
                  <a:srgbClr val="FF0000"/>
                </a:solidFill>
                <a:latin typeface="HGPｺﾞｼｯｸE"/>
                <a:ea typeface="HGPｺﾞｼｯｸE"/>
              </a:rPr>
              <a:t>7項目中 5つ</a:t>
            </a:r>
          </a:p>
          <a:p>
            <a:pPr algn="l">
              <a:spcAft>
                <a:spcPts val="200"/>
              </a:spcAft>
            </a:pPr>
            <a:r>
              <a:rPr sz="1300" b="1">
                <a:solidFill>
                  <a:srgbClr val="000000"/>
                </a:solidFill>
                <a:latin typeface="HGPｺﾞｼｯｸE"/>
                <a:ea typeface="HGPｺﾞｼｯｸE"/>
              </a:rPr>
              <a:t>うち、上から3つは必須です</a:t>
            </a:r>
          </a:p>
          <a:p>
            <a:pPr algn="l">
              <a:spcAft>
                <a:spcPts val="500"/>
              </a:spcAft>
            </a:pPr>
            <a:r>
              <a:rPr sz="1200" b="0">
                <a:solidFill>
                  <a:srgbClr val="595959"/>
                </a:solidFill>
                <a:latin typeface="HGPｺﾞｼｯｸE"/>
                <a:ea typeface="HGPｺﾞｼｯｸE"/>
              </a:rPr>
              <a:t>（p.9・p.14・p.17）</a:t>
            </a:r>
          </a:p>
        </p:txBody>
      </p:sp>
      <p:sp>
        <p:nvSpPr>
          <p:cNvPr id="9" name="Rectangle 8"/>
          <p:cNvSpPr/>
          <p:nvPr/>
        </p:nvSpPr>
        <p:spPr>
          <a:xfrm>
            <a:off x="6446520" y="4206240"/>
            <a:ext cx="3063240" cy="1883664"/>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36576" bIns="36576"/>
          <a:lstStyle/>
          <a:p>
            <a:pPr algn="l">
              <a:spcAft>
                <a:spcPts val="700"/>
              </a:spcAft>
            </a:pPr>
            <a:r>
              <a:rPr sz="1500" b="1">
                <a:solidFill>
                  <a:srgbClr val="000000"/>
                </a:solidFill>
                <a:latin typeface="HGPｺﾞｼｯｸE"/>
                <a:ea typeface="HGPｺﾞｼｯｸE"/>
              </a:rPr>
              <a:t>次回までの宿題</a:t>
            </a:r>
          </a:p>
          <a:p>
            <a:pPr algn="l">
              <a:spcAft>
                <a:spcPts val="300"/>
              </a:spcAft>
            </a:pPr>
            <a:r>
              <a:rPr sz="1300" b="0">
                <a:solidFill>
                  <a:srgbClr val="000000"/>
                </a:solidFill>
                <a:latin typeface="HGPｺﾞｼｯｸE"/>
                <a:ea typeface="HGPｺﾞｼｯｸE"/>
              </a:rPr>
              <a:t>できなかった項目を1つ選び、</a:t>
            </a:r>
          </a:p>
          <a:p>
            <a:pPr algn="l">
              <a:spcAft>
                <a:spcPts val="300"/>
              </a:spcAft>
            </a:pPr>
            <a:r>
              <a:rPr sz="1300" b="0">
                <a:solidFill>
                  <a:srgbClr val="000000"/>
                </a:solidFill>
                <a:latin typeface="HGPｺﾞｼｯｸE"/>
                <a:ea typeface="HGPｺﾞｼｯｸE"/>
              </a:rPr>
              <a:t>そのページだけを10回、</a:t>
            </a:r>
          </a:p>
          <a:p>
            <a:pPr algn="l">
              <a:spcAft>
                <a:spcPts val="700"/>
              </a:spcAft>
            </a:pPr>
            <a:r>
              <a:rPr sz="1300" b="0">
                <a:solidFill>
                  <a:srgbClr val="000000"/>
                </a:solidFill>
                <a:latin typeface="HGPｺﾞｼｯｸE"/>
                <a:ea typeface="HGPｺﾞｼｯｸE"/>
              </a:rPr>
              <a:t>声に出して読んでください。</a:t>
            </a:r>
          </a:p>
          <a:p>
            <a:pPr algn="l">
              <a:spcAft>
                <a:spcPts val="500"/>
              </a:spcAft>
            </a:pPr>
            <a:r>
              <a:rPr sz="1300" b="1">
                <a:solidFill>
                  <a:srgbClr val="FF0000"/>
                </a:solidFill>
                <a:latin typeface="HGPｺﾞｼｯｸE"/>
                <a:ea typeface="HGPｺﾞｼｯｸE"/>
              </a:rPr>
              <a:t>翌日には50％忘れます。</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ounded Rectangle 1"/>
          <p:cNvSpPr/>
          <p:nvPr/>
        </p:nvSpPr>
        <p:spPr>
          <a:xfrm>
            <a:off x="143560" y="692200"/>
            <a:ext cx="128016" cy="468172"/>
          </a:xfrm>
          <a:prstGeom prst="roundRect">
            <a:avLst/>
          </a:prstGeom>
          <a:solidFill>
            <a:srgbClr val="000000"/>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18211" y="672998"/>
            <a:ext cx="9052560" cy="523036"/>
          </a:xfrm>
          <a:prstGeom prst="rect">
            <a:avLst/>
          </a:prstGeom>
          <a:noFill/>
        </p:spPr>
        <p:txBody>
          <a:bodyPr wrap="square" anchor="t" lIns="0" rIns="0" tIns="18288" bIns="18288">
            <a:spAutoFit/>
          </a:bodyPr>
          <a:lstStyle/>
          <a:p>
            <a:pPr algn="l">
              <a:spcAft>
                <a:spcPts val="500"/>
              </a:spcAft>
            </a:pPr>
            <a:r>
              <a:rPr sz="2800" b="0">
                <a:solidFill>
                  <a:srgbClr val="000000"/>
                </a:solidFill>
                <a:latin typeface="HGP明朝E"/>
                <a:ea typeface="HGP明朝E"/>
              </a:rPr>
              <a:t>まとめ</a:t>
            </a:r>
          </a:p>
        </p:txBody>
      </p:sp>
      <p:sp>
        <p:nvSpPr>
          <p:cNvPr id="4" name="TextBox 3"/>
          <p:cNvSpPr txBox="1"/>
          <p:nvPr/>
        </p:nvSpPr>
        <p:spPr>
          <a:xfrm>
            <a:off x="7598664" y="6565392"/>
            <a:ext cx="2103120" cy="301752"/>
          </a:xfrm>
          <a:prstGeom prst="rect">
            <a:avLst/>
          </a:prstGeom>
          <a:noFill/>
        </p:spPr>
        <p:txBody>
          <a:bodyPr wrap="square" anchor="t" lIns="0" rIns="0" tIns="18288" bIns="18288">
            <a:spAutoFit/>
          </a:bodyPr>
          <a:lstStyle/>
          <a:p>
            <a:pPr algn="r">
              <a:spcAft>
                <a:spcPts val="500"/>
              </a:spcAft>
            </a:pPr>
            <a:r>
              <a:rPr sz="1200" b="0">
                <a:solidFill>
                  <a:srgbClr val="FFFFFF"/>
                </a:solidFill>
                <a:latin typeface="HGPｺﾞｼｯｸE"/>
                <a:ea typeface="HGPｺﾞｼｯｸE"/>
              </a:rPr>
              <a:t>25</a:t>
            </a:r>
          </a:p>
        </p:txBody>
      </p:sp>
      <p:sp>
        <p:nvSpPr>
          <p:cNvPr id="5" name="TextBox 4"/>
          <p:cNvSpPr txBox="1"/>
          <p:nvPr/>
        </p:nvSpPr>
        <p:spPr>
          <a:xfrm>
            <a:off x="411480" y="1298448"/>
            <a:ext cx="9098280" cy="502920"/>
          </a:xfrm>
          <a:prstGeom prst="rect">
            <a:avLst/>
          </a:prstGeom>
          <a:noFill/>
        </p:spPr>
        <p:txBody>
          <a:bodyPr wrap="square" anchor="t" lIns="0" rIns="0" tIns="18288" bIns="18288">
            <a:spAutoFit/>
          </a:bodyPr>
          <a:lstStyle/>
          <a:p>
            <a:pPr algn="l">
              <a:spcAft>
                <a:spcPts val="500"/>
              </a:spcAft>
            </a:pPr>
            <a:r>
              <a:rPr sz="2600" b="1">
                <a:solidFill>
                  <a:srgbClr val="000000"/>
                </a:solidFill>
                <a:latin typeface="HGPｺﾞｼｯｸE"/>
                <a:ea typeface="HGPｺﾞｼｯｸE"/>
              </a:rPr>
              <a:t>このパートで持ち帰ってほしい3つ</a:t>
            </a:r>
          </a:p>
        </p:txBody>
      </p:sp>
      <p:sp>
        <p:nvSpPr>
          <p:cNvPr id="6" name="Rectangle 5"/>
          <p:cNvSpPr/>
          <p:nvPr/>
        </p:nvSpPr>
        <p:spPr>
          <a:xfrm>
            <a:off x="411480" y="1810512"/>
            <a:ext cx="658368" cy="1234440"/>
          </a:xfrm>
          <a:prstGeom prst="rect">
            <a:avLst/>
          </a:prstGeom>
          <a:solidFill>
            <a:srgbClr val="FF0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spcAft>
                <a:spcPts val="500"/>
              </a:spcAft>
            </a:pPr>
            <a:r>
              <a:rPr sz="3000" b="1">
                <a:solidFill>
                  <a:srgbClr val="FFFFFF"/>
                </a:solidFill>
                <a:latin typeface="HGPｺﾞｼｯｸE"/>
                <a:ea typeface="HGPｺﾞｼｯｸE"/>
              </a:rPr>
              <a:t>1</a:t>
            </a:r>
          </a:p>
        </p:txBody>
      </p:sp>
      <p:sp>
        <p:nvSpPr>
          <p:cNvPr id="7" name="Rectangle 6"/>
          <p:cNvSpPr/>
          <p:nvPr/>
        </p:nvSpPr>
        <p:spPr>
          <a:xfrm>
            <a:off x="1170432" y="1810512"/>
            <a:ext cx="8339327" cy="1234440"/>
          </a:xfrm>
          <a:prstGeom prst="rect">
            <a:avLst/>
          </a:prstGeom>
          <a:solidFill>
            <a:srgbClr val="EAF1D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l">
              <a:spcAft>
                <a:spcPts val="600"/>
              </a:spcAft>
            </a:pPr>
            <a:r>
              <a:rPr sz="2000" b="1">
                <a:solidFill>
                  <a:srgbClr val="000000"/>
                </a:solidFill>
                <a:latin typeface="HGPｺﾞｼｯｸE"/>
                <a:ea typeface="HGPｺﾞｼｯｸE"/>
              </a:rPr>
              <a:t>資料は読むものではなく、指すもの</a:t>
            </a:r>
          </a:p>
          <a:p>
            <a:pPr algn="l">
              <a:spcAft>
                <a:spcPts val="500"/>
              </a:spcAft>
            </a:pPr>
            <a:r>
              <a:rPr sz="1400" b="0">
                <a:solidFill>
                  <a:srgbClr val="000000"/>
                </a:solidFill>
                <a:latin typeface="HGPｺﾞｼｯｸE"/>
                <a:ea typeface="HGPｺﾞｼｯｸE"/>
              </a:rPr>
              <a:t>リード文は読まない。数字は1ページ1つだけ指す。残りはお客様に聞かせない。</a:t>
            </a:r>
          </a:p>
        </p:txBody>
      </p:sp>
      <p:sp>
        <p:nvSpPr>
          <p:cNvPr id="8" name="Rectangle 7"/>
          <p:cNvSpPr/>
          <p:nvPr/>
        </p:nvSpPr>
        <p:spPr>
          <a:xfrm>
            <a:off x="411480" y="3136391"/>
            <a:ext cx="658368" cy="1234440"/>
          </a:xfrm>
          <a:prstGeom prst="rect">
            <a:avLst/>
          </a:prstGeom>
          <a:solidFill>
            <a:srgbClr val="FF0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spcAft>
                <a:spcPts val="500"/>
              </a:spcAft>
            </a:pPr>
            <a:r>
              <a:rPr sz="3000" b="1">
                <a:solidFill>
                  <a:srgbClr val="FFFFFF"/>
                </a:solidFill>
                <a:latin typeface="HGPｺﾞｼｯｸE"/>
                <a:ea typeface="HGPｺﾞｼｯｸE"/>
              </a:rPr>
              <a:t>2</a:t>
            </a:r>
          </a:p>
        </p:txBody>
      </p:sp>
      <p:sp>
        <p:nvSpPr>
          <p:cNvPr id="9" name="Rectangle 8"/>
          <p:cNvSpPr/>
          <p:nvPr/>
        </p:nvSpPr>
        <p:spPr>
          <a:xfrm>
            <a:off x="1170432" y="3136391"/>
            <a:ext cx="8339327" cy="1234440"/>
          </a:xfrm>
          <a:prstGeom prst="rect">
            <a:avLst/>
          </a:prstGeom>
          <a:solidFill>
            <a:srgbClr val="EAF1D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l">
              <a:spcAft>
                <a:spcPts val="600"/>
              </a:spcAft>
            </a:pPr>
            <a:r>
              <a:rPr sz="2000" b="1">
                <a:solidFill>
                  <a:srgbClr val="000000"/>
                </a:solidFill>
                <a:latin typeface="HGPｺﾞｼｯｸE"/>
                <a:ea typeface="HGPｺﾞｼｯｸE"/>
              </a:rPr>
              <a:t>緑帯の結論は、必ず声に出して言い切る</a:t>
            </a:r>
          </a:p>
          <a:p>
            <a:pPr algn="l">
              <a:spcAft>
                <a:spcPts val="500"/>
              </a:spcAft>
            </a:pPr>
            <a:r>
              <a:rPr sz="1400" b="0">
                <a:solidFill>
                  <a:srgbClr val="000000"/>
                </a:solidFill>
                <a:latin typeface="HGPｺﾞｼｯｸE"/>
                <a:ea typeface="HGPｺﾞｼｯｸE"/>
              </a:rPr>
              <a:t>11ページ分の緑帯が、そのまま必要性訴求のトークスクリプトです。</a:t>
            </a:r>
          </a:p>
        </p:txBody>
      </p:sp>
      <p:sp>
        <p:nvSpPr>
          <p:cNvPr id="10" name="Rectangle 9"/>
          <p:cNvSpPr/>
          <p:nvPr/>
        </p:nvSpPr>
        <p:spPr>
          <a:xfrm>
            <a:off x="411480" y="4462272"/>
            <a:ext cx="658368" cy="1234440"/>
          </a:xfrm>
          <a:prstGeom prst="rect">
            <a:avLst/>
          </a:prstGeom>
          <a:solidFill>
            <a:srgbClr val="FF0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spcAft>
                <a:spcPts val="500"/>
              </a:spcAft>
            </a:pPr>
            <a:r>
              <a:rPr sz="3000" b="1">
                <a:solidFill>
                  <a:srgbClr val="FFFFFF"/>
                </a:solidFill>
                <a:latin typeface="HGPｺﾞｼｯｸE"/>
                <a:ea typeface="HGPｺﾞｼｯｸE"/>
              </a:rPr>
              <a:t>3</a:t>
            </a:r>
          </a:p>
        </p:txBody>
      </p:sp>
      <p:sp>
        <p:nvSpPr>
          <p:cNvPr id="11" name="Rectangle 10"/>
          <p:cNvSpPr/>
          <p:nvPr/>
        </p:nvSpPr>
        <p:spPr>
          <a:xfrm>
            <a:off x="1170432" y="4462272"/>
            <a:ext cx="8339327" cy="1234440"/>
          </a:xfrm>
          <a:prstGeom prst="rect">
            <a:avLst/>
          </a:prstGeom>
          <a:solidFill>
            <a:srgbClr val="EAF1D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l">
              <a:spcAft>
                <a:spcPts val="600"/>
              </a:spcAft>
            </a:pPr>
            <a:r>
              <a:rPr sz="2000" b="1">
                <a:solidFill>
                  <a:srgbClr val="000000"/>
                </a:solidFill>
                <a:latin typeface="HGPｺﾞｼｯｸE"/>
                <a:ea typeface="HGPｺﾞｼｯｸE"/>
              </a:rPr>
              <a:t>全国平均ではなく、お客様の検針票の実額で話す</a:t>
            </a:r>
          </a:p>
          <a:p>
            <a:pPr algn="l">
              <a:spcAft>
                <a:spcPts val="500"/>
              </a:spcAft>
            </a:pPr>
            <a:r>
              <a:rPr sz="1400" b="0">
                <a:solidFill>
                  <a:srgbClr val="000000"/>
                </a:solidFill>
                <a:latin typeface="HGPｺﾞｼｯｸE"/>
                <a:ea typeface="HGPｺﾞｼｯｸE"/>
              </a:rPr>
              <a:t>最初に月額を聞く。以降の数字はすべてそこから計算し直す。</a:t>
            </a:r>
          </a:p>
        </p:txBody>
      </p:sp>
      <p:sp>
        <p:nvSpPr>
          <p:cNvPr id="12" name="Rectangle 11"/>
          <p:cNvSpPr/>
          <p:nvPr/>
        </p:nvSpPr>
        <p:spPr>
          <a:xfrm>
            <a:off x="411480" y="5815584"/>
            <a:ext cx="9098280" cy="512064"/>
          </a:xfrm>
          <a:prstGeom prst="rect">
            <a:avLst/>
          </a:prstGeom>
          <a:noFill/>
          <a:ln w="22225">
            <a:solidFill>
              <a:srgbClr val="FF0000"/>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spcAft>
                <a:spcPts val="500"/>
              </a:spcAft>
            </a:pPr>
            <a:r>
              <a:rPr sz="1600" b="1">
                <a:solidFill>
                  <a:srgbClr val="000000"/>
                </a:solidFill>
                <a:latin typeface="HGPｺﾞｼｯｸE"/>
                <a:ea typeface="HGPｺﾞｼｯｸE"/>
              </a:rPr>
              <a:t>次回は③経済メリット。今日ここで作った"危機感"が、その土台になります</a:t>
            </a:r>
          </a:p>
        </p:txBody>
      </p:sp>
    </p:spTree>
  </p:cSld>
  <p:clrMapOvr>
    <a:masterClrMapping/>
  </p:clrMapOvr>
</p:sld>
</file>

<file path=ppt/slides/slide90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Box 6"/>
          <p:cNvSpPr txBox="1">
            <a:spLocks noChangeArrowheads="1"/>
          </p:cNvSpPr>
          <p:nvPr/>
        </p:nvSpPr>
        <p:spPr bwMode="auto">
          <a:xfrm>
            <a:off x="119793" y="470959"/>
            <a:ext cx="9666414" cy="2169825"/>
          </a:xfrm>
          <a:prstGeom prst="rect">
            <a:avLst/>
          </a:prstGeom>
          <a:noFill/>
          <a:ln w="9525">
            <a:noFill/>
            <a:miter lim="800000"/>
            <a:headEnd/>
            <a:tailEnd/>
          </a:ln>
        </p:spPr>
        <p:txBody>
          <a:bodyPr wrap="square">
            <a:spAutoFit/>
          </a:bodyPr>
          <a:lstStyle/>
          <a:p>
            <a:pPr marL="0" marR="0" lvl="0" indent="0" algn="l" defTabSz="914400" rtl="0" eaLnBrk="1" fontAlgn="auto" latinLnBrk="0" hangingPunct="1">
              <a:lnSpc>
                <a:spcPts val="1800"/>
              </a:lnSpc>
              <a:spcBef>
                <a:spcPts val="0"/>
              </a:spcBef>
              <a:spcAft>
                <a:spcPts val="0"/>
              </a:spcAft>
              <a:buClrTx/>
              <a:buSzTx/>
              <a:buFontTx/>
              <a:buNone/>
              <a:tabLst/>
              <a:defRPr/>
            </a:pPr>
            <a:r>
              <a:rPr kumimoji="1" lang="ja-JP" altLang="en-US" sz="1400" b="0" i="0" u="none" strike="noStrike" kern="1200" cap="none" spc="0" normalizeH="0" baseline="0" noProof="0" dirty="0">
                <a:ln>
                  <a:noFill/>
                </a:ln>
                <a:solidFill>
                  <a:prstClr val="black"/>
                </a:solidFill>
                <a:effectLst/>
                <a:uLnTx/>
                <a:uFillTx/>
                <a:latin typeface="HGP明朝E" pitchFamily="18" charset="-128"/>
                <a:ea typeface="HGP明朝E" pitchFamily="18" charset="-128"/>
                <a:cs typeface="+mn-cs"/>
              </a:rPr>
              <a:t>この度は</a:t>
            </a:r>
            <a:r>
              <a:rPr kumimoji="1" lang="en-US" altLang="ja-JP" sz="1400" b="0" i="0" u="none" strike="noStrike" kern="1200" cap="none" spc="0" normalizeH="0" baseline="0" noProof="0" dirty="0">
                <a:ln>
                  <a:noFill/>
                </a:ln>
                <a:solidFill>
                  <a:prstClr val="black"/>
                </a:solidFill>
                <a:effectLst/>
                <a:uLnTx/>
                <a:uFillTx/>
                <a:latin typeface="Meiryo UI" panose="020B0604030504040204" pitchFamily="50" charset="-128"/>
                <a:ea typeface="Meiryo UI" panose="020B0604030504040204" pitchFamily="50" charset="-128"/>
                <a:cs typeface="+mn-cs"/>
              </a:rPr>
              <a:t>【</a:t>
            </a:r>
            <a:r>
              <a:rPr kumimoji="1" lang="ja-JP" altLang="en-US" sz="1400" b="1" i="0" u="none" strike="noStrike" kern="1200" cap="none" spc="0" normalizeH="0" baseline="0" noProof="0" dirty="0">
                <a:ln>
                  <a:noFill/>
                </a:ln>
                <a:solidFill>
                  <a:prstClr val="black"/>
                </a:solidFill>
                <a:effectLst/>
                <a:uLnTx/>
                <a:uFillTx/>
                <a:latin typeface="Meiryo UI" panose="020B0604030504040204" pitchFamily="50" charset="-128"/>
                <a:ea typeface="Meiryo UI" panose="020B0604030504040204" pitchFamily="50" charset="-128"/>
                <a:cs typeface="+mn-cs"/>
              </a:rPr>
              <a:t>㈱船井総合研究所　住宅用太陽光・蓄電池の売り方マスター研修</a:t>
            </a:r>
            <a:r>
              <a:rPr kumimoji="1" lang="en-US" altLang="ja-JP" sz="1400" b="0" i="0" u="none" strike="noStrike" kern="1200" cap="none" spc="0" normalizeH="0" baseline="0" noProof="0" dirty="0">
                <a:ln>
                  <a:noFill/>
                </a:ln>
                <a:solidFill>
                  <a:prstClr val="black"/>
                </a:solidFill>
                <a:effectLst/>
                <a:uLnTx/>
                <a:uFillTx/>
                <a:latin typeface="Meiryo UI" panose="020B0604030504040204" pitchFamily="50" charset="-128"/>
                <a:ea typeface="Meiryo UI" panose="020B0604030504040204" pitchFamily="50" charset="-128"/>
                <a:cs typeface="+mn-cs"/>
              </a:rPr>
              <a:t>】</a:t>
            </a:r>
            <a:r>
              <a:rPr kumimoji="1" lang="ja-JP" altLang="en-US" sz="1400" b="0" i="0" u="none" strike="noStrike" kern="1200" cap="none" spc="0" normalizeH="0" baseline="0" noProof="0" dirty="0">
                <a:ln>
                  <a:noFill/>
                </a:ln>
                <a:solidFill>
                  <a:prstClr val="black"/>
                </a:solidFill>
                <a:effectLst/>
                <a:uLnTx/>
                <a:uFillTx/>
                <a:latin typeface="HGP明朝E" pitchFamily="18" charset="-128"/>
                <a:ea typeface="HGP明朝E" pitchFamily="18" charset="-128"/>
                <a:cs typeface="+mn-cs"/>
              </a:rPr>
              <a:t>にご参加いただき、誠にありがとうございました。</a:t>
            </a:r>
            <a:endParaRPr kumimoji="1" lang="en-US" altLang="ja-JP" sz="1400" b="0" i="0" u="none" strike="noStrike" kern="1200" cap="none" spc="0" normalizeH="0" baseline="0" noProof="0" dirty="0">
              <a:ln>
                <a:noFill/>
              </a:ln>
              <a:solidFill>
                <a:prstClr val="black"/>
              </a:solidFill>
              <a:effectLst/>
              <a:uLnTx/>
              <a:uFillTx/>
              <a:latin typeface="HGP明朝E" pitchFamily="18" charset="-128"/>
              <a:ea typeface="HGP明朝E" pitchFamily="18" charset="-128"/>
              <a:cs typeface="+mn-cs"/>
            </a:endParaRPr>
          </a:p>
          <a:p>
            <a:pPr marL="0" marR="0" lvl="0" indent="0" algn="l" defTabSz="914400" rtl="0" eaLnBrk="0" fontAlgn="auto" latinLnBrk="0" hangingPunct="0">
              <a:lnSpc>
                <a:spcPts val="1800"/>
              </a:lnSpc>
              <a:spcBef>
                <a:spcPts val="0"/>
              </a:spcBef>
              <a:spcAft>
                <a:spcPts val="0"/>
              </a:spcAft>
              <a:buClrTx/>
              <a:buSzTx/>
              <a:buFontTx/>
              <a:buNone/>
              <a:tabLst/>
              <a:defRPr/>
            </a:pPr>
            <a:r>
              <a:rPr kumimoji="1" lang="ja-JP" altLang="en-US" sz="1400" b="0" i="0" u="none" strike="noStrike" kern="1200" cap="none" spc="0" normalizeH="0" baseline="0" noProof="0" dirty="0">
                <a:ln>
                  <a:noFill/>
                </a:ln>
                <a:solidFill>
                  <a:prstClr val="black"/>
                </a:solidFill>
                <a:effectLst/>
                <a:uLnTx/>
                <a:uFillTx/>
                <a:latin typeface="HGP明朝E" pitchFamily="18" charset="-128"/>
                <a:ea typeface="HGP明朝E" pitchFamily="18" charset="-128"/>
                <a:cs typeface="+mn-cs"/>
              </a:rPr>
              <a:t>１．講座及びテキストに関するお問い合わせは、下記までお願いいたします。</a:t>
            </a:r>
            <a:endParaRPr kumimoji="1" lang="en-US" altLang="ja-JP" sz="1400" b="0" i="0" u="none" strike="noStrike" kern="1200" cap="none" spc="0" normalizeH="0" baseline="0" noProof="0" dirty="0">
              <a:ln>
                <a:noFill/>
              </a:ln>
              <a:solidFill>
                <a:prstClr val="black"/>
              </a:solidFill>
              <a:effectLst/>
              <a:uLnTx/>
              <a:uFillTx/>
              <a:latin typeface="HGP明朝E" pitchFamily="18" charset="-128"/>
              <a:ea typeface="HGP明朝E" pitchFamily="18" charset="-128"/>
              <a:cs typeface="+mn-cs"/>
            </a:endParaRPr>
          </a:p>
          <a:p>
            <a:pPr marL="0" marR="0" lvl="0" indent="0" algn="l" defTabSz="914400" rtl="0" eaLnBrk="0" fontAlgn="auto" latinLnBrk="0" hangingPunct="0">
              <a:lnSpc>
                <a:spcPts val="1800"/>
              </a:lnSpc>
              <a:spcBef>
                <a:spcPts val="0"/>
              </a:spcBef>
              <a:spcAft>
                <a:spcPts val="0"/>
              </a:spcAft>
              <a:buClrTx/>
              <a:buSzTx/>
              <a:buFontTx/>
              <a:buNone/>
              <a:tabLst/>
              <a:defRPr/>
            </a:pPr>
            <a:r>
              <a:rPr kumimoji="1" lang="ja-JP" altLang="en-US" sz="1400" b="0" i="0" u="none" strike="noStrike" kern="1200" cap="none" spc="0" normalizeH="0" baseline="0" noProof="0" dirty="0">
                <a:ln>
                  <a:noFill/>
                </a:ln>
                <a:solidFill>
                  <a:prstClr val="black"/>
                </a:solidFill>
                <a:effectLst/>
                <a:uLnTx/>
                <a:uFillTx/>
                <a:latin typeface="HGP明朝E" pitchFamily="18" charset="-128"/>
                <a:ea typeface="HGP明朝E" pitchFamily="18" charset="-128"/>
                <a:cs typeface="+mn-cs"/>
              </a:rPr>
              <a:t>２．本テキストの著作権は、引用部分を除き、全て</a:t>
            </a:r>
            <a:r>
              <a:rPr kumimoji="1" lang="en-US" altLang="ja-JP" sz="1400" b="0" i="0" u="none" strike="noStrike" kern="1200" cap="none" spc="0" normalizeH="0" baseline="0" noProof="0" dirty="0">
                <a:ln>
                  <a:noFill/>
                </a:ln>
                <a:solidFill>
                  <a:prstClr val="black"/>
                </a:solidFill>
                <a:effectLst/>
                <a:uLnTx/>
                <a:uFillTx/>
                <a:latin typeface="HGP明朝E" pitchFamily="18" charset="-128"/>
                <a:ea typeface="HGP明朝E" pitchFamily="18" charset="-128"/>
                <a:cs typeface="+mn-cs"/>
              </a:rPr>
              <a:t>(</a:t>
            </a:r>
            <a:r>
              <a:rPr kumimoji="1" lang="ja-JP" altLang="en-US" sz="1400" b="0" i="0" u="none" strike="noStrike" kern="1200" cap="none" spc="0" normalizeH="0" baseline="0" noProof="0" dirty="0">
                <a:ln>
                  <a:noFill/>
                </a:ln>
                <a:solidFill>
                  <a:prstClr val="black"/>
                </a:solidFill>
                <a:effectLst/>
                <a:uLnTx/>
                <a:uFillTx/>
                <a:latin typeface="HGP明朝E" pitchFamily="18" charset="-128"/>
                <a:ea typeface="HGP明朝E" pitchFamily="18" charset="-128"/>
                <a:cs typeface="+mn-cs"/>
              </a:rPr>
              <a:t>株</a:t>
            </a:r>
            <a:r>
              <a:rPr kumimoji="1" lang="en-US" altLang="ja-JP" sz="1400" b="0" i="0" u="none" strike="noStrike" kern="1200" cap="none" spc="0" normalizeH="0" baseline="0" noProof="0" dirty="0">
                <a:ln>
                  <a:noFill/>
                </a:ln>
                <a:solidFill>
                  <a:prstClr val="black"/>
                </a:solidFill>
                <a:effectLst/>
                <a:uLnTx/>
                <a:uFillTx/>
                <a:latin typeface="HGP明朝E" pitchFamily="18" charset="-128"/>
                <a:ea typeface="HGP明朝E" pitchFamily="18" charset="-128"/>
                <a:cs typeface="+mn-cs"/>
              </a:rPr>
              <a:t>)</a:t>
            </a:r>
            <a:r>
              <a:rPr kumimoji="1" lang="ja-JP" altLang="en-US" sz="1400" b="0" i="0" u="none" strike="noStrike" kern="1200" cap="none" spc="0" normalizeH="0" baseline="0" noProof="0" dirty="0">
                <a:ln>
                  <a:noFill/>
                </a:ln>
                <a:solidFill>
                  <a:prstClr val="black"/>
                </a:solidFill>
                <a:effectLst/>
                <a:uLnTx/>
                <a:uFillTx/>
                <a:latin typeface="HGP明朝E" pitchFamily="18" charset="-128"/>
                <a:ea typeface="HGP明朝E" pitchFamily="18" charset="-128"/>
                <a:cs typeface="+mn-cs"/>
              </a:rPr>
              <a:t>船井総合研究所に帰属しています。</a:t>
            </a:r>
          </a:p>
          <a:p>
            <a:pPr marL="0" marR="0" lvl="0" indent="0" algn="l" defTabSz="914400" rtl="0" eaLnBrk="1" fontAlgn="auto" latinLnBrk="0" hangingPunct="1">
              <a:lnSpc>
                <a:spcPts val="1800"/>
              </a:lnSpc>
              <a:spcBef>
                <a:spcPts val="0"/>
              </a:spcBef>
              <a:spcAft>
                <a:spcPts val="0"/>
              </a:spcAft>
              <a:buClrTx/>
              <a:buSzTx/>
              <a:buFontTx/>
              <a:buNone/>
              <a:tabLst/>
              <a:defRPr/>
            </a:pPr>
            <a:r>
              <a:rPr kumimoji="1" lang="ja-JP" altLang="en-US" sz="1400" b="0" i="0" u="none" strike="noStrike" kern="1200" cap="none" spc="0" normalizeH="0" baseline="0" noProof="0" dirty="0">
                <a:ln>
                  <a:noFill/>
                </a:ln>
                <a:solidFill>
                  <a:prstClr val="black"/>
                </a:solidFill>
                <a:effectLst/>
                <a:uLnTx/>
                <a:uFillTx/>
                <a:latin typeface="HGP明朝E" pitchFamily="18" charset="-128"/>
                <a:ea typeface="HGP明朝E" pitchFamily="18" charset="-128"/>
                <a:cs typeface="+mn-cs"/>
              </a:rPr>
              <a:t>３．本セミナーで入手したテキスト、</a:t>
            </a:r>
            <a:r>
              <a:rPr kumimoji="1" lang="en-US" altLang="ja-JP" sz="1400" b="0" i="0" u="none" strike="noStrike" kern="1200" cap="none" spc="0" normalizeH="0" baseline="0" noProof="0" dirty="0">
                <a:ln>
                  <a:noFill/>
                </a:ln>
                <a:solidFill>
                  <a:prstClr val="black"/>
                </a:solidFill>
                <a:effectLst/>
                <a:uLnTx/>
                <a:uFillTx/>
                <a:latin typeface="HGP明朝E" pitchFamily="18" charset="-128"/>
                <a:ea typeface="HGP明朝E" pitchFamily="18" charset="-128"/>
                <a:cs typeface="+mn-cs"/>
              </a:rPr>
              <a:t>DVD</a:t>
            </a:r>
            <a:r>
              <a:rPr kumimoji="1" lang="ja-JP" altLang="en-US" sz="1400" b="0" i="0" u="none" strike="noStrike" kern="1200" cap="none" spc="0" normalizeH="0" baseline="0" noProof="0" dirty="0">
                <a:ln>
                  <a:noFill/>
                </a:ln>
                <a:solidFill>
                  <a:prstClr val="black"/>
                </a:solidFill>
                <a:effectLst/>
                <a:uLnTx/>
                <a:uFillTx/>
                <a:latin typeface="HGP明朝E" pitchFamily="18" charset="-128"/>
                <a:ea typeface="HGP明朝E" pitchFamily="18" charset="-128"/>
                <a:cs typeface="+mn-cs"/>
              </a:rPr>
              <a:t>、その他の文書等は許可なく複製を作成すること、また二次利用することを禁止します。</a:t>
            </a:r>
            <a:br>
              <a:rPr kumimoji="1" lang="ja-JP" altLang="en-US" sz="1400" b="0" i="0" u="none" strike="noStrike" kern="1200" cap="none" spc="0" normalizeH="0" baseline="0" noProof="0" dirty="0">
                <a:ln>
                  <a:noFill/>
                </a:ln>
                <a:solidFill>
                  <a:prstClr val="black"/>
                </a:solidFill>
                <a:effectLst/>
                <a:uLnTx/>
                <a:uFillTx/>
                <a:latin typeface="HGP明朝E" pitchFamily="18" charset="-128"/>
                <a:ea typeface="HGP明朝E" pitchFamily="18" charset="-128"/>
                <a:cs typeface="+mn-cs"/>
              </a:rPr>
            </a:br>
            <a:r>
              <a:rPr kumimoji="1" lang="ja-JP" altLang="en-US" sz="1400" b="0" i="0" u="none" strike="noStrike" kern="1200" cap="none" spc="0" normalizeH="0" baseline="0" noProof="0" dirty="0">
                <a:ln>
                  <a:noFill/>
                </a:ln>
                <a:solidFill>
                  <a:prstClr val="black"/>
                </a:solidFill>
                <a:effectLst/>
                <a:uLnTx/>
                <a:uFillTx/>
                <a:latin typeface="HGP明朝E" pitchFamily="18" charset="-128"/>
                <a:ea typeface="HGP明朝E" pitchFamily="18" charset="-128"/>
                <a:cs typeface="+mn-cs"/>
              </a:rPr>
              <a:t>４．本セミナーの内容と同じ、または類似した研修の開催や、第三者に行わせることを禁じます。</a:t>
            </a:r>
            <a:br>
              <a:rPr kumimoji="1" lang="ja-JP" altLang="en-US" sz="1400" b="0" i="0" u="none" strike="noStrike" kern="1200" cap="none" spc="0" normalizeH="0" baseline="0" noProof="0" dirty="0">
                <a:ln>
                  <a:noFill/>
                </a:ln>
                <a:solidFill>
                  <a:prstClr val="black"/>
                </a:solidFill>
                <a:effectLst/>
                <a:uLnTx/>
                <a:uFillTx/>
                <a:latin typeface="HGP明朝E" pitchFamily="18" charset="-128"/>
                <a:ea typeface="HGP明朝E" pitchFamily="18" charset="-128"/>
                <a:cs typeface="+mn-cs"/>
              </a:rPr>
            </a:br>
            <a:r>
              <a:rPr kumimoji="1" lang="ja-JP" altLang="en-US" sz="1400" b="0" i="0" u="none" strike="noStrike" kern="1200" cap="none" spc="0" normalizeH="0" baseline="0" noProof="0" dirty="0">
                <a:ln>
                  <a:noFill/>
                </a:ln>
                <a:solidFill>
                  <a:prstClr val="black"/>
                </a:solidFill>
                <a:effectLst/>
                <a:uLnTx/>
                <a:uFillTx/>
                <a:latin typeface="HGP明朝E" pitchFamily="18" charset="-128"/>
                <a:ea typeface="HGP明朝E" pitchFamily="18" charset="-128"/>
                <a:cs typeface="+mn-cs"/>
              </a:rPr>
              <a:t>５．録音、録画、撮影などの行為はお断りします。</a:t>
            </a:r>
            <a:br>
              <a:rPr kumimoji="1" lang="ja-JP" altLang="en-US" sz="1400" b="0" i="0" u="none" strike="noStrike" kern="1200" cap="none" spc="0" normalizeH="0" baseline="0" noProof="0" dirty="0">
                <a:ln>
                  <a:noFill/>
                </a:ln>
                <a:solidFill>
                  <a:prstClr val="black"/>
                </a:solidFill>
                <a:effectLst/>
                <a:uLnTx/>
                <a:uFillTx/>
                <a:latin typeface="HGP明朝E" pitchFamily="18" charset="-128"/>
                <a:ea typeface="HGP明朝E" pitchFamily="18" charset="-128"/>
                <a:cs typeface="+mn-cs"/>
              </a:rPr>
            </a:br>
            <a:r>
              <a:rPr kumimoji="1" lang="ja-JP" altLang="en-US" sz="1400" b="0" i="0" u="none" strike="noStrike" kern="1200" cap="none" spc="0" normalizeH="0" baseline="0" noProof="0" dirty="0">
                <a:ln>
                  <a:noFill/>
                </a:ln>
                <a:solidFill>
                  <a:prstClr val="black"/>
                </a:solidFill>
                <a:effectLst/>
                <a:uLnTx/>
                <a:uFillTx/>
                <a:latin typeface="HGP明朝E" pitchFamily="18" charset="-128"/>
                <a:ea typeface="HGP明朝E" pitchFamily="18" charset="-128"/>
                <a:cs typeface="+mn-cs"/>
              </a:rPr>
              <a:t>６．本セミナーで入手したテキストおよび資料等をＳＮＳ等を通じて第三者に開示することを禁じます。</a:t>
            </a:r>
          </a:p>
          <a:p>
            <a:pPr marL="0" marR="0" lvl="0" indent="0" algn="l" defTabSz="914400" rtl="0" eaLnBrk="1" fontAlgn="auto" latinLnBrk="0" hangingPunct="1">
              <a:lnSpc>
                <a:spcPts val="1800"/>
              </a:lnSpc>
              <a:spcBef>
                <a:spcPts val="0"/>
              </a:spcBef>
              <a:spcAft>
                <a:spcPts val="0"/>
              </a:spcAft>
              <a:buClrTx/>
              <a:buSzTx/>
              <a:buFontTx/>
              <a:buNone/>
              <a:tabLst/>
              <a:defRPr/>
            </a:pPr>
            <a:r>
              <a:rPr kumimoji="1" lang="ja-JP" altLang="en-US" sz="1400" b="0" i="0" u="none" strike="noStrike" kern="1200" cap="none" spc="0" normalizeH="0" baseline="0" noProof="0" dirty="0">
                <a:ln>
                  <a:noFill/>
                </a:ln>
                <a:solidFill>
                  <a:prstClr val="black"/>
                </a:solidFill>
                <a:effectLst/>
                <a:uLnTx/>
                <a:uFillTx/>
                <a:latin typeface="HGP明朝E" pitchFamily="18" charset="-128"/>
                <a:ea typeface="HGP明朝E" pitchFamily="18" charset="-128"/>
                <a:cs typeface="+mn-cs"/>
              </a:rPr>
              <a:t>７．なお、上記３～６の事項が発覚した場合、本人または法人に対して損害賠償を行う場合があります。</a:t>
            </a:r>
            <a:endParaRPr kumimoji="1" lang="en-US" altLang="ja-JP" sz="1400" b="0" i="0" u="none" strike="noStrike" kern="1200" cap="none" spc="0" normalizeH="0" baseline="0" noProof="0" dirty="0">
              <a:ln>
                <a:noFill/>
              </a:ln>
              <a:solidFill>
                <a:prstClr val="black"/>
              </a:solidFill>
              <a:effectLst/>
              <a:uLnTx/>
              <a:uFillTx/>
              <a:latin typeface="HGP明朝E" pitchFamily="18" charset="-128"/>
              <a:ea typeface="HGP明朝E" pitchFamily="18" charset="-128"/>
              <a:cs typeface="+mn-cs"/>
            </a:endParaRPr>
          </a:p>
          <a:p>
            <a:pPr marL="0" marR="0" lvl="0" indent="0" algn="l" defTabSz="914400" rtl="0" eaLnBrk="1" fontAlgn="auto" latinLnBrk="0" hangingPunct="1">
              <a:lnSpc>
                <a:spcPts val="1800"/>
              </a:lnSpc>
              <a:spcBef>
                <a:spcPts val="0"/>
              </a:spcBef>
              <a:spcAft>
                <a:spcPts val="0"/>
              </a:spcAft>
              <a:buClrTx/>
              <a:buSzTx/>
              <a:buFontTx/>
              <a:buNone/>
              <a:tabLst/>
              <a:defRPr/>
            </a:pPr>
            <a:r>
              <a:rPr kumimoji="1" lang="ja-JP" altLang="en-US" sz="1400" b="0" i="0" u="none" strike="noStrike" kern="1200" cap="none" spc="0" normalizeH="0" baseline="0" noProof="0" dirty="0">
                <a:ln>
                  <a:noFill/>
                </a:ln>
                <a:solidFill>
                  <a:prstClr val="black"/>
                </a:solidFill>
                <a:effectLst/>
                <a:uLnTx/>
                <a:uFillTx/>
                <a:latin typeface="HGP明朝E" pitchFamily="18" charset="-128"/>
                <a:ea typeface="HGP明朝E" pitchFamily="18" charset="-128"/>
                <a:cs typeface="+mn-cs"/>
              </a:rPr>
              <a:t>８．当社ではセミナー中の様子を撮影し、当社の宣伝に使用することがあります。あらかじめご了承ください。　　　　 　   　　　　　　　　　</a:t>
            </a:r>
            <a:endParaRPr kumimoji="1" lang="en-US" altLang="ja-JP" sz="1400" b="0" i="0" u="none" strike="noStrike" kern="1200" cap="none" spc="0" normalizeH="0" baseline="0" noProof="0" dirty="0">
              <a:ln>
                <a:noFill/>
              </a:ln>
              <a:solidFill>
                <a:prstClr val="black"/>
              </a:solidFill>
              <a:effectLst/>
              <a:uLnTx/>
              <a:uFillTx/>
              <a:latin typeface="HGP明朝E" pitchFamily="18" charset="-128"/>
              <a:ea typeface="HGP明朝E" pitchFamily="18" charset="-128"/>
              <a:cs typeface="+mn-cs"/>
            </a:endParaRPr>
          </a:p>
        </p:txBody>
      </p:sp>
      <p:sp>
        <p:nvSpPr>
          <p:cNvPr id="3" name="Rectangle 10"/>
          <p:cNvSpPr>
            <a:spLocks noChangeArrowheads="1"/>
          </p:cNvSpPr>
          <p:nvPr/>
        </p:nvSpPr>
        <p:spPr bwMode="auto">
          <a:xfrm>
            <a:off x="92512" y="2926534"/>
            <a:ext cx="9702351" cy="1143000"/>
          </a:xfrm>
          <a:prstGeom prst="rect">
            <a:avLst/>
          </a:prstGeom>
          <a:solidFill>
            <a:srgbClr val="FFFFFF"/>
          </a:solidFill>
          <a:ln w="19050">
            <a:solidFill>
              <a:srgbClr val="000066"/>
            </a:solidFill>
            <a:miter lim="800000"/>
            <a:headEnd/>
            <a:tailEnd/>
          </a:ln>
        </p:spPr>
        <p:txBody>
          <a:bodyPr anchor="ctr"/>
          <a:lstStyle/>
          <a:p>
            <a:pPr marL="0" marR="0" lvl="0" indent="0" algn="ctr" defTabSz="914400" rtl="0" eaLnBrk="0" fontAlgn="auto" latinLnBrk="0" hangingPunct="0">
              <a:lnSpc>
                <a:spcPct val="150000"/>
              </a:lnSpc>
              <a:spcBef>
                <a:spcPts val="0"/>
              </a:spcBef>
              <a:spcAft>
                <a:spcPts val="0"/>
              </a:spcAft>
              <a:buClrTx/>
              <a:buSzTx/>
              <a:buFontTx/>
              <a:buNone/>
              <a:tabLst/>
              <a:defRPr/>
            </a:pPr>
            <a:r>
              <a:rPr kumimoji="1" lang="ja-JP" altLang="en-US" sz="2200" b="0" i="0" u="none" strike="noStrike" kern="1200" cap="none" spc="0" normalizeH="0" baseline="0" noProof="0" dirty="0">
                <a:ln>
                  <a:noFill/>
                </a:ln>
                <a:solidFill>
                  <a:srgbClr val="000066"/>
                </a:solidFill>
                <a:effectLst/>
                <a:uLnTx/>
                <a:uFillTx/>
                <a:latin typeface="HGP明朝E" pitchFamily="18" charset="-128"/>
                <a:ea typeface="HGP明朝E" pitchFamily="18" charset="-128"/>
                <a:cs typeface="+mn-cs"/>
              </a:rPr>
              <a:t>株式会社船井総合研究所</a:t>
            </a:r>
            <a:endParaRPr kumimoji="1" lang="en-US" altLang="ja-JP" sz="2200" b="0" i="0" u="none" strike="noStrike" kern="1200" cap="none" spc="0" normalizeH="0" baseline="0" noProof="0" dirty="0">
              <a:ln>
                <a:noFill/>
              </a:ln>
              <a:solidFill>
                <a:srgbClr val="000066"/>
              </a:solidFill>
              <a:effectLst/>
              <a:uLnTx/>
              <a:uFillTx/>
              <a:latin typeface="HGP明朝E" pitchFamily="18" charset="-128"/>
              <a:ea typeface="HGP明朝E" pitchFamily="18" charset="-128"/>
              <a:cs typeface="+mn-cs"/>
            </a:endParaRPr>
          </a:p>
          <a:p>
            <a:pPr marL="0" marR="0" lvl="0" indent="0" algn="ctr" defTabSz="914400" rtl="0" eaLnBrk="0" fontAlgn="auto" latinLnBrk="0" hangingPunct="0">
              <a:lnSpc>
                <a:spcPct val="100000"/>
              </a:lnSpc>
              <a:spcBef>
                <a:spcPts val="0"/>
              </a:spcBef>
              <a:spcAft>
                <a:spcPts val="0"/>
              </a:spcAft>
              <a:buClrTx/>
              <a:buSzTx/>
              <a:buFontTx/>
              <a:buNone/>
              <a:tabLst/>
              <a:defRPr/>
            </a:pPr>
            <a:r>
              <a:rPr kumimoji="1" lang="en-US" altLang="ja-JP" sz="2400" b="0" i="0" u="none" strike="noStrike" kern="1200" cap="none" spc="0" normalizeH="0" baseline="0" noProof="0" dirty="0">
                <a:ln>
                  <a:noFill/>
                </a:ln>
                <a:solidFill>
                  <a:srgbClr val="000066"/>
                </a:solidFill>
                <a:effectLst/>
                <a:uLnTx/>
                <a:uFillTx/>
                <a:latin typeface="HGP明朝E" pitchFamily="18" charset="-128"/>
                <a:ea typeface="HGP明朝E" pitchFamily="18" charset="-128"/>
                <a:cs typeface="+mn-cs"/>
              </a:rPr>
              <a:t>『</a:t>
            </a:r>
            <a:r>
              <a:rPr kumimoji="1" lang="ja-JP" altLang="en-US" sz="2400" b="0" i="0" u="none" strike="noStrike" kern="1200" cap="none" spc="0" normalizeH="0" baseline="0" noProof="0" dirty="0">
                <a:ln>
                  <a:noFill/>
                </a:ln>
                <a:solidFill>
                  <a:srgbClr val="000066"/>
                </a:solidFill>
                <a:effectLst/>
                <a:uLnTx/>
                <a:uFillTx/>
                <a:latin typeface="HGP明朝E" pitchFamily="18" charset="-128"/>
                <a:ea typeface="HGP明朝E" pitchFamily="18" charset="-128"/>
                <a:cs typeface="+mn-cs"/>
              </a:rPr>
              <a:t>住宅用太陽光・蓄電池の売り方マスター研修</a:t>
            </a:r>
            <a:r>
              <a:rPr kumimoji="1" lang="en-US" altLang="ja-JP" sz="2400" b="0" i="0" u="none" strike="noStrike" kern="1200" cap="none" spc="0" normalizeH="0" baseline="0" noProof="0" dirty="0">
                <a:ln>
                  <a:noFill/>
                </a:ln>
                <a:solidFill>
                  <a:srgbClr val="000066"/>
                </a:solidFill>
                <a:effectLst/>
                <a:uLnTx/>
                <a:uFillTx/>
                <a:latin typeface="HGP明朝E" pitchFamily="18" charset="-128"/>
                <a:ea typeface="HGP明朝E" pitchFamily="18" charset="-128"/>
                <a:cs typeface="+mn-cs"/>
              </a:rPr>
              <a:t>』</a:t>
            </a:r>
          </a:p>
        </p:txBody>
      </p:sp>
      <p:sp>
        <p:nvSpPr>
          <p:cNvPr id="4" name="Rectangle 11"/>
          <p:cNvSpPr>
            <a:spLocks noChangeArrowheads="1"/>
          </p:cNvSpPr>
          <p:nvPr/>
        </p:nvSpPr>
        <p:spPr bwMode="auto">
          <a:xfrm>
            <a:off x="92512" y="4641034"/>
            <a:ext cx="9702351" cy="1956318"/>
          </a:xfrm>
          <a:prstGeom prst="rect">
            <a:avLst/>
          </a:prstGeom>
          <a:solidFill>
            <a:srgbClr val="FFFFFF"/>
          </a:solidFill>
          <a:ln w="19050">
            <a:solidFill>
              <a:srgbClr val="000066"/>
            </a:solidFill>
            <a:miter lim="800000"/>
            <a:headEnd/>
            <a:tailEnd/>
          </a:ln>
        </p:spPr>
        <p:txBody>
          <a:bodyPr anchor="ctr"/>
          <a:lstStyle/>
          <a:p>
            <a:pPr marL="0" marR="0" lvl="0" indent="139700" algn="just" defTabSz="914400" rtl="0" eaLnBrk="1" fontAlgn="auto" latinLnBrk="0" hangingPunct="1">
              <a:lnSpc>
                <a:spcPct val="100000"/>
              </a:lnSpc>
              <a:spcBef>
                <a:spcPts val="0"/>
              </a:spcBef>
              <a:spcAft>
                <a:spcPts val="0"/>
              </a:spcAft>
              <a:buClrTx/>
              <a:buSzTx/>
              <a:buFontTx/>
              <a:buNone/>
              <a:tabLst/>
              <a:defRPr/>
            </a:pPr>
            <a:r>
              <a:rPr kumimoji="1" lang="en-US" altLang="ja-JP" sz="1400" b="0" i="0" u="none" strike="noStrike" kern="1200" cap="none" spc="0" normalizeH="0" baseline="0" noProof="0">
                <a:ln>
                  <a:noFill/>
                </a:ln>
                <a:solidFill>
                  <a:prstClr val="black"/>
                </a:solidFill>
                <a:effectLst/>
                <a:uLnTx/>
                <a:uFillTx/>
                <a:latin typeface="HGP明朝E" pitchFamily="18" charset="-128"/>
                <a:ea typeface="HGP明朝E" pitchFamily="18" charset="-128"/>
                <a:cs typeface="+mn-cs"/>
              </a:rPr>
              <a:t>2026</a:t>
            </a:r>
            <a:r>
              <a:rPr kumimoji="1" lang="ja-JP" altLang="en-US" sz="1400" b="0" i="0" u="none" strike="noStrike" kern="1200" cap="none" spc="0" normalizeH="0" baseline="0" noProof="0">
                <a:ln>
                  <a:noFill/>
                </a:ln>
                <a:solidFill>
                  <a:prstClr val="black"/>
                </a:solidFill>
                <a:effectLst/>
                <a:uLnTx/>
                <a:uFillTx/>
                <a:latin typeface="HGP明朝E" pitchFamily="18" charset="-128"/>
                <a:ea typeface="HGP明朝E" pitchFamily="18" charset="-128"/>
                <a:cs typeface="+mn-cs"/>
              </a:rPr>
              <a:t>年</a:t>
            </a:r>
            <a:r>
              <a:rPr kumimoji="1" lang="ja-JP" altLang="en-US" sz="1400" b="0" i="0" u="none" strike="noStrike" kern="1200" cap="none" spc="0" normalizeH="0" baseline="0" noProof="0" dirty="0">
                <a:ln>
                  <a:noFill/>
                </a:ln>
                <a:solidFill>
                  <a:prstClr val="black"/>
                </a:solidFill>
                <a:effectLst/>
                <a:uLnTx/>
                <a:uFillTx/>
                <a:latin typeface="HGP明朝E" pitchFamily="18" charset="-128"/>
                <a:ea typeface="HGP明朝E" pitchFamily="18" charset="-128"/>
                <a:cs typeface="+mn-cs"/>
              </a:rPr>
              <a:t>１</a:t>
            </a:r>
            <a:r>
              <a:rPr kumimoji="1" lang="en-US" altLang="ja-JP" sz="1400" b="0" i="0" u="none" strike="noStrike" kern="1200" cap="none" spc="0" normalizeH="0" baseline="0" noProof="0" dirty="0">
                <a:ln>
                  <a:noFill/>
                </a:ln>
                <a:solidFill>
                  <a:prstClr val="black"/>
                </a:solidFill>
                <a:effectLst/>
                <a:uLnTx/>
                <a:uFillTx/>
                <a:latin typeface="HGP明朝E" pitchFamily="18" charset="-128"/>
                <a:ea typeface="HGP明朝E" pitchFamily="18" charset="-128"/>
                <a:cs typeface="+mn-cs"/>
              </a:rPr>
              <a:t>1</a:t>
            </a:r>
            <a:r>
              <a:rPr kumimoji="1" lang="ja-JP" altLang="en-US" sz="1400" b="0" i="0" u="none" strike="noStrike" kern="1200" cap="none" spc="0" normalizeH="0" baseline="0" noProof="0" dirty="0">
                <a:ln>
                  <a:noFill/>
                </a:ln>
                <a:solidFill>
                  <a:prstClr val="black"/>
                </a:solidFill>
                <a:effectLst/>
                <a:uLnTx/>
                <a:uFillTx/>
                <a:latin typeface="HGP明朝E" pitchFamily="18" charset="-128"/>
                <a:ea typeface="HGP明朝E" pitchFamily="18" charset="-128"/>
                <a:cs typeface="+mn-cs"/>
              </a:rPr>
              <a:t>月発行</a:t>
            </a:r>
          </a:p>
          <a:p>
            <a:pPr marL="0" marR="0" lvl="0" indent="139700" algn="just" defTabSz="914400" rtl="0" eaLnBrk="0" fontAlgn="auto" latinLnBrk="0" hangingPunct="0">
              <a:lnSpc>
                <a:spcPct val="100000"/>
              </a:lnSpc>
              <a:spcBef>
                <a:spcPts val="0"/>
              </a:spcBef>
              <a:spcAft>
                <a:spcPts val="0"/>
              </a:spcAft>
              <a:buClrTx/>
              <a:buSzTx/>
              <a:buFontTx/>
              <a:buNone/>
              <a:tabLst/>
              <a:defRPr/>
            </a:pPr>
            <a:r>
              <a:rPr kumimoji="1" lang="ja-JP" altLang="en-US" sz="1400" b="0" i="0" u="none" strike="noStrike" kern="1200" cap="none" spc="0" normalizeH="0" baseline="0" noProof="0" dirty="0">
                <a:ln>
                  <a:noFill/>
                </a:ln>
                <a:solidFill>
                  <a:prstClr val="black"/>
                </a:solidFill>
                <a:effectLst/>
                <a:uLnTx/>
                <a:uFillTx/>
                <a:latin typeface="HGP明朝E" pitchFamily="18" charset="-128"/>
                <a:ea typeface="HGP明朝E" pitchFamily="18" charset="-128"/>
                <a:cs typeface="+mn-cs"/>
              </a:rPr>
              <a:t>著　者　 ：　株式会社船井総合研究所　　専門工事支援部 北 隆人</a:t>
            </a:r>
          </a:p>
          <a:p>
            <a:pPr marL="0" marR="0" lvl="0" indent="139700" algn="just" defTabSz="914400" rtl="0" eaLnBrk="0" fontAlgn="auto" latinLnBrk="0" hangingPunct="0">
              <a:lnSpc>
                <a:spcPct val="100000"/>
              </a:lnSpc>
              <a:spcBef>
                <a:spcPts val="0"/>
              </a:spcBef>
              <a:spcAft>
                <a:spcPts val="0"/>
              </a:spcAft>
              <a:buClrTx/>
              <a:buSzTx/>
              <a:buFontTx/>
              <a:buNone/>
              <a:tabLst/>
              <a:defRPr/>
            </a:pPr>
            <a:r>
              <a:rPr kumimoji="1" lang="ja-JP" altLang="en-US" sz="1400" b="0" i="0" u="none" strike="noStrike" kern="1200" cap="none" spc="0" normalizeH="0" baseline="0" noProof="0" dirty="0">
                <a:ln>
                  <a:noFill/>
                </a:ln>
                <a:solidFill>
                  <a:prstClr val="black"/>
                </a:solidFill>
                <a:effectLst/>
                <a:uLnTx/>
                <a:uFillTx/>
                <a:latin typeface="HGP明朝E" pitchFamily="18" charset="-128"/>
                <a:ea typeface="HGP明朝E" pitchFamily="18" charset="-128"/>
                <a:cs typeface="+mn-cs"/>
              </a:rPr>
              <a:t>発行所　：　株式会社船井総合研究所</a:t>
            </a:r>
          </a:p>
          <a:p>
            <a:pPr marL="0" marR="0" lvl="0" indent="139700" algn="just" defTabSz="914400" rtl="0" eaLnBrk="0" fontAlgn="auto" latinLnBrk="0" hangingPunct="0">
              <a:lnSpc>
                <a:spcPct val="100000"/>
              </a:lnSpc>
              <a:spcBef>
                <a:spcPts val="0"/>
              </a:spcBef>
              <a:spcAft>
                <a:spcPts val="0"/>
              </a:spcAft>
              <a:buClrTx/>
              <a:buSzTx/>
              <a:buFontTx/>
              <a:buNone/>
              <a:tabLst/>
              <a:defRPr/>
            </a:pPr>
            <a:r>
              <a:rPr kumimoji="1" lang="en-US" altLang="ja-JP" sz="1400" b="0" i="0" u="none" strike="noStrike" kern="1200" cap="none" spc="0" normalizeH="0" baseline="0" noProof="0" dirty="0">
                <a:ln>
                  <a:noFill/>
                </a:ln>
                <a:solidFill>
                  <a:prstClr val="black"/>
                </a:solidFill>
                <a:effectLst/>
                <a:uLnTx/>
                <a:uFillTx/>
                <a:latin typeface="HGP明朝E" pitchFamily="18" charset="-128"/>
                <a:ea typeface="HGP明朝E" pitchFamily="18" charset="-128"/>
                <a:cs typeface="+mn-cs"/>
              </a:rPr>
              <a:t>【</a:t>
            </a:r>
            <a:r>
              <a:rPr kumimoji="1" lang="ja-JP" altLang="en-US" sz="1400" b="0" i="0" u="none" strike="noStrike" kern="1200" cap="none" spc="0" normalizeH="0" baseline="0" noProof="0" dirty="0">
                <a:ln>
                  <a:noFill/>
                </a:ln>
                <a:solidFill>
                  <a:prstClr val="black"/>
                </a:solidFill>
                <a:effectLst/>
                <a:uLnTx/>
                <a:uFillTx/>
                <a:latin typeface="HGP明朝E" pitchFamily="18" charset="-128"/>
                <a:ea typeface="HGP明朝E" pitchFamily="18" charset="-128"/>
                <a:cs typeface="+mn-cs"/>
              </a:rPr>
              <a:t>大阪本社</a:t>
            </a:r>
            <a:r>
              <a:rPr kumimoji="1" lang="en-US" altLang="ja-JP" sz="1400" b="0" i="0" u="none" strike="noStrike" kern="1200" cap="none" spc="0" normalizeH="0" baseline="0" noProof="0" dirty="0">
                <a:ln>
                  <a:noFill/>
                </a:ln>
                <a:solidFill>
                  <a:prstClr val="black"/>
                </a:solidFill>
                <a:effectLst/>
                <a:uLnTx/>
                <a:uFillTx/>
                <a:latin typeface="HGP明朝E" pitchFamily="18" charset="-128"/>
                <a:ea typeface="HGP明朝E" pitchFamily="18" charset="-128"/>
                <a:cs typeface="+mn-cs"/>
              </a:rPr>
              <a:t>】</a:t>
            </a:r>
            <a:r>
              <a:rPr kumimoji="1" lang="ja-JP" altLang="en-US" sz="1400" b="0" i="0" u="none" strike="noStrike" kern="1200" cap="none" spc="0" normalizeH="0" baseline="0" noProof="0" dirty="0">
                <a:ln>
                  <a:noFill/>
                </a:ln>
                <a:solidFill>
                  <a:prstClr val="black"/>
                </a:solidFill>
                <a:effectLst/>
                <a:uLnTx/>
                <a:uFillTx/>
                <a:latin typeface="HGP明朝E" pitchFamily="18" charset="-128"/>
                <a:ea typeface="HGP明朝E" pitchFamily="18" charset="-128"/>
                <a:cs typeface="+mn-cs"/>
              </a:rPr>
              <a:t>　　　　　　　　　　　　　　　　　　　　　　　　　　　</a:t>
            </a:r>
            <a:r>
              <a:rPr kumimoji="1" lang="en-US" altLang="ja-JP" sz="1400" b="0" i="0" u="none" strike="noStrike" kern="1200" cap="none" spc="0" normalizeH="0" baseline="0" noProof="0" dirty="0">
                <a:ln>
                  <a:noFill/>
                </a:ln>
                <a:solidFill>
                  <a:prstClr val="black"/>
                </a:solidFill>
                <a:effectLst/>
                <a:uLnTx/>
                <a:uFillTx/>
                <a:latin typeface="HGP明朝E" pitchFamily="18" charset="-128"/>
                <a:ea typeface="HGP明朝E" pitchFamily="18" charset="-128"/>
                <a:cs typeface="+mn-cs"/>
              </a:rPr>
              <a:t>【</a:t>
            </a:r>
            <a:r>
              <a:rPr kumimoji="1" lang="ja-JP" altLang="en-US" sz="1400" b="0" i="0" u="none" strike="noStrike" kern="1200" cap="none" spc="0" normalizeH="0" baseline="0" noProof="0" dirty="0">
                <a:ln>
                  <a:noFill/>
                </a:ln>
                <a:solidFill>
                  <a:prstClr val="black"/>
                </a:solidFill>
                <a:effectLst/>
                <a:uLnTx/>
                <a:uFillTx/>
                <a:latin typeface="HGP明朝E" pitchFamily="18" charset="-128"/>
                <a:ea typeface="HGP明朝E" pitchFamily="18" charset="-128"/>
                <a:cs typeface="+mn-cs"/>
              </a:rPr>
              <a:t>東京本社（サステナグローススクエア</a:t>
            </a:r>
            <a:r>
              <a:rPr kumimoji="1" lang="en-US" altLang="ja-JP" sz="1400" b="0" i="0" u="none" strike="noStrike" kern="1200" cap="none" spc="0" normalizeH="0" baseline="0" noProof="0" dirty="0">
                <a:ln>
                  <a:noFill/>
                </a:ln>
                <a:solidFill>
                  <a:prstClr val="black"/>
                </a:solidFill>
                <a:effectLst/>
                <a:uLnTx/>
                <a:uFillTx/>
                <a:latin typeface="HGP明朝E" pitchFamily="18" charset="-128"/>
                <a:ea typeface="HGP明朝E" pitchFamily="18" charset="-128"/>
                <a:cs typeface="+mn-cs"/>
              </a:rPr>
              <a:t>TOKYO</a:t>
            </a:r>
            <a:r>
              <a:rPr kumimoji="1" lang="ja-JP" altLang="en-US" sz="1400" b="0" i="0" u="none" strike="noStrike" kern="1200" cap="none" spc="0" normalizeH="0" baseline="0" noProof="0" dirty="0">
                <a:ln>
                  <a:noFill/>
                </a:ln>
                <a:solidFill>
                  <a:prstClr val="black"/>
                </a:solidFill>
                <a:effectLst/>
                <a:uLnTx/>
                <a:uFillTx/>
                <a:latin typeface="HGP明朝E" pitchFamily="18" charset="-128"/>
                <a:ea typeface="HGP明朝E" pitchFamily="18" charset="-128"/>
                <a:cs typeface="+mn-cs"/>
              </a:rPr>
              <a:t>）</a:t>
            </a:r>
            <a:r>
              <a:rPr kumimoji="1" lang="en-US" altLang="ja-JP" sz="1400" b="0" i="0" u="none" strike="noStrike" kern="1200" cap="none" spc="0" normalizeH="0" baseline="0" noProof="0" dirty="0">
                <a:ln>
                  <a:noFill/>
                </a:ln>
                <a:solidFill>
                  <a:prstClr val="black"/>
                </a:solidFill>
                <a:effectLst/>
                <a:uLnTx/>
                <a:uFillTx/>
                <a:latin typeface="HGP明朝E" pitchFamily="18" charset="-128"/>
                <a:ea typeface="HGP明朝E" pitchFamily="18" charset="-128"/>
                <a:cs typeface="+mn-cs"/>
              </a:rPr>
              <a:t>】</a:t>
            </a:r>
          </a:p>
          <a:p>
            <a:pPr marL="0" marR="0" lvl="0" indent="139700" algn="just" defTabSz="914400" rtl="0" eaLnBrk="0" fontAlgn="auto" latinLnBrk="0" hangingPunct="0">
              <a:lnSpc>
                <a:spcPct val="100000"/>
              </a:lnSpc>
              <a:spcBef>
                <a:spcPts val="0"/>
              </a:spcBef>
              <a:spcAft>
                <a:spcPts val="0"/>
              </a:spcAft>
              <a:buClrTx/>
              <a:buSzTx/>
              <a:buFontTx/>
              <a:buNone/>
              <a:tabLst/>
              <a:defRPr/>
            </a:pPr>
            <a:r>
              <a:rPr kumimoji="1" lang="ja-JP" altLang="en-US" sz="1400" b="0" i="0" u="none" strike="noStrike" kern="1200" cap="none" spc="0" normalizeH="0" baseline="0" noProof="0" dirty="0">
                <a:ln>
                  <a:noFill/>
                </a:ln>
                <a:solidFill>
                  <a:prstClr val="black"/>
                </a:solidFill>
                <a:effectLst/>
                <a:uLnTx/>
                <a:uFillTx/>
                <a:latin typeface="HGP明朝E" pitchFamily="18" charset="-128"/>
                <a:ea typeface="HGP明朝E" pitchFamily="18" charset="-128"/>
                <a:cs typeface="+mn-cs"/>
              </a:rPr>
              <a:t>〒５４１－００４１　大阪市中央区北浜４－４－１０　　　　　　　〒１０４－００２８　東京都中央区八重洲二丁目</a:t>
            </a:r>
            <a:r>
              <a:rPr kumimoji="1" lang="en-US" altLang="ja-JP" sz="1400" b="0" i="0" u="none" strike="noStrike" kern="1200" cap="none" spc="0" normalizeH="0" baseline="0" noProof="0" dirty="0">
                <a:ln>
                  <a:noFill/>
                </a:ln>
                <a:solidFill>
                  <a:prstClr val="black"/>
                </a:solidFill>
                <a:effectLst/>
                <a:uLnTx/>
                <a:uFillTx/>
                <a:latin typeface="HGP明朝E" pitchFamily="18" charset="-128"/>
                <a:ea typeface="HGP明朝E" pitchFamily="18" charset="-128"/>
                <a:cs typeface="+mn-cs"/>
              </a:rPr>
              <a:t>2</a:t>
            </a:r>
            <a:r>
              <a:rPr kumimoji="1" lang="ja-JP" altLang="en-US" sz="1400" b="0" i="0" u="none" strike="noStrike" kern="1200" cap="none" spc="0" normalizeH="0" baseline="0" noProof="0" dirty="0">
                <a:ln>
                  <a:noFill/>
                </a:ln>
                <a:solidFill>
                  <a:prstClr val="black"/>
                </a:solidFill>
                <a:effectLst/>
                <a:uLnTx/>
                <a:uFillTx/>
                <a:latin typeface="HGP明朝E" pitchFamily="18" charset="-128"/>
                <a:ea typeface="HGP明朝E" pitchFamily="18" charset="-128"/>
                <a:cs typeface="+mn-cs"/>
              </a:rPr>
              <a:t>番</a:t>
            </a:r>
            <a:r>
              <a:rPr kumimoji="1" lang="en-US" altLang="ja-JP" sz="1400" b="0" i="0" u="none" strike="noStrike" kern="1200" cap="none" spc="0" normalizeH="0" baseline="0" noProof="0" dirty="0">
                <a:ln>
                  <a:noFill/>
                </a:ln>
                <a:solidFill>
                  <a:prstClr val="black"/>
                </a:solidFill>
                <a:effectLst/>
                <a:uLnTx/>
                <a:uFillTx/>
                <a:latin typeface="HGP明朝E" pitchFamily="18" charset="-128"/>
                <a:ea typeface="HGP明朝E" pitchFamily="18" charset="-128"/>
                <a:cs typeface="+mn-cs"/>
              </a:rPr>
              <a:t>1</a:t>
            </a:r>
            <a:r>
              <a:rPr kumimoji="1" lang="ja-JP" altLang="en-US" sz="1400" b="0" i="0" u="none" strike="noStrike" kern="1200" cap="none" spc="0" normalizeH="0" baseline="0" noProof="0" dirty="0">
                <a:ln>
                  <a:noFill/>
                </a:ln>
                <a:solidFill>
                  <a:prstClr val="black"/>
                </a:solidFill>
                <a:effectLst/>
                <a:uLnTx/>
                <a:uFillTx/>
                <a:latin typeface="HGP明朝E" pitchFamily="18" charset="-128"/>
                <a:ea typeface="HGP明朝E" pitchFamily="18" charset="-128"/>
                <a:cs typeface="+mn-cs"/>
              </a:rPr>
              <a:t>号</a:t>
            </a:r>
            <a:endParaRPr kumimoji="1" lang="en-US" altLang="ja-JP" sz="1400" b="0" i="0" u="none" strike="noStrike" kern="1200" cap="none" spc="0" normalizeH="0" baseline="0" noProof="0" dirty="0">
              <a:ln>
                <a:noFill/>
              </a:ln>
              <a:solidFill>
                <a:prstClr val="black"/>
              </a:solidFill>
              <a:effectLst/>
              <a:uLnTx/>
              <a:uFillTx/>
              <a:latin typeface="HGP明朝E" pitchFamily="18" charset="-128"/>
              <a:ea typeface="HGP明朝E" pitchFamily="18" charset="-128"/>
              <a:cs typeface="+mn-cs"/>
            </a:endParaRPr>
          </a:p>
          <a:p>
            <a:pPr marL="0" marR="0" lvl="0" indent="139700" algn="just" defTabSz="914400" rtl="0" eaLnBrk="0" fontAlgn="auto" latinLnBrk="0" hangingPunct="0">
              <a:lnSpc>
                <a:spcPct val="100000"/>
              </a:lnSpc>
              <a:spcBef>
                <a:spcPts val="0"/>
              </a:spcBef>
              <a:spcAft>
                <a:spcPts val="0"/>
              </a:spcAft>
              <a:buClrTx/>
              <a:buSzTx/>
              <a:buFontTx/>
              <a:buNone/>
              <a:tabLst/>
              <a:defRPr/>
            </a:pPr>
            <a:r>
              <a:rPr kumimoji="1" lang="ja-JP" altLang="en-US" sz="1400" b="0" i="0" u="none" strike="noStrike" kern="1200" cap="none" spc="0" normalizeH="0" baseline="0" noProof="0" dirty="0">
                <a:ln>
                  <a:noFill/>
                </a:ln>
                <a:solidFill>
                  <a:prstClr val="black"/>
                </a:solidFill>
                <a:effectLst/>
                <a:uLnTx/>
                <a:uFillTx/>
                <a:latin typeface="HGP明朝E" pitchFamily="18" charset="-128"/>
                <a:ea typeface="HGP明朝E" pitchFamily="18" charset="-128"/>
                <a:cs typeface="+mn-cs"/>
              </a:rPr>
              <a:t>　　　　　　　　　　　　　　　　　　　　　　　　　　　　　　　　　　　　　　　　　　　　　　東京ミッドタウン八重洲 八重洲セントラルタワー </a:t>
            </a:r>
            <a:r>
              <a:rPr kumimoji="1" lang="en-US" altLang="ja-JP" sz="1400" b="0" i="0" u="none" strike="noStrike" kern="1200" cap="none" spc="0" normalizeH="0" baseline="0" noProof="0" dirty="0">
                <a:ln>
                  <a:noFill/>
                </a:ln>
                <a:solidFill>
                  <a:prstClr val="black"/>
                </a:solidFill>
                <a:effectLst/>
                <a:uLnTx/>
                <a:uFillTx/>
                <a:latin typeface="HGP明朝E" pitchFamily="18" charset="-128"/>
                <a:ea typeface="HGP明朝E" pitchFamily="18" charset="-128"/>
                <a:cs typeface="+mn-cs"/>
              </a:rPr>
              <a:t>35</a:t>
            </a:r>
            <a:r>
              <a:rPr kumimoji="1" lang="ja-JP" altLang="en-US" sz="1400" b="0" i="0" u="none" strike="noStrike" kern="1200" cap="none" spc="0" normalizeH="0" baseline="0" noProof="0" dirty="0">
                <a:ln>
                  <a:noFill/>
                </a:ln>
                <a:solidFill>
                  <a:prstClr val="black"/>
                </a:solidFill>
                <a:effectLst/>
                <a:uLnTx/>
                <a:uFillTx/>
                <a:latin typeface="HGP明朝E" pitchFamily="18" charset="-128"/>
                <a:ea typeface="HGP明朝E" pitchFamily="18" charset="-128"/>
                <a:cs typeface="+mn-cs"/>
              </a:rPr>
              <a:t>階</a:t>
            </a:r>
          </a:p>
          <a:p>
            <a:pPr marL="0" marR="0" lvl="0" indent="139700" algn="just" defTabSz="914400" rtl="0" eaLnBrk="0" fontAlgn="auto" latinLnBrk="0" hangingPunct="0">
              <a:lnSpc>
                <a:spcPct val="100000"/>
              </a:lnSpc>
              <a:spcBef>
                <a:spcPts val="0"/>
              </a:spcBef>
              <a:spcAft>
                <a:spcPts val="0"/>
              </a:spcAft>
              <a:buClrTx/>
              <a:buSzTx/>
              <a:buFontTx/>
              <a:buNone/>
              <a:tabLst/>
              <a:defRPr/>
            </a:pPr>
            <a:r>
              <a:rPr kumimoji="1" lang="ja-JP" altLang="en-US" sz="1400" b="0" i="0" u="none" strike="noStrike" kern="1200" cap="none" spc="0" normalizeH="0" baseline="0" noProof="0" dirty="0">
                <a:ln>
                  <a:noFill/>
                </a:ln>
                <a:solidFill>
                  <a:prstClr val="black"/>
                </a:solidFill>
                <a:effectLst/>
                <a:uLnTx/>
                <a:uFillTx/>
                <a:latin typeface="HGP明朝E" pitchFamily="18" charset="-128"/>
                <a:ea typeface="HGP明朝E" pitchFamily="18" charset="-128"/>
                <a:cs typeface="+mn-cs"/>
              </a:rPr>
              <a:t>ＴＥＬ　０６－６２３２－０２７１（代表）　　　　　　　　　　　　　　　　　ＴＥＬ：０３－４３５６－０２７１（通）</a:t>
            </a:r>
            <a:endParaRPr kumimoji="1" lang="en-US" altLang="ja-JP" sz="1400" b="0" i="0" u="none" strike="noStrike" kern="1200" cap="none" spc="0" normalizeH="0" baseline="0" noProof="0" dirty="0">
              <a:ln>
                <a:noFill/>
              </a:ln>
              <a:solidFill>
                <a:prstClr val="black"/>
              </a:solidFill>
              <a:effectLst/>
              <a:uLnTx/>
              <a:uFillTx/>
              <a:latin typeface="HGP明朝E" pitchFamily="18" charset="-128"/>
              <a:ea typeface="HGP明朝E" pitchFamily="18" charset="-128"/>
              <a:cs typeface="+mn-cs"/>
            </a:endParaRPr>
          </a:p>
          <a:p>
            <a:pPr marL="0" marR="0" lvl="0" indent="139700" algn="just" defTabSz="914400" rtl="0" eaLnBrk="0" fontAlgn="auto" latinLnBrk="0" hangingPunct="0">
              <a:lnSpc>
                <a:spcPct val="100000"/>
              </a:lnSpc>
              <a:spcBef>
                <a:spcPts val="0"/>
              </a:spcBef>
              <a:spcAft>
                <a:spcPts val="0"/>
              </a:spcAft>
              <a:buClrTx/>
              <a:buSzTx/>
              <a:buFontTx/>
              <a:buNone/>
              <a:tabLst/>
              <a:defRPr/>
            </a:pPr>
            <a:r>
              <a:rPr kumimoji="1" lang="en-US" altLang="ja-JP" sz="1400" b="0" i="0" u="none" strike="noStrike" kern="1200" cap="none" spc="0" normalizeH="0" baseline="0" noProof="0" dirty="0">
                <a:ln>
                  <a:noFill/>
                </a:ln>
                <a:solidFill>
                  <a:prstClr val="black"/>
                </a:solidFill>
                <a:effectLst/>
                <a:uLnTx/>
                <a:uFillTx/>
                <a:latin typeface="HGP明朝E" pitchFamily="18" charset="-128"/>
                <a:ea typeface="HGP明朝E" pitchFamily="18" charset="-128"/>
                <a:cs typeface="+mn-cs"/>
              </a:rPr>
              <a:t>E</a:t>
            </a:r>
            <a:r>
              <a:rPr kumimoji="1" lang="ja-JP" altLang="en-US" sz="1400" b="0" i="0" u="none" strike="noStrike" kern="1200" cap="none" spc="0" normalizeH="0" baseline="0" noProof="0" dirty="0">
                <a:ln>
                  <a:noFill/>
                </a:ln>
                <a:solidFill>
                  <a:prstClr val="black"/>
                </a:solidFill>
                <a:effectLst/>
                <a:uLnTx/>
                <a:uFillTx/>
                <a:latin typeface="HGP明朝E" pitchFamily="18" charset="-128"/>
                <a:ea typeface="HGP明朝E" pitchFamily="18" charset="-128"/>
                <a:cs typeface="+mn-cs"/>
              </a:rPr>
              <a:t>・</a:t>
            </a:r>
            <a:r>
              <a:rPr kumimoji="1" lang="en-US" altLang="ja-JP" sz="1400" b="0" i="0" u="none" strike="noStrike" kern="1200" cap="none" spc="0" normalizeH="0" baseline="0" noProof="0" dirty="0">
                <a:ln>
                  <a:noFill/>
                </a:ln>
                <a:solidFill>
                  <a:prstClr val="black"/>
                </a:solidFill>
                <a:effectLst/>
                <a:uLnTx/>
                <a:uFillTx/>
                <a:latin typeface="HGP明朝E" pitchFamily="18" charset="-128"/>
                <a:ea typeface="HGP明朝E" pitchFamily="18" charset="-128"/>
                <a:cs typeface="+mn-cs"/>
              </a:rPr>
              <a:t>Mail</a:t>
            </a:r>
            <a:r>
              <a:rPr kumimoji="1" lang="ja-JP" altLang="en-US" sz="1400" b="0" i="0" u="none" strike="noStrike" kern="1200" cap="none" spc="0" normalizeH="0" baseline="0" noProof="0" dirty="0">
                <a:ln>
                  <a:noFill/>
                </a:ln>
                <a:solidFill>
                  <a:prstClr val="black"/>
                </a:solidFill>
                <a:effectLst/>
                <a:uLnTx/>
                <a:uFillTx/>
                <a:latin typeface="HGP明朝E" pitchFamily="18" charset="-128"/>
                <a:ea typeface="HGP明朝E" pitchFamily="18" charset="-128"/>
                <a:cs typeface="+mn-cs"/>
              </a:rPr>
              <a:t>　 </a:t>
            </a:r>
            <a:r>
              <a:rPr kumimoji="1" lang="en-US" altLang="ja-JP" sz="1400" b="0" i="0" u="none" strike="noStrike" kern="1200" cap="none" spc="0" normalizeH="0" baseline="0" noProof="0" dirty="0">
                <a:ln>
                  <a:noFill/>
                </a:ln>
                <a:solidFill>
                  <a:prstClr val="black"/>
                </a:solidFill>
                <a:effectLst/>
                <a:uLnTx/>
                <a:uFillTx/>
                <a:latin typeface="HGP明朝E" pitchFamily="18" charset="-128"/>
                <a:ea typeface="HGP明朝E" pitchFamily="18" charset="-128"/>
                <a:cs typeface="+mn-cs"/>
              </a:rPr>
              <a:t>takato-kita@funaisoken.co.jp</a:t>
            </a:r>
            <a:endParaRPr kumimoji="1" lang="ja-JP" altLang="en-US" sz="1400" b="0" i="0" u="none" strike="noStrike" kern="1200" cap="none" spc="0" normalizeH="0" baseline="0" noProof="0" dirty="0">
              <a:ln>
                <a:noFill/>
              </a:ln>
              <a:solidFill>
                <a:prstClr val="black"/>
              </a:solidFill>
              <a:effectLst/>
              <a:uLnTx/>
              <a:uFillTx/>
              <a:latin typeface="HGP明朝E" pitchFamily="18" charset="-128"/>
              <a:ea typeface="HGP明朝E" pitchFamily="18" charset="-128"/>
              <a:cs typeface="+mn-cs"/>
            </a:endParaRPr>
          </a:p>
        </p:txBody>
      </p:sp>
      <p:sp>
        <p:nvSpPr>
          <p:cNvPr id="5" name="Rectangle 12"/>
          <p:cNvSpPr>
            <a:spLocks noChangeArrowheads="1"/>
          </p:cNvSpPr>
          <p:nvPr/>
        </p:nvSpPr>
        <p:spPr bwMode="auto">
          <a:xfrm>
            <a:off x="92512" y="4069534"/>
            <a:ext cx="9702351" cy="571500"/>
          </a:xfrm>
          <a:prstGeom prst="rect">
            <a:avLst/>
          </a:prstGeom>
          <a:solidFill>
            <a:srgbClr val="7030A0"/>
          </a:solidFill>
          <a:ln w="19050">
            <a:solidFill>
              <a:srgbClr val="000066"/>
            </a:solidFill>
            <a:miter lim="800000"/>
            <a:headEnd/>
            <a:tailEnd/>
          </a:ln>
        </p:spPr>
        <p:txBody>
          <a:bodyPr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ja-JP" altLang="en-US" sz="2200" b="0" i="0" u="none" strike="noStrike" kern="1200" cap="none" spc="0" normalizeH="0" baseline="0" noProof="0" dirty="0">
                <a:ln>
                  <a:noFill/>
                </a:ln>
                <a:solidFill>
                  <a:prstClr val="white"/>
                </a:solidFill>
                <a:effectLst/>
                <a:uLnTx/>
                <a:uFillTx/>
                <a:latin typeface="HGP明朝E" pitchFamily="18" charset="-128"/>
                <a:ea typeface="HGP明朝E" pitchFamily="18" charset="-128"/>
                <a:cs typeface="+mn-cs"/>
              </a:rPr>
              <a:t>機密情報／無断転用禁止　</a:t>
            </a:r>
            <a:endParaRPr kumimoji="1" lang="ja-JP" altLang="en-US" sz="2400" b="0" i="0" u="none" strike="noStrike" kern="1200" cap="none" spc="0" normalizeH="0" baseline="0" noProof="0" dirty="0">
              <a:ln>
                <a:noFill/>
              </a:ln>
              <a:solidFill>
                <a:prstClr val="white"/>
              </a:solidFill>
              <a:effectLst/>
              <a:uLnTx/>
              <a:uFillTx/>
              <a:latin typeface="HGP明朝E" pitchFamily="18" charset="-128"/>
              <a:ea typeface="HGP明朝E" pitchFamily="18" charset="-128"/>
              <a:cs typeface="+mn-cs"/>
            </a:endParaRPr>
          </a:p>
        </p:txBody>
      </p:sp>
    </p:spTree>
    <p:extLst>
      <p:ext uri="{BB962C8B-B14F-4D97-AF65-F5344CB8AC3E}">
        <p14:creationId xmlns:p14="http://schemas.microsoft.com/office/powerpoint/2010/main" val="1046474178"/>
      </p:ext>
    </p:extLst>
  </p:cSld>
  <p:clrMapOvr>
    <a:masterClrMapping/>
  </p:clrMapOvr>
</p:sld>
</file>

<file path=ppt/theme/theme1.xml><?xml version="1.0" encoding="utf-8"?>
<a:theme xmlns:a="http://schemas.openxmlformats.org/drawingml/2006/main" name="Office テーマ">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お気に入り">
      <a:majorFont>
        <a:latin typeface="Meiryo UI"/>
        <a:ea typeface="Meiryo UI"/>
        <a:cs typeface=""/>
      </a:majorFont>
      <a:minorFont>
        <a:latin typeface="Meiryo UI"/>
        <a:ea typeface="Meiryo UI"/>
        <a:cs typeface=""/>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1_Office テーマ">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お気に入り">
      <a:majorFont>
        <a:latin typeface="Meiryo UI"/>
        <a:ea typeface="Meiryo UI"/>
        <a:cs typeface=""/>
      </a:majorFont>
      <a:minorFont>
        <a:latin typeface="Meiryo UI"/>
        <a:ea typeface="Meiryo UI"/>
        <a:cs typeface=""/>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extLst>
    <a:ext uri="{05A4C25C-085E-4340-85A3-A5531E510DB2}">
      <thm15:themeFamily xmlns:thm15="http://schemas.microsoft.com/office/thememl/2012/main" name="【ソーラープロジェクト大社様】2024年11月度お打ち合わせ資料 .pptx" id="{F2A59035-B9C3-4A75-B90B-5E71CD3F6C43}" vid="{552278E5-979D-4048-BBE5-2AFDF89082E8}"/>
    </a:ext>
  </a:extLst>
</a:theme>
</file>

<file path=ppt/theme/theme3.xml><?xml version="1.0" encoding="utf-8"?>
<a:theme xmlns:a="http://schemas.openxmlformats.org/drawingml/2006/main" name="Office テーマ">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4.xml><?xml version="1.0" encoding="utf-8"?>
<a:theme xmlns:a="http://schemas.openxmlformats.org/drawingml/2006/main" name="Office テーマ">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游ゴシック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游ゴシック"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25900</TotalTime>
  <Words>6897</Words>
  <Application>Microsoft Office PowerPoint</Application>
  <PresentationFormat>A4 210 x 297 mm</PresentationFormat>
  <Paragraphs>716</Paragraphs>
  <Slides>71</Slides>
  <Notes>32</Notes>
  <HiddenSlides>0</HiddenSlides>
  <MMClips>0</MMClips>
  <ScaleCrop>false</ScaleCrop>
  <HeadingPairs>
    <vt:vector size="6" baseType="variant">
      <vt:variant>
        <vt:lpstr>使用されているフォント</vt:lpstr>
      </vt:variant>
      <vt:variant>
        <vt:i4>15</vt:i4>
      </vt:variant>
      <vt:variant>
        <vt:lpstr>テーマ</vt:lpstr>
      </vt:variant>
      <vt:variant>
        <vt:i4>2</vt:i4>
      </vt:variant>
      <vt:variant>
        <vt:lpstr>スライド タイトル</vt:lpstr>
      </vt:variant>
      <vt:variant>
        <vt:i4>71</vt:i4>
      </vt:variant>
    </vt:vector>
  </HeadingPairs>
  <TitlesOfParts>
    <vt:vector size="88" baseType="lpstr">
      <vt:lpstr>BIZ UDPゴシック</vt:lpstr>
      <vt:lpstr>Google Sans Text</vt:lpstr>
      <vt:lpstr>HGPｺﾞｼｯｸE</vt:lpstr>
      <vt:lpstr>HGP創英角ｺﾞｼｯｸUB</vt:lpstr>
      <vt:lpstr>HGP明朝E</vt:lpstr>
      <vt:lpstr>HGSｺﾞｼｯｸM</vt:lpstr>
      <vt:lpstr>Meiryo UI</vt:lpstr>
      <vt:lpstr>メイリオ</vt:lpstr>
      <vt:lpstr>游ゴシック</vt:lpstr>
      <vt:lpstr>游ゴシック体</vt:lpstr>
      <vt:lpstr>Arial</vt:lpstr>
      <vt:lpstr>Calibri</vt:lpstr>
      <vt:lpstr>Lucida Calligraphy</vt:lpstr>
      <vt:lpstr>Monotype Corsiva</vt:lpstr>
      <vt:lpstr>Wingdings</vt:lpstr>
      <vt:lpstr>Office テーマ</vt:lpstr>
      <vt:lpstr>1_Office テーマ</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vector>
  </TitlesOfParts>
  <Company>船井総合研究所</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スライド 1</dc:title>
  <dc:creator>F2038</dc:creator>
  <cp:lastModifiedBy>Ryusho Sameshima</cp:lastModifiedBy>
  <cp:revision>713</cp:revision>
  <cp:lastPrinted>2025-11-06T11:25:07Z</cp:lastPrinted>
  <dcterms:created xsi:type="dcterms:W3CDTF">2017-03-26T07:08:56Z</dcterms:created>
  <dcterms:modified xsi:type="dcterms:W3CDTF">2026-05-20T08:32:28Z</dcterms:modified>
</cp:coreProperties>
</file>